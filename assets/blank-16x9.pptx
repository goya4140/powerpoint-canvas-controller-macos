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fa0971797a4362" /><Relationship Type="http://schemas.openxmlformats.org/officeDocument/2006/relationships/extended-properties" Target="/docProps/app.xml" Id="Rfd202b240af64abb" /><Relationship Type="http://schemas.openxmlformats.org/officeDocument/2006/relationships/officeDocument" Target="/ppt/presentation.xml" Id="R48391b3f4c6a4f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62bee5a8fa4fd4"/>
  </p:sldMasterIdLst>
  <p:notesMasterIdLst>
    <p:notesMasterId xmlns:r="http://schemas.openxmlformats.org/officeDocument/2006/relationships" r:id="Rf7f9e2f719bb48fe"/>
  </p:notesMasterIdLst>
  <p:sldIdLst>
    <p:sldId xmlns:r="http://schemas.openxmlformats.org/officeDocument/2006/relationships" id="256" r:id="R683f0e831b6742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838da080844277" /><Relationship Type="http://schemas.openxmlformats.org/officeDocument/2006/relationships/slideMaster" Target="/ppt/slideMasters/slideMaster1.xml" Id="R6b62bee5a8fa4fd4" /><Relationship Type="http://schemas.openxmlformats.org/officeDocument/2006/relationships/notesMaster" Target="/ppt/notesMasters/notesMaster1.xml" Id="Rf7f9e2f719bb48fe" /><Relationship Type="http://schemas.openxmlformats.org/officeDocument/2006/relationships/presProps" Target="/ppt/presProps.xml" Id="Rda786ba70a104ec3" /><Relationship Type="http://schemas.openxmlformats.org/officeDocument/2006/relationships/tableStyles" Target="/ppt/tableStyles.xml" Id="R95709b03ae2c4c6d" /><Relationship Type="http://schemas.openxmlformats.org/officeDocument/2006/relationships/slide" Target="/ppt/slides/slide1.xml" Id="R683f0e831b6742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7fba106cd84e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c00848dd514577" /><Relationship Type="http://schemas.openxmlformats.org/officeDocument/2006/relationships/notesMaster" Target="/ppt/notesMasters/notesMaster1.xml" Id="Ra36112ec25f04f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f9881ee9b44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82d6051ade4d2f" /><Relationship Type="http://schemas.openxmlformats.org/officeDocument/2006/relationships/slideLayout" Target="/ppt/slideLayouts/slideLayout1.xml" Id="Rb3c3104e867f47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c3104e867f47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54bbf0e534add" /><Relationship Type="http://schemas.openxmlformats.org/officeDocument/2006/relationships/notesSlide" Target="/ppt/notesSlides/notesSlide1.xml" Id="R0f0f8a0be08d48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937602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2026-07-27T08:41:01.6010000Z</dcterms:created>
  <dcterms:modified xsi:type="dcterms:W3CDTF">2026-07-27T08:41:01.6010000Z</dcterms:modified>
</coreProperties>
</file>