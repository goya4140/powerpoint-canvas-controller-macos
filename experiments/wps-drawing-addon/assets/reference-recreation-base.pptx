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6d62a80af4bbe" /><Relationship Type="http://schemas.openxmlformats.org/officeDocument/2006/relationships/extended-properties" Target="/docProps/app.xml" Id="R982d2c7a2a5341e6" /><Relationship Type="http://schemas.openxmlformats.org/officeDocument/2006/relationships/officeDocument" Target="/ppt/presentation.xml" Id="R72d8904a407f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35a3473c1433c"/>
  </p:sldMasterIdLst>
  <p:notesMasterIdLst>
    <p:notesMasterId xmlns:r="http://schemas.openxmlformats.org/officeDocument/2006/relationships" r:id="Rd586896b50ad4fc7"/>
  </p:notesMasterIdLst>
  <p:sldIdLst>
    <p:sldId xmlns:r="http://schemas.openxmlformats.org/officeDocument/2006/relationships" id="256" r:id="Ra0b2ee8cc8ad42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44c95af98496e" /><Relationship Type="http://schemas.openxmlformats.org/officeDocument/2006/relationships/slideMaster" Target="/ppt/slideMasters/slideMaster1.xml" Id="Ra9035a3473c1433c" /><Relationship Type="http://schemas.openxmlformats.org/officeDocument/2006/relationships/notesMaster" Target="/ppt/notesMasters/notesMaster1.xml" Id="Rd586896b50ad4fc7" /><Relationship Type="http://schemas.openxmlformats.org/officeDocument/2006/relationships/presProps" Target="/ppt/presProps.xml" Id="Ra08edfcca94742fd" /><Relationship Type="http://schemas.openxmlformats.org/officeDocument/2006/relationships/tableStyles" Target="/ppt/tableStyles.xml" Id="Re0dc51a2413643e9" /><Relationship Type="http://schemas.openxmlformats.org/officeDocument/2006/relationships/slide" Target="/ppt/slides/slide1.xml" Id="Ra0b2ee8cc8ad42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f3da9883b745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0e836141f44c6" /><Relationship Type="http://schemas.openxmlformats.org/officeDocument/2006/relationships/notesMaster" Target="/ppt/notesMasters/notesMaster1.xml" Id="R9dd3970885c84d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1d11b8e8d4f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8622f56b84308" /><Relationship Type="http://schemas.openxmlformats.org/officeDocument/2006/relationships/slideLayout" Target="/ppt/slideLayouts/slideLayout1.xml" Id="R75b3e7369f1c4e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3e7369f1c4e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bf0e57c054d0d" /><Relationship Type="http://schemas.openxmlformats.org/officeDocument/2006/relationships/image" Target="/ppt/media/image.png" Id="R4acaf736f7ec404a" /><Relationship Type="http://schemas.openxmlformats.org/officeDocument/2006/relationships/image" Target="/ppt/media/image2.png" Id="Ra9955070d7874852" /><Relationship Type="http://schemas.openxmlformats.org/officeDocument/2006/relationships/image" Target="/ppt/media/image3.png" Id="R285b17721bec47a4" /><Relationship Type="http://schemas.openxmlformats.org/officeDocument/2006/relationships/image" Target="/ppt/media/image4.png" Id="Rdfc04a23336543df" /><Relationship Type="http://schemas.openxmlformats.org/officeDocument/2006/relationships/image" Target="/ppt/media/image5.png" Id="Rfdf032b5ebce429e" /><Relationship Type="http://schemas.openxmlformats.org/officeDocument/2006/relationships/image" Target="/ppt/media/image6.png" Id="R70c58e1276a84e38" /><Relationship Type="http://schemas.openxmlformats.org/officeDocument/2006/relationships/image" Target="/ppt/media/image7.png" Id="Raf5a932b97bd4798" /><Relationship Type="http://schemas.openxmlformats.org/officeDocument/2006/relationships/image" Target="/ppt/media/image8.png" Id="Rfba4c838cf964616" /><Relationship Type="http://schemas.openxmlformats.org/officeDocument/2006/relationships/image" Target="/ppt/media/image9.png" Id="R0a19b23b536b40e1" /><Relationship Type="http://schemas.openxmlformats.org/officeDocument/2006/relationships/image" Target="/ppt/media/image10.png" Id="R98f3c6fa05414854" /><Relationship Type="http://schemas.openxmlformats.org/officeDocument/2006/relationships/image" Target="/ppt/media/image11.png" Id="R46cfa6f4527b4754" /><Relationship Type="http://schemas.openxmlformats.org/officeDocument/2006/relationships/image" Target="/ppt/media/image12.png" Id="R7599267e7bc04f74" /><Relationship Type="http://schemas.openxmlformats.org/officeDocument/2006/relationships/image" Target="/ppt/media/image13.png" Id="R317fd558ba994dc6" /><Relationship Type="http://schemas.openxmlformats.org/officeDocument/2006/relationships/image" Target="/ppt/media/image14.png" Id="R725395b5d4b94740" /><Relationship Type="http://schemas.openxmlformats.org/officeDocument/2006/relationships/image" Target="/ppt/media/image15.png" Id="R3ff6193644874843" /><Relationship Type="http://schemas.openxmlformats.org/officeDocument/2006/relationships/image" Target="/ppt/media/image16.png" Id="R6402a73470904319" /><Relationship Type="http://schemas.openxmlformats.org/officeDocument/2006/relationships/image" Target="/ppt/media/image17.png" Id="Rf16e79af62404fee" /><Relationship Type="http://schemas.openxmlformats.org/officeDocument/2006/relationships/image" Target="/ppt/media/image18.png" Id="R008a59b6e28547af" /><Relationship Type="http://schemas.openxmlformats.org/officeDocument/2006/relationships/notesSlide" Target="/ppt/notesSlides/notesSlide1.xml" Id="Rdaa3606e17fc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af736f7ec404a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5915" y="3532909"/>
            <a:ext cx="1550428" cy="1135007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55070d7874852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9715" y="3532909"/>
            <a:ext cx="1620902" cy="1135007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b17721bec47a4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3819" y="759336"/>
            <a:ext cx="861349" cy="935182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04a23336543df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686" y="2206070"/>
            <a:ext cx="399353" cy="43961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032b5ebce429e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4281" y="2206070"/>
            <a:ext cx="399353" cy="43961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58e1276a84e38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609" y="3013364"/>
            <a:ext cx="391522" cy="447608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a932b97bd4798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9561" y="3013364"/>
            <a:ext cx="391522" cy="447608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4c838cf964616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96" y="2102161"/>
            <a:ext cx="321048" cy="383664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9b23b536b40e1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60408" y="2102161"/>
            <a:ext cx="321048" cy="383664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3c6fa05414854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3272" y="3013364"/>
            <a:ext cx="328879" cy="367678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fa6f4527b4754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45750" y="2989385"/>
            <a:ext cx="336709" cy="351692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9267e7bc04f74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3260" y="383664"/>
            <a:ext cx="391522" cy="3996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fd558ba994dc6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31091" y="2797552"/>
            <a:ext cx="391522" cy="3996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395b5d4b94740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757" y="6074685"/>
            <a:ext cx="649927" cy="527538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6193644874843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1803" y="6074685"/>
            <a:ext cx="649927" cy="527538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2a73470904319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0871" y="5243413"/>
            <a:ext cx="571622" cy="471587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e79af62404fee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35684" y="5794930"/>
            <a:ext cx="508979" cy="671413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a59b6e28547af"/>
          <a:srcRect xmlns:a="http://schemas.openxmlformats.org/drawingml/2006/main" l="1017" t="0" r="10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2794" y="5387287"/>
            <a:ext cx="219252" cy="2717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38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2026-07-27T14:10:56.0280000Z</dcterms:created>
  <dcterms:modified xsi:type="dcterms:W3CDTF">2026-07-27T14:10:56.0280000Z</dcterms:modified>
</coreProperties>
</file>