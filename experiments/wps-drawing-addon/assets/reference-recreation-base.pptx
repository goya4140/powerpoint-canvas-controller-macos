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9eef52a7d59477f" /><Relationship Type="http://schemas.openxmlformats.org/officeDocument/2006/relationships/extended-properties" Target="/docProps/app.xml" Id="R8f560c38fd0949f3" /><Relationship Type="http://schemas.openxmlformats.org/officeDocument/2006/relationships/officeDocument" Target="/ppt/presentation.xml" Id="Rcfed65a6db3645f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a523fb5a2c9413a"/>
  </p:sldMasterIdLst>
  <p:notesMasterIdLst>
    <p:notesMasterId xmlns:r="http://schemas.openxmlformats.org/officeDocument/2006/relationships" r:id="Rf59d402cb509469f"/>
  </p:notesMasterIdLst>
  <p:sldIdLst>
    <p:sldId xmlns:r="http://schemas.openxmlformats.org/officeDocument/2006/relationships" id="256" r:id="R91861e2056e242b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00879835db14eb1" /><Relationship Type="http://schemas.openxmlformats.org/officeDocument/2006/relationships/slideMaster" Target="/ppt/slideMasters/slideMaster1.xml" Id="R0a523fb5a2c9413a" /><Relationship Type="http://schemas.openxmlformats.org/officeDocument/2006/relationships/notesMaster" Target="/ppt/notesMasters/notesMaster1.xml" Id="Rf59d402cb509469f" /><Relationship Type="http://schemas.openxmlformats.org/officeDocument/2006/relationships/presProps" Target="/ppt/presProps.xml" Id="R3695751c7d7b4aab" /><Relationship Type="http://schemas.openxmlformats.org/officeDocument/2006/relationships/tableStyles" Target="/ppt/tableStyles.xml" Id="Rc6c151f85d744203" /><Relationship Type="http://schemas.openxmlformats.org/officeDocument/2006/relationships/slide" Target="/ppt/slides/slide1.xml" Id="R91861e2056e242b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6a368cc384d423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64461fa8ba4179" /><Relationship Type="http://schemas.openxmlformats.org/officeDocument/2006/relationships/notesMaster" Target="/ppt/notesMasters/notesMaster1.xml" Id="R86545bf3f0804c4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d382691450438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7f7c7f63a4d4bc5" /><Relationship Type="http://schemas.openxmlformats.org/officeDocument/2006/relationships/slideLayout" Target="/ppt/slideLayouts/slideLayout1.xml" Id="Rb1f77579f0d9479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1f77579f0d9479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2733c4a3cd4c91" /><Relationship Type="http://schemas.openxmlformats.org/officeDocument/2006/relationships/image" Target="/ppt/media/image.png" Id="R994b48b953ef4dc3" /><Relationship Type="http://schemas.openxmlformats.org/officeDocument/2006/relationships/image" Target="/ppt/media/image2.png" Id="R8491e5ddc00a41d4" /><Relationship Type="http://schemas.openxmlformats.org/officeDocument/2006/relationships/notesSlide" Target="/ppt/notesSlides/notesSlide1.xml" Id="Rcf8f2ea2c57a4b5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4b48b953ef4dc3"/>
          <a:srcRect xmlns:a="http://schemas.openxmlformats.org/drawingml/2006/main" l="0" t="423" r="0" b="4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45018" y="3543300"/>
            <a:ext cx="1536383" cy="1092518"/>
          </a:xfrm>
          <a:prstGeom xmlns:a="http://schemas.openxmlformats.org/drawingml/2006/main" prst="rect">
            <a:avLst/>
          </a:prstGeom>
        </p:spPr>
      </p:pic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91e5ddc00a41d4"/>
          <a:srcRect xmlns:a="http://schemas.openxmlformats.org/drawingml/2006/main" l="151" t="0" r="15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65483" y="3543300"/>
            <a:ext cx="1587818" cy="109251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7902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2026-07-27T10:06:50.9480000Z</dcterms:created>
  <dcterms:modified xsi:type="dcterms:W3CDTF">2026-07-27T10:06:50.9480000Z</dcterms:modified>
</coreProperties>
</file>