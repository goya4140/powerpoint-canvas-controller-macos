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6858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
[Sources]
- User-provided corrected visual reference: /var/folders/b8/pyqvdx4d2ngdxw84w20_8p580000gn/T/TemporaryItems/NSIRD_screencaptureui_8xZenb/截屏2026-07-29 18.02.05.png
- User-provided same-paper editable asset library: /Users/wlh/Downloads/副本SkillMoE_Fig2_five_colored_robots(2).pptx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835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8235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2" name="section-a-divider"/>
          <p:cNvSpPr>
            <a:spLocks noGrp="1"/>
          </p:cNvSpPr>
          <p:nvPr/>
        </p:nvSpPr>
        <p:spPr>
          <a:xfrm>
            <a:off x="295275" y="2571750"/>
            <a:ext cx="6191250" cy="0"/>
          </a:xfrm>
          <a:prstGeom prst="line">
            <a:avLst/>
          </a:prstGeom>
          <a:noFill/>
          <a:ln w="9525">
            <a:solidFill>
              <a:srgbClr val="999DA8"/>
            </a:solidFill>
            <a:prstDash val="dash"/>
          </a:ln>
        </p:spPr>
      </p:sp>
      <p:sp>
        <p:nvSpPr>
          <p:cNvPr id="2" name="section-b-divider"/>
          <p:cNvSpPr>
            <a:spLocks noGrp="1"/>
          </p:cNvSpPr>
          <p:nvPr/>
        </p:nvSpPr>
        <p:spPr>
          <a:xfrm>
            <a:off x="295275" y="3429000"/>
            <a:ext cx="6191250" cy="0"/>
          </a:xfrm>
          <a:prstGeom prst="line">
            <a:avLst/>
          </a:prstGeom>
          <a:noFill/>
          <a:ln w="9525">
            <a:solidFill>
              <a:srgbClr val="999DA8"/>
            </a:solidFill>
            <a:prstDash val="dash"/>
          </a:ln>
        </p:spPr>
      </p:sp>
      <p:sp>
        <p:nvSpPr>
          <p:cNvPr id="3" name="rollout-0-arrow-0"/>
          <p:cNvSpPr>
            <a:spLocks noGrp="1"/>
          </p:cNvSpPr>
          <p:nvPr/>
        </p:nvSpPr>
        <p:spPr>
          <a:xfrm>
            <a:off x="2609850" y="1143000"/>
            <a:ext cx="228600" cy="95250"/>
          </a:xfrm>
          <a:prstGeom prst="rightArrow">
            <a:avLst/>
          </a:prstGeom>
          <a:solidFill>
            <a:srgbClr val="1478E8"/>
          </a:solidFill>
          <a:ln w="2858">
            <a:solidFill>
              <a:srgbClr val="1478E8"/>
            </a:solidFill>
            <a:prstDash val="solid"/>
          </a:ln>
        </p:spPr>
      </p:sp>
      <p:sp>
        <p:nvSpPr>
          <p:cNvPr id="4" name="rollout-0-arrow-1"/>
          <p:cNvSpPr>
            <a:spLocks noGrp="1"/>
          </p:cNvSpPr>
          <p:nvPr/>
        </p:nvSpPr>
        <p:spPr>
          <a:xfrm>
            <a:off x="3448050" y="1143000"/>
            <a:ext cx="228600" cy="95250"/>
          </a:xfrm>
          <a:prstGeom prst="rightArrow">
            <a:avLst/>
          </a:prstGeom>
          <a:solidFill>
            <a:srgbClr val="1478E8"/>
          </a:solidFill>
          <a:ln w="2858">
            <a:solidFill>
              <a:srgbClr val="1478E8"/>
            </a:solidFill>
            <a:prstDash val="solid"/>
          </a:ln>
        </p:spPr>
      </p:sp>
      <p:sp>
        <p:nvSpPr>
          <p:cNvPr id="5" name="rollout-0-arrow-2"/>
          <p:cNvSpPr>
            <a:spLocks noGrp="1"/>
          </p:cNvSpPr>
          <p:nvPr/>
        </p:nvSpPr>
        <p:spPr>
          <a:xfrm>
            <a:off x="4286250" y="1143000"/>
            <a:ext cx="228600" cy="95250"/>
          </a:xfrm>
          <a:prstGeom prst="rightArrow">
            <a:avLst/>
          </a:prstGeom>
          <a:solidFill>
            <a:srgbClr val="1478E8"/>
          </a:solidFill>
          <a:ln w="2858">
            <a:solidFill>
              <a:srgbClr val="1478E8"/>
            </a:solidFill>
            <a:prstDash val="solid"/>
          </a:ln>
        </p:spPr>
      </p:sp>
      <p:sp>
        <p:nvSpPr>
          <p:cNvPr id="6" name="rollout-0-arrow-last"/>
          <p:cNvSpPr>
            <a:spLocks noGrp="1"/>
          </p:cNvSpPr>
          <p:nvPr/>
        </p:nvSpPr>
        <p:spPr>
          <a:xfrm>
            <a:off x="5553075" y="1143000"/>
            <a:ext cx="209550" cy="95250"/>
          </a:xfrm>
          <a:prstGeom prst="rightArrow">
            <a:avLst/>
          </a:prstGeom>
          <a:solidFill>
            <a:srgbClr val="1478E8"/>
          </a:solidFill>
          <a:ln w="2858">
            <a:solidFill>
              <a:srgbClr val="1478E8"/>
            </a:solidFill>
            <a:prstDash val="solid"/>
          </a:ln>
        </p:spPr>
      </p:sp>
      <p:sp>
        <p:nvSpPr>
          <p:cNvPr id="7" name="rollout-1-arrow-0"/>
          <p:cNvSpPr>
            <a:spLocks noGrp="1"/>
          </p:cNvSpPr>
          <p:nvPr/>
        </p:nvSpPr>
        <p:spPr>
          <a:xfrm>
            <a:off x="2609850" y="1504950"/>
            <a:ext cx="228600" cy="95250"/>
          </a:xfrm>
          <a:prstGeom prst="rightArrow">
            <a:avLst/>
          </a:prstGeom>
          <a:solidFill>
            <a:srgbClr val="1478E8"/>
          </a:solidFill>
          <a:ln w="2858">
            <a:solidFill>
              <a:srgbClr val="1478E8"/>
            </a:solidFill>
            <a:prstDash val="solid"/>
          </a:ln>
        </p:spPr>
      </p:sp>
      <p:sp>
        <p:nvSpPr>
          <p:cNvPr id="8" name="rollout-1-arrow-1"/>
          <p:cNvSpPr>
            <a:spLocks noGrp="1"/>
          </p:cNvSpPr>
          <p:nvPr/>
        </p:nvSpPr>
        <p:spPr>
          <a:xfrm>
            <a:off x="3448050" y="1504950"/>
            <a:ext cx="228600" cy="95250"/>
          </a:xfrm>
          <a:prstGeom prst="rightArrow">
            <a:avLst/>
          </a:prstGeom>
          <a:solidFill>
            <a:srgbClr val="1478E8"/>
          </a:solidFill>
          <a:ln w="2858">
            <a:solidFill>
              <a:srgbClr val="1478E8"/>
            </a:solidFill>
            <a:prstDash val="solid"/>
          </a:ln>
        </p:spPr>
      </p:sp>
      <p:sp>
        <p:nvSpPr>
          <p:cNvPr id="9" name="rollout-1-arrow-2"/>
          <p:cNvSpPr>
            <a:spLocks noGrp="1"/>
          </p:cNvSpPr>
          <p:nvPr/>
        </p:nvSpPr>
        <p:spPr>
          <a:xfrm>
            <a:off x="4286250" y="1504950"/>
            <a:ext cx="228600" cy="95250"/>
          </a:xfrm>
          <a:prstGeom prst="rightArrow">
            <a:avLst/>
          </a:prstGeom>
          <a:solidFill>
            <a:srgbClr val="1478E8"/>
          </a:solidFill>
          <a:ln w="2858">
            <a:solidFill>
              <a:srgbClr val="1478E8"/>
            </a:solidFill>
            <a:prstDash val="solid"/>
          </a:ln>
        </p:spPr>
      </p:sp>
      <p:sp>
        <p:nvSpPr>
          <p:cNvPr id="10" name="rollout-1-arrow-last"/>
          <p:cNvSpPr>
            <a:spLocks noGrp="1"/>
          </p:cNvSpPr>
          <p:nvPr/>
        </p:nvSpPr>
        <p:spPr>
          <a:xfrm>
            <a:off x="5553075" y="1504950"/>
            <a:ext cx="209550" cy="95250"/>
          </a:xfrm>
          <a:prstGeom prst="rightArrow">
            <a:avLst/>
          </a:prstGeom>
          <a:solidFill>
            <a:srgbClr val="1478E8"/>
          </a:solidFill>
          <a:ln w="2858">
            <a:solidFill>
              <a:srgbClr val="1478E8"/>
            </a:solidFill>
            <a:prstDash val="solid"/>
          </a:ln>
        </p:spPr>
      </p:sp>
      <p:sp>
        <p:nvSpPr>
          <p:cNvPr id="11" name="rollout-2-arrow-0"/>
          <p:cNvSpPr>
            <a:spLocks noGrp="1"/>
          </p:cNvSpPr>
          <p:nvPr/>
        </p:nvSpPr>
        <p:spPr>
          <a:xfrm>
            <a:off x="2609850" y="1866900"/>
            <a:ext cx="228600" cy="95250"/>
          </a:xfrm>
          <a:prstGeom prst="rightArrow">
            <a:avLst/>
          </a:prstGeom>
          <a:solidFill>
            <a:srgbClr val="1478E8"/>
          </a:solidFill>
          <a:ln w="2858">
            <a:solidFill>
              <a:srgbClr val="1478E8"/>
            </a:solidFill>
            <a:prstDash val="solid"/>
          </a:ln>
        </p:spPr>
      </p:sp>
      <p:sp>
        <p:nvSpPr>
          <p:cNvPr id="12" name="rollout-2-arrow-1"/>
          <p:cNvSpPr>
            <a:spLocks noGrp="1"/>
          </p:cNvSpPr>
          <p:nvPr/>
        </p:nvSpPr>
        <p:spPr>
          <a:xfrm>
            <a:off x="3448050" y="1866900"/>
            <a:ext cx="228600" cy="95250"/>
          </a:xfrm>
          <a:prstGeom prst="rightArrow">
            <a:avLst/>
          </a:prstGeom>
          <a:solidFill>
            <a:srgbClr val="1478E8"/>
          </a:solidFill>
          <a:ln w="2858">
            <a:solidFill>
              <a:srgbClr val="1478E8"/>
            </a:solidFill>
            <a:prstDash val="solid"/>
          </a:ln>
        </p:spPr>
      </p:sp>
      <p:sp>
        <p:nvSpPr>
          <p:cNvPr id="13" name="rollout-2-arrow-2"/>
          <p:cNvSpPr>
            <a:spLocks noGrp="1"/>
          </p:cNvSpPr>
          <p:nvPr/>
        </p:nvSpPr>
        <p:spPr>
          <a:xfrm>
            <a:off x="4286250" y="1866900"/>
            <a:ext cx="228600" cy="95250"/>
          </a:xfrm>
          <a:prstGeom prst="rightArrow">
            <a:avLst/>
          </a:prstGeom>
          <a:solidFill>
            <a:srgbClr val="1478E8"/>
          </a:solidFill>
          <a:ln w="2858">
            <a:solidFill>
              <a:srgbClr val="1478E8"/>
            </a:solidFill>
            <a:prstDash val="solid"/>
          </a:ln>
        </p:spPr>
      </p:sp>
      <p:sp>
        <p:nvSpPr>
          <p:cNvPr id="14" name="rollout-2-arrow-last"/>
          <p:cNvSpPr>
            <a:spLocks noGrp="1"/>
          </p:cNvSpPr>
          <p:nvPr/>
        </p:nvSpPr>
        <p:spPr>
          <a:xfrm>
            <a:off x="5553075" y="1866900"/>
            <a:ext cx="209550" cy="95250"/>
          </a:xfrm>
          <a:prstGeom prst="rightArrow">
            <a:avLst/>
          </a:prstGeom>
          <a:solidFill>
            <a:srgbClr val="1478E8"/>
          </a:solidFill>
          <a:ln w="2858">
            <a:solidFill>
              <a:srgbClr val="1478E8"/>
            </a:solidFill>
            <a:prstDash val="solid"/>
          </a:ln>
        </p:spPr>
      </p:sp>
      <p:sp>
        <p:nvSpPr>
          <p:cNvPr id="15" name="rollout-3-arrow-0"/>
          <p:cNvSpPr>
            <a:spLocks noGrp="1"/>
          </p:cNvSpPr>
          <p:nvPr/>
        </p:nvSpPr>
        <p:spPr>
          <a:xfrm>
            <a:off x="2609850" y="2228850"/>
            <a:ext cx="228600" cy="95250"/>
          </a:xfrm>
          <a:prstGeom prst="rightArrow">
            <a:avLst/>
          </a:prstGeom>
          <a:solidFill>
            <a:srgbClr val="1478E8"/>
          </a:solidFill>
          <a:ln w="2858">
            <a:solidFill>
              <a:srgbClr val="1478E8"/>
            </a:solidFill>
            <a:prstDash val="solid"/>
          </a:ln>
        </p:spPr>
      </p:sp>
      <p:sp>
        <p:nvSpPr>
          <p:cNvPr id="16" name="rollout-3-arrow-1"/>
          <p:cNvSpPr>
            <a:spLocks noGrp="1"/>
          </p:cNvSpPr>
          <p:nvPr/>
        </p:nvSpPr>
        <p:spPr>
          <a:xfrm>
            <a:off x="3448050" y="2228850"/>
            <a:ext cx="228600" cy="95250"/>
          </a:xfrm>
          <a:prstGeom prst="rightArrow">
            <a:avLst/>
          </a:prstGeom>
          <a:solidFill>
            <a:srgbClr val="1478E8"/>
          </a:solidFill>
          <a:ln w="2858">
            <a:solidFill>
              <a:srgbClr val="1478E8"/>
            </a:solidFill>
            <a:prstDash val="solid"/>
          </a:ln>
        </p:spPr>
      </p:sp>
      <p:sp>
        <p:nvSpPr>
          <p:cNvPr id="17" name="rollout-3-arrow-2"/>
          <p:cNvSpPr>
            <a:spLocks noGrp="1"/>
          </p:cNvSpPr>
          <p:nvPr/>
        </p:nvSpPr>
        <p:spPr>
          <a:xfrm>
            <a:off x="4286250" y="2228850"/>
            <a:ext cx="228600" cy="95250"/>
          </a:xfrm>
          <a:prstGeom prst="rightArrow">
            <a:avLst/>
          </a:prstGeom>
          <a:solidFill>
            <a:srgbClr val="1478E8"/>
          </a:solidFill>
          <a:ln w="2858">
            <a:solidFill>
              <a:srgbClr val="1478E8"/>
            </a:solidFill>
            <a:prstDash val="solid"/>
          </a:ln>
        </p:spPr>
      </p:sp>
      <p:sp>
        <p:nvSpPr>
          <p:cNvPr id="18" name="rollout-3-arrow-last"/>
          <p:cNvSpPr>
            <a:spLocks noGrp="1"/>
          </p:cNvSpPr>
          <p:nvPr/>
        </p:nvSpPr>
        <p:spPr>
          <a:xfrm>
            <a:off x="5553075" y="2228850"/>
            <a:ext cx="209550" cy="95250"/>
          </a:xfrm>
          <a:prstGeom prst="rightArrow">
            <a:avLst/>
          </a:prstGeom>
          <a:solidFill>
            <a:srgbClr val="1478E8"/>
          </a:solidFill>
          <a:ln w="2858">
            <a:solidFill>
              <a:srgbClr val="1478E8"/>
            </a:solidFill>
            <a:prstDash val="solid"/>
          </a:ln>
        </p:spPr>
      </p:sp>
      <p:sp>
        <p:nvSpPr>
          <p:cNvPr id="19" name="expert-down-0"/>
          <p:cNvSpPr>
            <a:spLocks noGrp="1"/>
          </p:cNvSpPr>
          <p:nvPr/>
        </p:nvSpPr>
        <p:spPr>
          <a:xfrm>
            <a:off x="2114550" y="2628900"/>
            <a:ext cx="95250" cy="171450"/>
          </a:xfrm>
          <a:prstGeom prst="downArrow">
            <a:avLst/>
          </a:prstGeom>
          <a:solidFill>
            <a:srgbClr val="1478E8"/>
          </a:solidFill>
          <a:ln w="2858">
            <a:solidFill>
              <a:srgbClr val="1478E8"/>
            </a:solidFill>
            <a:prstDash val="solid"/>
          </a:ln>
        </p:spPr>
      </p:sp>
      <p:sp>
        <p:nvSpPr>
          <p:cNvPr id="20" name="expert-down-1"/>
          <p:cNvSpPr>
            <a:spLocks noGrp="1"/>
          </p:cNvSpPr>
          <p:nvPr/>
        </p:nvSpPr>
        <p:spPr>
          <a:xfrm>
            <a:off x="3048000" y="2628900"/>
            <a:ext cx="95250" cy="171450"/>
          </a:xfrm>
          <a:prstGeom prst="downArrow">
            <a:avLst/>
          </a:prstGeom>
          <a:solidFill>
            <a:srgbClr val="1478E8"/>
          </a:solidFill>
          <a:ln w="2858">
            <a:solidFill>
              <a:srgbClr val="1478E8"/>
            </a:solidFill>
            <a:prstDash val="solid"/>
          </a:ln>
        </p:spPr>
      </p:sp>
      <p:sp>
        <p:nvSpPr>
          <p:cNvPr id="21" name="expert-down-2"/>
          <p:cNvSpPr>
            <a:spLocks noGrp="1"/>
          </p:cNvSpPr>
          <p:nvPr/>
        </p:nvSpPr>
        <p:spPr>
          <a:xfrm>
            <a:off x="3981450" y="2628900"/>
            <a:ext cx="95250" cy="171450"/>
          </a:xfrm>
          <a:prstGeom prst="downArrow">
            <a:avLst/>
          </a:prstGeom>
          <a:solidFill>
            <a:srgbClr val="1478E8"/>
          </a:solidFill>
          <a:ln w="2858">
            <a:solidFill>
              <a:srgbClr val="1478E8"/>
            </a:solidFill>
            <a:prstDash val="solid"/>
          </a:ln>
        </p:spPr>
      </p:sp>
      <p:sp>
        <p:nvSpPr>
          <p:cNvPr id="22" name="expert-down-3"/>
          <p:cNvSpPr>
            <a:spLocks noGrp="1"/>
          </p:cNvSpPr>
          <p:nvPr/>
        </p:nvSpPr>
        <p:spPr>
          <a:xfrm>
            <a:off x="5772150" y="2628900"/>
            <a:ext cx="95250" cy="171450"/>
          </a:xfrm>
          <a:prstGeom prst="downArrow">
            <a:avLst/>
          </a:prstGeom>
          <a:solidFill>
            <a:srgbClr val="1478E8"/>
          </a:solidFill>
          <a:ln w="2858">
            <a:solidFill>
              <a:srgbClr val="1478E8"/>
            </a:solidFill>
            <a:prstDash val="solid"/>
          </a:ln>
        </p:spPr>
      </p:sp>
      <p:sp>
        <p:nvSpPr>
          <p:cNvPr id="28" name="book-arrow-2"/>
          <p:cNvSpPr>
            <a:spLocks noGrp="1"/>
          </p:cNvSpPr>
          <p:nvPr/>
        </p:nvSpPr>
        <p:spPr>
          <a:xfrm>
            <a:off x="4275455" y="4467225"/>
            <a:ext cx="228600" cy="114300"/>
          </a:xfrm>
          <a:prstGeom prst="rightArrow">
            <a:avLst/>
          </a:prstGeom>
          <a:solidFill>
            <a:srgbClr val="1478E8"/>
          </a:solidFill>
          <a:ln w="2858">
            <a:solidFill>
              <a:srgbClr val="1478E8"/>
            </a:solidFill>
            <a:prstDash val="solid"/>
          </a:ln>
        </p:spPr>
      </p:sp>
      <p:sp>
        <p:nvSpPr>
          <p:cNvPr id="29" name="main-dashed-frame"/>
          <p:cNvSpPr>
            <a:spLocks noGrp="1"/>
          </p:cNvSpPr>
          <p:nvPr/>
        </p:nvSpPr>
        <p:spPr>
          <a:xfrm>
            <a:off x="161925" y="609600"/>
            <a:ext cx="6534150" cy="4495800"/>
          </a:xfrm>
          <a:prstGeom prst="roundRect">
            <a:avLst>
              <a:gd name="adj" fmla="val 2966"/>
            </a:avLst>
          </a:prstGeom>
          <a:noFill/>
          <a:ln w="12383">
            <a:solidFill>
              <a:srgbClr val="7E3BD0"/>
            </a:solidFill>
            <a:prstDash val="dash"/>
          </a:ln>
        </p:spPr>
      </p:sp>
      <p:sp>
        <p:nvSpPr>
          <p:cNvPr id="30" name="warning-x-1"/>
          <p:cNvSpPr>
            <a:spLocks noGrp="1"/>
          </p:cNvSpPr>
          <p:nvPr/>
        </p:nvSpPr>
        <p:spPr>
          <a:xfrm>
            <a:off x="866775" y="209550"/>
            <a:ext cx="266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ctr">
              <a:defRPr sz="2025" b="1">
                <a:solidFill>
                  <a:srgbClr val="FF1616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endParaRPr sz="2025" b="1">
              <a:solidFill>
                <a:srgbClr val="FF1616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31" name="warning-text-1"/>
          <p:cNvSpPr>
            <a:spLocks noGrp="1"/>
          </p:cNvSpPr>
          <p:nvPr/>
        </p:nvSpPr>
        <p:spPr>
          <a:xfrm>
            <a:off x="162560" y="323850"/>
            <a:ext cx="195199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l">
              <a:defRPr sz="135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lang="en-US" altLang="zh-CN" sz="135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 </a:t>
            </a:r>
            <a:r>
              <a:rPr>
                <a:solidFill>
                  <a:srgbClr val="FF1616"/>
                </a:solidFill>
                <a:sym typeface="+mn-ea"/>
              </a:rPr>
              <a:t>×</a:t>
            </a:r>
            <a:r>
              <a:rPr lang="en-US">
                <a:solidFill>
                  <a:srgbClr val="FF1616"/>
                </a:solidFill>
                <a:sym typeface="+mn-ea"/>
              </a:rPr>
              <a:t> </a:t>
            </a:r>
            <a:r>
              <a:rPr lang="en-US" altLang="zh-CN" sz="115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limited rollout diversity</a:t>
            </a:r>
            <a:endParaRPr lang="en-US" altLang="zh-CN" sz="1150" b="1">
              <a:solidFill>
                <a:srgbClr val="15151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33" name="warning-text-2"/>
          <p:cNvSpPr>
            <a:spLocks noGrp="1"/>
          </p:cNvSpPr>
          <p:nvPr/>
        </p:nvSpPr>
        <p:spPr>
          <a:xfrm>
            <a:off x="2114550" y="323850"/>
            <a:ext cx="234251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l">
              <a:defRPr sz="135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>
                <a:solidFill>
                  <a:srgbClr val="FF1616"/>
                </a:solidFill>
                <a:sym typeface="+mn-ea"/>
              </a:rPr>
              <a:t>×</a:t>
            </a:r>
            <a:r>
              <a:rPr lang="en-US">
                <a:solidFill>
                  <a:srgbClr val="FF1616"/>
                </a:solidFill>
                <a:sym typeface="+mn-ea"/>
              </a:rPr>
              <a:t> </a:t>
            </a:r>
            <a:r>
              <a:rPr lang="en-US" altLang="zh-CN" sz="115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incomplete skill specification</a:t>
            </a:r>
            <a:endParaRPr lang="en-US" altLang="zh-CN" sz="1150" b="1">
              <a:solidFill>
                <a:srgbClr val="15151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35" name="warning-text-3"/>
          <p:cNvSpPr>
            <a:spLocks noGrp="1"/>
          </p:cNvSpPr>
          <p:nvPr/>
        </p:nvSpPr>
        <p:spPr>
          <a:xfrm>
            <a:off x="4457065" y="323850"/>
            <a:ext cx="230378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l">
              <a:defRPr sz="135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>
                <a:solidFill>
                  <a:srgbClr val="FF1616"/>
                </a:solidFill>
                <a:sym typeface="+mn-ea"/>
              </a:rPr>
              <a:t>×</a:t>
            </a:r>
            <a:r>
              <a:rPr lang="en-US">
                <a:solidFill>
                  <a:srgbClr val="FF1616"/>
                </a:solidFill>
                <a:sym typeface="+mn-ea"/>
              </a:rPr>
              <a:t> </a:t>
            </a:r>
            <a:r>
              <a:rPr lang="en-US" altLang="zh-CN" sz="115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context-insensitive skill reuse</a:t>
            </a:r>
            <a:endParaRPr lang="en-US" altLang="zh-CN" sz="1150" b="1">
              <a:solidFill>
                <a:srgbClr val="15151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36" name="figure-title"/>
          <p:cNvSpPr>
            <a:spLocks noGrp="1"/>
          </p:cNvSpPr>
          <p:nvPr/>
        </p:nvSpPr>
        <p:spPr>
          <a:xfrm>
            <a:off x="2419350" y="666750"/>
            <a:ext cx="25241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ctr">
              <a:defRPr sz="1275" b="1">
                <a:solidFill>
                  <a:srgbClr val="5A239E"/>
                </a:solidFill>
                <a:latin typeface="Ink Free"/>
                <a:ea typeface="Ink Free"/>
                <a:cs typeface="Ink Free"/>
              </a:defRPr>
            </a:pPr>
            <a:r>
              <a:rPr sz="1275" b="0">
                <a:solidFill>
                  <a:srgbClr val="5A239E"/>
                </a:solidFill>
                <a:latin typeface="Comic Sans MS" panose="030F0902030302020204" charset="0"/>
                <a:ea typeface="Ink Free"/>
                <a:cs typeface="Comic Sans MS" panose="030F0902030302020204" charset="0"/>
              </a:rPr>
              <a:t>Skill–MoE Skill Induction</a:t>
            </a:r>
            <a:endParaRPr sz="1275" b="0">
              <a:solidFill>
                <a:srgbClr val="5A239E"/>
              </a:solidFill>
              <a:latin typeface="Comic Sans MS" panose="030F0902030302020204" charset="0"/>
              <a:ea typeface="Ink Free"/>
              <a:cs typeface="Comic Sans MS" panose="030F0902030302020204" charset="0"/>
            </a:endParaRPr>
          </a:p>
        </p:txBody>
      </p:sp>
      <p:sp>
        <p:nvSpPr>
          <p:cNvPr id="37" name="section-A-badge"/>
          <p:cNvSpPr>
            <a:spLocks noGrp="1"/>
          </p:cNvSpPr>
          <p:nvPr/>
        </p:nvSpPr>
        <p:spPr>
          <a:xfrm>
            <a:off x="381000" y="876300"/>
            <a:ext cx="190500" cy="190500"/>
          </a:xfrm>
          <a:prstGeom prst="roundRect">
            <a:avLst>
              <a:gd name="adj" fmla="val 20000"/>
            </a:avLst>
          </a:prstGeom>
          <a:solidFill>
            <a:srgbClr val="5A239E"/>
          </a:solidFill>
          <a:ln w="7620">
            <a:solidFill>
              <a:srgbClr val="5A239E"/>
            </a:solidFill>
            <a:prstDash val="solid"/>
          </a:ln>
        </p:spPr>
      </p:sp>
      <p:sp>
        <p:nvSpPr>
          <p:cNvPr id="38" name="section-A-letter"/>
          <p:cNvSpPr>
            <a:spLocks noGrp="1"/>
          </p:cNvSpPr>
          <p:nvPr/>
        </p:nvSpPr>
        <p:spPr>
          <a:xfrm>
            <a:off x="381000" y="876300"/>
            <a:ext cx="19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1050" b="1">
                <a:solidFill>
                  <a:srgbClr val="FFFFFF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A</a:t>
            </a:r>
            <a:endParaRPr sz="1050" b="1">
              <a:solidFill>
                <a:srgbClr val="FFFFFF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39" name="section-A-title"/>
          <p:cNvSpPr>
            <a:spLocks noGrp="1"/>
          </p:cNvSpPr>
          <p:nvPr/>
        </p:nvSpPr>
        <p:spPr>
          <a:xfrm>
            <a:off x="638175" y="828675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l">
              <a:defRPr sz="1050" b="1">
                <a:solidFill>
                  <a:srgbClr val="5A239E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1050" b="1">
                <a:solidFill>
                  <a:srgbClr val="5A239E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Multi Players Rollout</a:t>
            </a:r>
            <a:endParaRPr sz="1050" b="1">
              <a:solidFill>
                <a:srgbClr val="5A239E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40" name="section-B-badge"/>
          <p:cNvSpPr>
            <a:spLocks noGrp="1"/>
          </p:cNvSpPr>
          <p:nvPr/>
        </p:nvSpPr>
        <p:spPr>
          <a:xfrm>
            <a:off x="381000" y="2686050"/>
            <a:ext cx="190500" cy="190500"/>
          </a:xfrm>
          <a:prstGeom prst="roundRect">
            <a:avLst>
              <a:gd name="adj" fmla="val 20000"/>
            </a:avLst>
          </a:prstGeom>
          <a:solidFill>
            <a:srgbClr val="5A239E"/>
          </a:solidFill>
          <a:ln w="7620">
            <a:solidFill>
              <a:srgbClr val="5A239E"/>
            </a:solidFill>
            <a:prstDash val="solid"/>
          </a:ln>
        </p:spPr>
      </p:sp>
      <p:sp>
        <p:nvSpPr>
          <p:cNvPr id="41" name="section-B-letter"/>
          <p:cNvSpPr>
            <a:spLocks noGrp="1"/>
          </p:cNvSpPr>
          <p:nvPr/>
        </p:nvSpPr>
        <p:spPr>
          <a:xfrm>
            <a:off x="381000" y="2686050"/>
            <a:ext cx="19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1050" b="1">
                <a:solidFill>
                  <a:srgbClr val="FFFFFF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B</a:t>
            </a:r>
            <a:endParaRPr sz="1050" b="1">
              <a:solidFill>
                <a:srgbClr val="FFFFFF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42" name="section-B-title"/>
          <p:cNvSpPr>
            <a:spLocks noGrp="1"/>
          </p:cNvSpPr>
          <p:nvPr/>
        </p:nvSpPr>
        <p:spPr>
          <a:xfrm>
            <a:off x="647700" y="2667000"/>
            <a:ext cx="1428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l">
              <a:defRPr sz="1050" b="1">
                <a:solidFill>
                  <a:srgbClr val="5A239E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1050" b="1">
                <a:solidFill>
                  <a:srgbClr val="5A239E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Multi Experts</a:t>
            </a:r>
            <a:endParaRPr sz="1050" b="1">
              <a:solidFill>
                <a:srgbClr val="5A239E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  <a:p>
            <a:pPr algn="l">
              <a:defRPr sz="1050" b="1">
                <a:solidFill>
                  <a:srgbClr val="5A239E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1050" b="1">
                <a:solidFill>
                  <a:srgbClr val="5A239E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Analyze</a:t>
            </a:r>
            <a:endParaRPr sz="1050" b="1">
              <a:solidFill>
                <a:srgbClr val="5A239E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43" name="section-C-badge"/>
          <p:cNvSpPr>
            <a:spLocks noGrp="1"/>
          </p:cNvSpPr>
          <p:nvPr/>
        </p:nvSpPr>
        <p:spPr>
          <a:xfrm>
            <a:off x="381000" y="3543300"/>
            <a:ext cx="190500" cy="190500"/>
          </a:xfrm>
          <a:prstGeom prst="roundRect">
            <a:avLst>
              <a:gd name="adj" fmla="val 20000"/>
            </a:avLst>
          </a:prstGeom>
          <a:solidFill>
            <a:srgbClr val="5A239E"/>
          </a:solidFill>
          <a:ln w="7620">
            <a:solidFill>
              <a:srgbClr val="5A239E"/>
            </a:solidFill>
            <a:prstDash val="solid"/>
          </a:ln>
        </p:spPr>
      </p:sp>
      <p:sp>
        <p:nvSpPr>
          <p:cNvPr id="44" name="section-C-letter"/>
          <p:cNvSpPr>
            <a:spLocks noGrp="1"/>
          </p:cNvSpPr>
          <p:nvPr/>
        </p:nvSpPr>
        <p:spPr>
          <a:xfrm>
            <a:off x="381000" y="3543300"/>
            <a:ext cx="19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1050" b="1">
                <a:solidFill>
                  <a:srgbClr val="FFFFFF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C</a:t>
            </a:r>
            <a:endParaRPr sz="1050" b="1">
              <a:solidFill>
                <a:srgbClr val="FFFFFF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45" name="section-C-title"/>
          <p:cNvSpPr>
            <a:spLocks noGrp="1"/>
          </p:cNvSpPr>
          <p:nvPr/>
        </p:nvSpPr>
        <p:spPr>
          <a:xfrm>
            <a:off x="647700" y="3557270"/>
            <a:ext cx="1428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 fontScale="90000" lnSpcReduction="10000"/>
          </a:bodyPr>
          <a:lstStyle/>
          <a:p>
            <a:pPr algn="l">
              <a:defRPr sz="1050" b="1">
                <a:solidFill>
                  <a:srgbClr val="5A239E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lang="en-US" sz="1050" b="1">
                <a:solidFill>
                  <a:srgbClr val="5A239E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Dynamic </a:t>
            </a:r>
            <a:r>
              <a:rPr sz="1050" b="1">
                <a:solidFill>
                  <a:srgbClr val="5A239E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Skill</a:t>
            </a:r>
            <a:r>
              <a:rPr lang="en-US" sz="1050" b="1">
                <a:solidFill>
                  <a:srgbClr val="5A239E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 Loading</a:t>
            </a:r>
            <a:endParaRPr sz="1050" b="1">
              <a:solidFill>
                <a:srgbClr val="5A239E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  <a:p>
            <a:pPr algn="ctr">
              <a:defRPr sz="1050" b="1">
                <a:solidFill>
                  <a:srgbClr val="5A239E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1050" b="1">
                <a:solidFill>
                  <a:srgbClr val="5A239E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+</a:t>
            </a:r>
            <a:endParaRPr sz="1050" b="1">
              <a:solidFill>
                <a:srgbClr val="5A239E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  <a:p>
            <a:pPr algn="l">
              <a:defRPr sz="1050" b="1">
                <a:solidFill>
                  <a:srgbClr val="5A239E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lang="en-US" altLang="zh-CN" sz="1050" b="1">
                <a:solidFill>
                  <a:srgbClr val="5A239E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Closed-Loop</a:t>
            </a:r>
            <a:r>
              <a:rPr sz="1050" b="1">
                <a:solidFill>
                  <a:srgbClr val="5A239E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 Skill Evolution</a:t>
            </a:r>
            <a:endParaRPr sz="1050" b="1">
              <a:solidFill>
                <a:srgbClr val="5A239E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46" name="player-1"/>
          <p:cNvSpPr>
            <a:spLocks noGrp="1"/>
          </p:cNvSpPr>
          <p:nvPr/>
        </p:nvSpPr>
        <p:spPr>
          <a:xfrm>
            <a:off x="704850" y="1076325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ctr">
              <a:defRPr sz="825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825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Player 1</a:t>
            </a:r>
            <a:endParaRPr sz="825" b="1">
              <a:solidFill>
                <a:srgbClr val="15151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pic>
        <p:nvPicPr>
          <p:cNvPr id="258" name="图片 25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1125" y="990600"/>
            <a:ext cx="428625" cy="428625"/>
          </a:xfrm>
          <a:prstGeom prst="rect">
            <a:avLst/>
          </a:prstGeom>
        </p:spPr>
      </p:pic>
      <p:sp>
        <p:nvSpPr>
          <p:cNvPr id="48" name="rollout-0-0-circle"/>
          <p:cNvSpPr>
            <a:spLocks noGrp="1"/>
          </p:cNvSpPr>
          <p:nvPr/>
        </p:nvSpPr>
        <p:spPr>
          <a:xfrm>
            <a:off x="2324100" y="1076325"/>
            <a:ext cx="228600" cy="228600"/>
          </a:xfrm>
          <a:prstGeom prst="ellipse">
            <a:avLst/>
          </a:prstGeom>
          <a:solidFill>
            <a:srgbClr val="BFE7B7"/>
          </a:solidFill>
          <a:ln w="7620">
            <a:solidFill>
              <a:srgbClr val="8BCB87"/>
            </a:solidFill>
            <a:prstDash val="solid"/>
          </a:ln>
        </p:spPr>
      </p:sp>
      <p:sp>
        <p:nvSpPr>
          <p:cNvPr id="49" name="rollout-0-0-label"/>
          <p:cNvSpPr>
            <a:spLocks noGrp="1"/>
          </p:cNvSpPr>
          <p:nvPr/>
        </p:nvSpPr>
        <p:spPr>
          <a:xfrm>
            <a:off x="2324100" y="1095375"/>
            <a:ext cx="228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ctr">
              <a:defRPr sz="90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90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S1</a:t>
            </a:r>
            <a:endParaRPr sz="900" b="1">
              <a:solidFill>
                <a:srgbClr val="15151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50" name="rollout-0-1-circle"/>
          <p:cNvSpPr>
            <a:spLocks noGrp="1"/>
          </p:cNvSpPr>
          <p:nvPr/>
        </p:nvSpPr>
        <p:spPr>
          <a:xfrm>
            <a:off x="3162300" y="1076325"/>
            <a:ext cx="228600" cy="228600"/>
          </a:xfrm>
          <a:prstGeom prst="ellipse">
            <a:avLst/>
          </a:prstGeom>
          <a:solidFill>
            <a:srgbClr val="BFE7B7"/>
          </a:solidFill>
          <a:ln w="7620">
            <a:solidFill>
              <a:srgbClr val="8BCB87"/>
            </a:solidFill>
            <a:prstDash val="solid"/>
          </a:ln>
        </p:spPr>
      </p:sp>
      <p:sp>
        <p:nvSpPr>
          <p:cNvPr id="51" name="rollout-0-1-label"/>
          <p:cNvSpPr>
            <a:spLocks noGrp="1"/>
          </p:cNvSpPr>
          <p:nvPr/>
        </p:nvSpPr>
        <p:spPr>
          <a:xfrm>
            <a:off x="3162300" y="1095375"/>
            <a:ext cx="228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ctr">
              <a:defRPr sz="90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90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S2</a:t>
            </a:r>
            <a:endParaRPr sz="900" b="1">
              <a:solidFill>
                <a:srgbClr val="15151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52" name="rollout-0-2-circle"/>
          <p:cNvSpPr>
            <a:spLocks noGrp="1"/>
          </p:cNvSpPr>
          <p:nvPr/>
        </p:nvSpPr>
        <p:spPr>
          <a:xfrm>
            <a:off x="4000500" y="1076325"/>
            <a:ext cx="228600" cy="228600"/>
          </a:xfrm>
          <a:prstGeom prst="ellipse">
            <a:avLst/>
          </a:prstGeom>
          <a:solidFill>
            <a:srgbClr val="BFE7B7"/>
          </a:solidFill>
          <a:ln w="7620">
            <a:solidFill>
              <a:srgbClr val="8BCB87"/>
            </a:solidFill>
            <a:prstDash val="solid"/>
          </a:ln>
        </p:spPr>
      </p:sp>
      <p:sp>
        <p:nvSpPr>
          <p:cNvPr id="53" name="rollout-0-2-label"/>
          <p:cNvSpPr>
            <a:spLocks noGrp="1"/>
          </p:cNvSpPr>
          <p:nvPr/>
        </p:nvSpPr>
        <p:spPr>
          <a:xfrm>
            <a:off x="4000500" y="1095375"/>
            <a:ext cx="228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ctr">
              <a:defRPr sz="90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90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S3</a:t>
            </a:r>
            <a:endParaRPr sz="900" b="1">
              <a:solidFill>
                <a:srgbClr val="15151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54" name="rollout-0-3-circle"/>
          <p:cNvSpPr>
            <a:spLocks noGrp="1"/>
          </p:cNvSpPr>
          <p:nvPr/>
        </p:nvSpPr>
        <p:spPr>
          <a:xfrm>
            <a:off x="4838700" y="1076325"/>
            <a:ext cx="228600" cy="228600"/>
          </a:xfrm>
          <a:prstGeom prst="ellipse">
            <a:avLst/>
          </a:prstGeom>
          <a:solidFill>
            <a:srgbClr val="BFE7B7"/>
          </a:solidFill>
          <a:ln w="7620">
            <a:solidFill>
              <a:srgbClr val="8BCB87"/>
            </a:solidFill>
            <a:prstDash val="solid"/>
          </a:ln>
        </p:spPr>
      </p:sp>
      <p:sp>
        <p:nvSpPr>
          <p:cNvPr id="55" name="rollout-0-3-label"/>
          <p:cNvSpPr>
            <a:spLocks noGrp="1"/>
          </p:cNvSpPr>
          <p:nvPr/>
        </p:nvSpPr>
        <p:spPr>
          <a:xfrm>
            <a:off x="4838700" y="1095375"/>
            <a:ext cx="228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ctr">
              <a:defRPr sz="90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90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S4</a:t>
            </a:r>
            <a:endParaRPr sz="900" b="1">
              <a:solidFill>
                <a:srgbClr val="15151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56" name="rollout-0-4-circle"/>
          <p:cNvSpPr>
            <a:spLocks noGrp="1"/>
          </p:cNvSpPr>
          <p:nvPr/>
        </p:nvSpPr>
        <p:spPr>
          <a:xfrm>
            <a:off x="5791200" y="1076325"/>
            <a:ext cx="228600" cy="228600"/>
          </a:xfrm>
          <a:prstGeom prst="ellipse">
            <a:avLst/>
          </a:prstGeom>
          <a:solidFill>
            <a:srgbClr val="BFE7B7"/>
          </a:solidFill>
          <a:ln w="7620">
            <a:solidFill>
              <a:srgbClr val="8BCB87"/>
            </a:solidFill>
            <a:prstDash val="solid"/>
          </a:ln>
        </p:spPr>
      </p:sp>
      <p:sp>
        <p:nvSpPr>
          <p:cNvPr id="57" name="rollout-0-4-label"/>
          <p:cNvSpPr>
            <a:spLocks noGrp="1"/>
          </p:cNvSpPr>
          <p:nvPr/>
        </p:nvSpPr>
        <p:spPr>
          <a:xfrm>
            <a:off x="5791200" y="1095375"/>
            <a:ext cx="228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ctr">
              <a:defRPr sz="90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90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Sn</a:t>
            </a:r>
            <a:endParaRPr sz="900" b="1">
              <a:solidFill>
                <a:srgbClr val="15151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58" name="rollout-0-ellipsis"/>
          <p:cNvSpPr>
            <a:spLocks noGrp="1"/>
          </p:cNvSpPr>
          <p:nvPr/>
        </p:nvSpPr>
        <p:spPr>
          <a:xfrm>
            <a:off x="5295900" y="1066800"/>
            <a:ext cx="266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ctr">
              <a:defRPr sz="120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120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…</a:t>
            </a:r>
            <a:endParaRPr sz="1200" b="1">
              <a:solidFill>
                <a:srgbClr val="15151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59" name="player-2"/>
          <p:cNvSpPr>
            <a:spLocks noGrp="1"/>
          </p:cNvSpPr>
          <p:nvPr/>
        </p:nvSpPr>
        <p:spPr>
          <a:xfrm>
            <a:off x="704850" y="1438275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ctr">
              <a:defRPr sz="825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825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Player 2</a:t>
            </a:r>
            <a:endParaRPr sz="825" b="1">
              <a:solidFill>
                <a:srgbClr val="15151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pic>
        <p:nvPicPr>
          <p:cNvPr id="271" name="图片 2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125" y="1352550"/>
            <a:ext cx="428625" cy="428625"/>
          </a:xfrm>
          <a:prstGeom prst="rect">
            <a:avLst/>
          </a:prstGeom>
        </p:spPr>
      </p:pic>
      <p:sp>
        <p:nvSpPr>
          <p:cNvPr id="61" name="rollout-1-0-circle"/>
          <p:cNvSpPr>
            <a:spLocks noGrp="1"/>
          </p:cNvSpPr>
          <p:nvPr/>
        </p:nvSpPr>
        <p:spPr>
          <a:xfrm>
            <a:off x="2324100" y="1438275"/>
            <a:ext cx="228600" cy="228600"/>
          </a:xfrm>
          <a:prstGeom prst="ellipse">
            <a:avLst/>
          </a:prstGeom>
          <a:solidFill>
            <a:srgbClr val="BFE7B7"/>
          </a:solidFill>
          <a:ln w="7620">
            <a:solidFill>
              <a:srgbClr val="8BCB87"/>
            </a:solidFill>
            <a:prstDash val="solid"/>
          </a:ln>
        </p:spPr>
      </p:sp>
      <p:sp>
        <p:nvSpPr>
          <p:cNvPr id="62" name="rollout-1-0-label"/>
          <p:cNvSpPr>
            <a:spLocks noGrp="1"/>
          </p:cNvSpPr>
          <p:nvPr/>
        </p:nvSpPr>
        <p:spPr>
          <a:xfrm>
            <a:off x="2324100" y="1457325"/>
            <a:ext cx="228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ctr">
              <a:defRPr sz="90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90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S1</a:t>
            </a:r>
            <a:endParaRPr sz="900" b="1">
              <a:solidFill>
                <a:srgbClr val="15151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63" name="rollout-1-1-circle"/>
          <p:cNvSpPr>
            <a:spLocks noGrp="1"/>
          </p:cNvSpPr>
          <p:nvPr/>
        </p:nvSpPr>
        <p:spPr>
          <a:xfrm>
            <a:off x="3162300" y="1438275"/>
            <a:ext cx="228600" cy="228600"/>
          </a:xfrm>
          <a:prstGeom prst="ellipse">
            <a:avLst/>
          </a:prstGeom>
          <a:solidFill>
            <a:srgbClr val="BFE7B7"/>
          </a:solidFill>
          <a:ln w="7620">
            <a:solidFill>
              <a:srgbClr val="8BCB87"/>
            </a:solidFill>
            <a:prstDash val="solid"/>
          </a:ln>
        </p:spPr>
      </p:sp>
      <p:sp>
        <p:nvSpPr>
          <p:cNvPr id="64" name="rollout-1-1-label"/>
          <p:cNvSpPr>
            <a:spLocks noGrp="1"/>
          </p:cNvSpPr>
          <p:nvPr/>
        </p:nvSpPr>
        <p:spPr>
          <a:xfrm>
            <a:off x="3162300" y="1457325"/>
            <a:ext cx="228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ctr">
              <a:defRPr sz="90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90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S2</a:t>
            </a:r>
            <a:endParaRPr sz="900" b="1">
              <a:solidFill>
                <a:srgbClr val="15151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65" name="rollout-1-2-circle"/>
          <p:cNvSpPr>
            <a:spLocks noGrp="1"/>
          </p:cNvSpPr>
          <p:nvPr/>
        </p:nvSpPr>
        <p:spPr>
          <a:xfrm>
            <a:off x="4000500" y="1438275"/>
            <a:ext cx="228600" cy="228600"/>
          </a:xfrm>
          <a:prstGeom prst="ellipse">
            <a:avLst/>
          </a:prstGeom>
          <a:solidFill>
            <a:srgbClr val="BFE7B7"/>
          </a:solidFill>
          <a:ln w="7620">
            <a:solidFill>
              <a:srgbClr val="8BCB87"/>
            </a:solidFill>
            <a:prstDash val="solid"/>
          </a:ln>
        </p:spPr>
      </p:sp>
      <p:sp>
        <p:nvSpPr>
          <p:cNvPr id="66" name="rollout-1-2-label"/>
          <p:cNvSpPr>
            <a:spLocks noGrp="1"/>
          </p:cNvSpPr>
          <p:nvPr/>
        </p:nvSpPr>
        <p:spPr>
          <a:xfrm>
            <a:off x="4000500" y="1457325"/>
            <a:ext cx="228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ctr">
              <a:defRPr sz="90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90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S3</a:t>
            </a:r>
            <a:endParaRPr sz="900" b="1">
              <a:solidFill>
                <a:srgbClr val="15151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67" name="rollout-1-3-circle"/>
          <p:cNvSpPr>
            <a:spLocks noGrp="1"/>
          </p:cNvSpPr>
          <p:nvPr/>
        </p:nvSpPr>
        <p:spPr>
          <a:xfrm>
            <a:off x="4838700" y="1438275"/>
            <a:ext cx="228600" cy="228600"/>
          </a:xfrm>
          <a:prstGeom prst="ellipse">
            <a:avLst/>
          </a:prstGeom>
          <a:solidFill>
            <a:srgbClr val="BFE7B7"/>
          </a:solidFill>
          <a:ln w="7620">
            <a:solidFill>
              <a:srgbClr val="8BCB87"/>
            </a:solidFill>
            <a:prstDash val="solid"/>
          </a:ln>
        </p:spPr>
      </p:sp>
      <p:sp>
        <p:nvSpPr>
          <p:cNvPr id="68" name="rollout-1-3-label"/>
          <p:cNvSpPr>
            <a:spLocks noGrp="1"/>
          </p:cNvSpPr>
          <p:nvPr/>
        </p:nvSpPr>
        <p:spPr>
          <a:xfrm>
            <a:off x="4838700" y="1457325"/>
            <a:ext cx="228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ctr">
              <a:defRPr sz="90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90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S4</a:t>
            </a:r>
            <a:endParaRPr sz="900" b="1">
              <a:solidFill>
                <a:srgbClr val="15151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69" name="rollout-1-4-circle"/>
          <p:cNvSpPr>
            <a:spLocks noGrp="1"/>
          </p:cNvSpPr>
          <p:nvPr/>
        </p:nvSpPr>
        <p:spPr>
          <a:xfrm>
            <a:off x="5791200" y="1438275"/>
            <a:ext cx="228600" cy="228600"/>
          </a:xfrm>
          <a:prstGeom prst="ellipse">
            <a:avLst/>
          </a:prstGeom>
          <a:solidFill>
            <a:srgbClr val="BFE7B7"/>
          </a:solidFill>
          <a:ln w="7620">
            <a:solidFill>
              <a:srgbClr val="8BCB87"/>
            </a:solidFill>
            <a:prstDash val="solid"/>
          </a:ln>
        </p:spPr>
      </p:sp>
      <p:sp>
        <p:nvSpPr>
          <p:cNvPr id="70" name="rollout-1-4-label"/>
          <p:cNvSpPr>
            <a:spLocks noGrp="1"/>
          </p:cNvSpPr>
          <p:nvPr/>
        </p:nvSpPr>
        <p:spPr>
          <a:xfrm>
            <a:off x="5791200" y="1457325"/>
            <a:ext cx="228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ctr">
              <a:defRPr sz="90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90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Sn</a:t>
            </a:r>
            <a:endParaRPr sz="900" b="1">
              <a:solidFill>
                <a:srgbClr val="15151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71" name="rollout-1-ellipsis"/>
          <p:cNvSpPr>
            <a:spLocks noGrp="1"/>
          </p:cNvSpPr>
          <p:nvPr/>
        </p:nvSpPr>
        <p:spPr>
          <a:xfrm>
            <a:off x="5295900" y="1428750"/>
            <a:ext cx="266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ctr">
              <a:defRPr sz="120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120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…</a:t>
            </a:r>
            <a:endParaRPr sz="1200" b="1">
              <a:solidFill>
                <a:srgbClr val="15151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72" name="player-3"/>
          <p:cNvSpPr>
            <a:spLocks noGrp="1"/>
          </p:cNvSpPr>
          <p:nvPr/>
        </p:nvSpPr>
        <p:spPr>
          <a:xfrm>
            <a:off x="704850" y="1800225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ctr">
              <a:defRPr sz="825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825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Player 3</a:t>
            </a:r>
            <a:endParaRPr sz="825" b="1">
              <a:solidFill>
                <a:srgbClr val="15151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pic>
        <p:nvPicPr>
          <p:cNvPr id="284" name="图片 28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1125" y="1714500"/>
            <a:ext cx="428625" cy="428625"/>
          </a:xfrm>
          <a:prstGeom prst="rect">
            <a:avLst/>
          </a:prstGeom>
        </p:spPr>
      </p:pic>
      <p:sp>
        <p:nvSpPr>
          <p:cNvPr id="74" name="rollout-2-0-circle"/>
          <p:cNvSpPr>
            <a:spLocks noGrp="1"/>
          </p:cNvSpPr>
          <p:nvPr/>
        </p:nvSpPr>
        <p:spPr>
          <a:xfrm>
            <a:off x="2324100" y="1800225"/>
            <a:ext cx="228600" cy="228600"/>
          </a:xfrm>
          <a:prstGeom prst="ellipse">
            <a:avLst/>
          </a:prstGeom>
          <a:solidFill>
            <a:srgbClr val="BFE7B7"/>
          </a:solidFill>
          <a:ln w="7620">
            <a:solidFill>
              <a:srgbClr val="8BCB87"/>
            </a:solidFill>
            <a:prstDash val="solid"/>
          </a:ln>
        </p:spPr>
      </p:sp>
      <p:sp>
        <p:nvSpPr>
          <p:cNvPr id="75" name="rollout-2-0-label"/>
          <p:cNvSpPr>
            <a:spLocks noGrp="1"/>
          </p:cNvSpPr>
          <p:nvPr/>
        </p:nvSpPr>
        <p:spPr>
          <a:xfrm>
            <a:off x="2324100" y="1819275"/>
            <a:ext cx="228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ctr">
              <a:defRPr sz="90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90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S1</a:t>
            </a:r>
            <a:endParaRPr sz="900" b="1">
              <a:solidFill>
                <a:srgbClr val="15151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76" name="rollout-2-1-circle"/>
          <p:cNvSpPr>
            <a:spLocks noGrp="1"/>
          </p:cNvSpPr>
          <p:nvPr/>
        </p:nvSpPr>
        <p:spPr>
          <a:xfrm>
            <a:off x="3162300" y="1800225"/>
            <a:ext cx="228600" cy="228600"/>
          </a:xfrm>
          <a:prstGeom prst="ellipse">
            <a:avLst/>
          </a:prstGeom>
          <a:solidFill>
            <a:srgbClr val="BFE7B7"/>
          </a:solidFill>
          <a:ln w="7620">
            <a:solidFill>
              <a:srgbClr val="8BCB87"/>
            </a:solidFill>
            <a:prstDash val="solid"/>
          </a:ln>
        </p:spPr>
      </p:sp>
      <p:sp>
        <p:nvSpPr>
          <p:cNvPr id="77" name="rollout-2-1-label"/>
          <p:cNvSpPr>
            <a:spLocks noGrp="1"/>
          </p:cNvSpPr>
          <p:nvPr/>
        </p:nvSpPr>
        <p:spPr>
          <a:xfrm>
            <a:off x="3162300" y="1819275"/>
            <a:ext cx="228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ctr">
              <a:defRPr sz="90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90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S2</a:t>
            </a:r>
            <a:endParaRPr sz="900" b="1">
              <a:solidFill>
                <a:srgbClr val="15151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78" name="rollout-2-2-circle"/>
          <p:cNvSpPr>
            <a:spLocks noGrp="1"/>
          </p:cNvSpPr>
          <p:nvPr/>
        </p:nvSpPr>
        <p:spPr>
          <a:xfrm>
            <a:off x="4000500" y="1800225"/>
            <a:ext cx="228600" cy="228600"/>
          </a:xfrm>
          <a:prstGeom prst="ellipse">
            <a:avLst/>
          </a:prstGeom>
          <a:solidFill>
            <a:srgbClr val="BFE7B7"/>
          </a:solidFill>
          <a:ln w="7620">
            <a:solidFill>
              <a:srgbClr val="8BCB87"/>
            </a:solidFill>
            <a:prstDash val="solid"/>
          </a:ln>
        </p:spPr>
      </p:sp>
      <p:sp>
        <p:nvSpPr>
          <p:cNvPr id="79" name="rollout-2-2-label"/>
          <p:cNvSpPr>
            <a:spLocks noGrp="1"/>
          </p:cNvSpPr>
          <p:nvPr/>
        </p:nvSpPr>
        <p:spPr>
          <a:xfrm>
            <a:off x="4000500" y="1819275"/>
            <a:ext cx="228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ctr">
              <a:defRPr sz="90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90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S3</a:t>
            </a:r>
            <a:endParaRPr sz="900" b="1">
              <a:solidFill>
                <a:srgbClr val="15151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80" name="rollout-2-3-circle"/>
          <p:cNvSpPr>
            <a:spLocks noGrp="1"/>
          </p:cNvSpPr>
          <p:nvPr/>
        </p:nvSpPr>
        <p:spPr>
          <a:xfrm>
            <a:off x="4838700" y="1800225"/>
            <a:ext cx="228600" cy="228600"/>
          </a:xfrm>
          <a:prstGeom prst="ellipse">
            <a:avLst/>
          </a:prstGeom>
          <a:solidFill>
            <a:srgbClr val="BFE7B7"/>
          </a:solidFill>
          <a:ln w="7620">
            <a:solidFill>
              <a:srgbClr val="8BCB87"/>
            </a:solidFill>
            <a:prstDash val="solid"/>
          </a:ln>
        </p:spPr>
      </p:sp>
      <p:sp>
        <p:nvSpPr>
          <p:cNvPr id="81" name="rollout-2-3-label"/>
          <p:cNvSpPr>
            <a:spLocks noGrp="1"/>
          </p:cNvSpPr>
          <p:nvPr/>
        </p:nvSpPr>
        <p:spPr>
          <a:xfrm>
            <a:off x="4838700" y="1819275"/>
            <a:ext cx="228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ctr">
              <a:defRPr sz="90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90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S4</a:t>
            </a:r>
            <a:endParaRPr sz="900" b="1">
              <a:solidFill>
                <a:srgbClr val="15151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82" name="rollout-2-4-circle"/>
          <p:cNvSpPr>
            <a:spLocks noGrp="1"/>
          </p:cNvSpPr>
          <p:nvPr/>
        </p:nvSpPr>
        <p:spPr>
          <a:xfrm>
            <a:off x="5791200" y="1800225"/>
            <a:ext cx="228600" cy="228600"/>
          </a:xfrm>
          <a:prstGeom prst="ellipse">
            <a:avLst/>
          </a:prstGeom>
          <a:solidFill>
            <a:srgbClr val="BFE7B7"/>
          </a:solidFill>
          <a:ln w="7620">
            <a:solidFill>
              <a:srgbClr val="8BCB87"/>
            </a:solidFill>
            <a:prstDash val="solid"/>
          </a:ln>
        </p:spPr>
      </p:sp>
      <p:sp>
        <p:nvSpPr>
          <p:cNvPr id="83" name="rollout-2-4-label"/>
          <p:cNvSpPr>
            <a:spLocks noGrp="1"/>
          </p:cNvSpPr>
          <p:nvPr/>
        </p:nvSpPr>
        <p:spPr>
          <a:xfrm>
            <a:off x="5791200" y="1819275"/>
            <a:ext cx="228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ctr">
              <a:defRPr sz="90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90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Sn</a:t>
            </a:r>
            <a:endParaRPr sz="900" b="1">
              <a:solidFill>
                <a:srgbClr val="15151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84" name="rollout-2-ellipsis"/>
          <p:cNvSpPr>
            <a:spLocks noGrp="1"/>
          </p:cNvSpPr>
          <p:nvPr/>
        </p:nvSpPr>
        <p:spPr>
          <a:xfrm>
            <a:off x="5295900" y="1790700"/>
            <a:ext cx="266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ctr">
              <a:defRPr sz="120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120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…</a:t>
            </a:r>
            <a:endParaRPr sz="1200" b="1">
              <a:solidFill>
                <a:srgbClr val="15151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85" name="player-4"/>
          <p:cNvSpPr>
            <a:spLocks noGrp="1"/>
          </p:cNvSpPr>
          <p:nvPr/>
        </p:nvSpPr>
        <p:spPr>
          <a:xfrm>
            <a:off x="704850" y="2162175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ctr">
              <a:defRPr sz="825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825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Player N</a:t>
            </a:r>
            <a:endParaRPr sz="825" b="1">
              <a:solidFill>
                <a:srgbClr val="15151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pic>
        <p:nvPicPr>
          <p:cNvPr id="297" name="图片 29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1125" y="2076450"/>
            <a:ext cx="428625" cy="428625"/>
          </a:xfrm>
          <a:prstGeom prst="rect">
            <a:avLst/>
          </a:prstGeom>
        </p:spPr>
      </p:pic>
      <p:sp>
        <p:nvSpPr>
          <p:cNvPr id="87" name="rollout-3-0-circle"/>
          <p:cNvSpPr>
            <a:spLocks noGrp="1"/>
          </p:cNvSpPr>
          <p:nvPr/>
        </p:nvSpPr>
        <p:spPr>
          <a:xfrm>
            <a:off x="2324100" y="2162175"/>
            <a:ext cx="228600" cy="228600"/>
          </a:xfrm>
          <a:prstGeom prst="ellipse">
            <a:avLst/>
          </a:prstGeom>
          <a:solidFill>
            <a:srgbClr val="BFE7B7"/>
          </a:solidFill>
          <a:ln w="7620">
            <a:solidFill>
              <a:srgbClr val="8BCB87"/>
            </a:solidFill>
            <a:prstDash val="solid"/>
          </a:ln>
        </p:spPr>
      </p:sp>
      <p:sp>
        <p:nvSpPr>
          <p:cNvPr id="88" name="rollout-3-0-label"/>
          <p:cNvSpPr>
            <a:spLocks noGrp="1"/>
          </p:cNvSpPr>
          <p:nvPr/>
        </p:nvSpPr>
        <p:spPr>
          <a:xfrm>
            <a:off x="2324100" y="2181225"/>
            <a:ext cx="228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ctr">
              <a:defRPr sz="90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90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S1</a:t>
            </a:r>
            <a:endParaRPr sz="900" b="1">
              <a:solidFill>
                <a:srgbClr val="15151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89" name="rollout-3-1-circle"/>
          <p:cNvSpPr>
            <a:spLocks noGrp="1"/>
          </p:cNvSpPr>
          <p:nvPr/>
        </p:nvSpPr>
        <p:spPr>
          <a:xfrm>
            <a:off x="3162300" y="2162175"/>
            <a:ext cx="228600" cy="228600"/>
          </a:xfrm>
          <a:prstGeom prst="ellipse">
            <a:avLst/>
          </a:prstGeom>
          <a:solidFill>
            <a:srgbClr val="BFE7B7"/>
          </a:solidFill>
          <a:ln w="7620">
            <a:solidFill>
              <a:srgbClr val="8BCB87"/>
            </a:solidFill>
            <a:prstDash val="solid"/>
          </a:ln>
        </p:spPr>
      </p:sp>
      <p:sp>
        <p:nvSpPr>
          <p:cNvPr id="90" name="rollout-3-1-label"/>
          <p:cNvSpPr>
            <a:spLocks noGrp="1"/>
          </p:cNvSpPr>
          <p:nvPr/>
        </p:nvSpPr>
        <p:spPr>
          <a:xfrm>
            <a:off x="3162300" y="2181225"/>
            <a:ext cx="228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ctr">
              <a:defRPr sz="90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90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S2</a:t>
            </a:r>
            <a:endParaRPr sz="900" b="1">
              <a:solidFill>
                <a:srgbClr val="15151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91" name="rollout-3-2-circle"/>
          <p:cNvSpPr>
            <a:spLocks noGrp="1"/>
          </p:cNvSpPr>
          <p:nvPr/>
        </p:nvSpPr>
        <p:spPr>
          <a:xfrm>
            <a:off x="4000500" y="2162175"/>
            <a:ext cx="228600" cy="228600"/>
          </a:xfrm>
          <a:prstGeom prst="ellipse">
            <a:avLst/>
          </a:prstGeom>
          <a:solidFill>
            <a:srgbClr val="BFE7B7"/>
          </a:solidFill>
          <a:ln w="7620">
            <a:solidFill>
              <a:srgbClr val="8BCB87"/>
            </a:solidFill>
            <a:prstDash val="solid"/>
          </a:ln>
        </p:spPr>
      </p:sp>
      <p:sp>
        <p:nvSpPr>
          <p:cNvPr id="92" name="rollout-3-2-label"/>
          <p:cNvSpPr>
            <a:spLocks noGrp="1"/>
          </p:cNvSpPr>
          <p:nvPr/>
        </p:nvSpPr>
        <p:spPr>
          <a:xfrm>
            <a:off x="4000500" y="2181225"/>
            <a:ext cx="228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ctr">
              <a:defRPr sz="90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90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S3</a:t>
            </a:r>
            <a:endParaRPr sz="900" b="1">
              <a:solidFill>
                <a:srgbClr val="15151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93" name="rollout-3-3-circle"/>
          <p:cNvSpPr>
            <a:spLocks noGrp="1"/>
          </p:cNvSpPr>
          <p:nvPr/>
        </p:nvSpPr>
        <p:spPr>
          <a:xfrm>
            <a:off x="4838700" y="2162175"/>
            <a:ext cx="228600" cy="228600"/>
          </a:xfrm>
          <a:prstGeom prst="ellipse">
            <a:avLst/>
          </a:prstGeom>
          <a:solidFill>
            <a:srgbClr val="BFE7B7"/>
          </a:solidFill>
          <a:ln w="7620">
            <a:solidFill>
              <a:srgbClr val="8BCB87"/>
            </a:solidFill>
            <a:prstDash val="solid"/>
          </a:ln>
        </p:spPr>
      </p:sp>
      <p:sp>
        <p:nvSpPr>
          <p:cNvPr id="94" name="rollout-3-3-label"/>
          <p:cNvSpPr>
            <a:spLocks noGrp="1"/>
          </p:cNvSpPr>
          <p:nvPr/>
        </p:nvSpPr>
        <p:spPr>
          <a:xfrm>
            <a:off x="4838700" y="2181225"/>
            <a:ext cx="228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ctr">
              <a:defRPr sz="90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90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S4</a:t>
            </a:r>
            <a:endParaRPr sz="900" b="1">
              <a:solidFill>
                <a:srgbClr val="15151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95" name="rollout-3-4-circle"/>
          <p:cNvSpPr>
            <a:spLocks noGrp="1"/>
          </p:cNvSpPr>
          <p:nvPr/>
        </p:nvSpPr>
        <p:spPr>
          <a:xfrm>
            <a:off x="5791200" y="2162175"/>
            <a:ext cx="228600" cy="228600"/>
          </a:xfrm>
          <a:prstGeom prst="ellipse">
            <a:avLst/>
          </a:prstGeom>
          <a:solidFill>
            <a:srgbClr val="BFE7B7"/>
          </a:solidFill>
          <a:ln w="7620">
            <a:solidFill>
              <a:srgbClr val="8BCB87"/>
            </a:solidFill>
            <a:prstDash val="solid"/>
          </a:ln>
        </p:spPr>
      </p:sp>
      <p:sp>
        <p:nvSpPr>
          <p:cNvPr id="96" name="rollout-3-4-label"/>
          <p:cNvSpPr>
            <a:spLocks noGrp="1"/>
          </p:cNvSpPr>
          <p:nvPr/>
        </p:nvSpPr>
        <p:spPr>
          <a:xfrm>
            <a:off x="5791200" y="2181225"/>
            <a:ext cx="228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ctr">
              <a:defRPr sz="90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90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Sn</a:t>
            </a:r>
            <a:endParaRPr sz="900" b="1">
              <a:solidFill>
                <a:srgbClr val="15151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97" name="rollout-3-ellipsis"/>
          <p:cNvSpPr>
            <a:spLocks noGrp="1"/>
          </p:cNvSpPr>
          <p:nvPr/>
        </p:nvSpPr>
        <p:spPr>
          <a:xfrm>
            <a:off x="5295900" y="2152650"/>
            <a:ext cx="266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ctr">
              <a:defRPr sz="120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120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…</a:t>
            </a:r>
            <a:endParaRPr sz="1200" b="1">
              <a:solidFill>
                <a:srgbClr val="15151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98" name="players-ellipsis"/>
          <p:cNvSpPr>
            <a:spLocks noGrp="1"/>
          </p:cNvSpPr>
          <p:nvPr/>
        </p:nvSpPr>
        <p:spPr>
          <a:xfrm>
            <a:off x="914400" y="2333625"/>
            <a:ext cx="238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 fontScale="90000"/>
          </a:bodyPr>
          <a:lstStyle/>
          <a:p>
            <a:pPr algn="ctr">
              <a:defRPr sz="1125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1125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…</a:t>
            </a:r>
            <a:endParaRPr sz="1125" b="1">
              <a:solidFill>
                <a:srgbClr val="15151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pic>
        <p:nvPicPr>
          <p:cNvPr id="310" name="图片 30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3100" y="2781300"/>
            <a:ext cx="419100" cy="419100"/>
          </a:xfrm>
          <a:prstGeom prst="rect">
            <a:avLst/>
          </a:prstGeom>
        </p:spPr>
      </p:pic>
      <p:sp>
        <p:nvSpPr>
          <p:cNvPr id="100" name="expert-label-0"/>
          <p:cNvSpPr>
            <a:spLocks noGrp="1"/>
          </p:cNvSpPr>
          <p:nvPr/>
        </p:nvSpPr>
        <p:spPr>
          <a:xfrm>
            <a:off x="1733550" y="3181350"/>
            <a:ext cx="838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ctr">
              <a:defRPr sz="675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dirty="0">
                <a:solidFill>
                  <a:srgbClr val="171321"/>
                </a:solidFill>
                <a:latin typeface="Comic Sans MS" panose="030F0902030302020204" charset="0"/>
                <a:sym typeface="+mn-ea"/>
              </a:rPr>
              <a:t>Descriptor</a:t>
            </a:r>
            <a:endParaRPr sz="675" b="1">
              <a:solidFill>
                <a:srgbClr val="15151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102" name="expert-label-1"/>
          <p:cNvSpPr>
            <a:spLocks noGrp="1"/>
          </p:cNvSpPr>
          <p:nvPr/>
        </p:nvSpPr>
        <p:spPr>
          <a:xfrm>
            <a:off x="2667000" y="3181350"/>
            <a:ext cx="838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ctr">
              <a:buNone/>
              <a:defRPr sz="825" b="1">
                <a:solidFill>
                  <a:srgbClr val="171321"/>
                </a:solidFill>
              </a:defRPr>
            </a:pPr>
            <a:r>
              <a:rPr sz="675" dirty="0">
                <a:solidFill>
                  <a:srgbClr val="171321"/>
                </a:solidFill>
                <a:latin typeface="Comic Sans MS" panose="030F0902030302020204" charset="0"/>
                <a:sym typeface="+mn-ea"/>
              </a:rPr>
              <a:t>Usage</a:t>
            </a:r>
            <a:endParaRPr sz="675" b="1">
              <a:solidFill>
                <a:srgbClr val="15151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104" name="expert-label-2"/>
          <p:cNvSpPr>
            <a:spLocks noGrp="1"/>
          </p:cNvSpPr>
          <p:nvPr/>
        </p:nvSpPr>
        <p:spPr>
          <a:xfrm>
            <a:off x="3600450" y="3181350"/>
            <a:ext cx="838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ctr">
              <a:buNone/>
              <a:defRPr sz="825" b="1">
                <a:solidFill>
                  <a:srgbClr val="171321"/>
                </a:solidFill>
              </a:defRPr>
            </a:pPr>
            <a:r>
              <a:rPr sz="675" dirty="0">
                <a:solidFill>
                  <a:srgbClr val="171321"/>
                </a:solidFill>
                <a:latin typeface="Comic Sans MS" panose="030F0902030302020204" charset="0"/>
                <a:sym typeface="+mn-ea"/>
              </a:rPr>
              <a:t>Procedure</a:t>
            </a:r>
            <a:endParaRPr sz="675" b="1">
              <a:solidFill>
                <a:srgbClr val="15151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pic>
        <p:nvPicPr>
          <p:cNvPr id="316" name="图片 3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0700" y="2781300"/>
            <a:ext cx="419100" cy="419100"/>
          </a:xfrm>
          <a:prstGeom prst="rect">
            <a:avLst/>
          </a:prstGeom>
        </p:spPr>
      </p:pic>
      <p:sp>
        <p:nvSpPr>
          <p:cNvPr id="106" name="expert-label-3"/>
          <p:cNvSpPr>
            <a:spLocks noGrp="1"/>
          </p:cNvSpPr>
          <p:nvPr/>
        </p:nvSpPr>
        <p:spPr>
          <a:xfrm>
            <a:off x="5534025" y="3181350"/>
            <a:ext cx="5429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ctr">
              <a:defRPr sz="675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b="0" dirty="0">
                <a:solidFill>
                  <a:srgbClr val="171321"/>
                </a:solidFill>
                <a:latin typeface="Comic Sans MS" panose="030F0902030302020204" charset="0"/>
                <a:cs typeface="Comic Sans MS" panose="030F0902030302020204" charset="0"/>
                <a:sym typeface="+mn-ea"/>
              </a:rPr>
              <a:t>Repair</a:t>
            </a:r>
            <a:endParaRPr sz="675" b="0" dirty="0">
              <a:solidFill>
                <a:srgbClr val="171321"/>
              </a:solidFill>
              <a:latin typeface="Comic Sans MS" panose="030F0902030302020204" charset="0"/>
              <a:ea typeface="Comic Sans MS" panose="030F0902030302020204"/>
              <a:cs typeface="Comic Sans MS" panose="030F0902030302020204" charset="0"/>
              <a:sym typeface="+mn-ea"/>
            </a:endParaRPr>
          </a:p>
        </p:txBody>
      </p:sp>
      <p:sp>
        <p:nvSpPr>
          <p:cNvPr id="124" name="book-v1-back-1"/>
          <p:cNvSpPr>
            <a:spLocks noGrp="1"/>
          </p:cNvSpPr>
          <p:nvPr/>
        </p:nvSpPr>
        <p:spPr>
          <a:xfrm>
            <a:off x="2332355" y="4305300"/>
            <a:ext cx="323850" cy="400050"/>
          </a:xfrm>
          <a:prstGeom prst="roundRect">
            <a:avLst>
              <a:gd name="adj" fmla="val 8824"/>
            </a:avLst>
          </a:prstGeom>
          <a:solidFill>
            <a:srgbClr val="C7AFE9"/>
          </a:solidFill>
          <a:ln w="9525">
            <a:solidFill>
              <a:srgbClr val="3C166E"/>
            </a:solidFill>
            <a:prstDash val="solid"/>
          </a:ln>
        </p:spPr>
      </p:sp>
      <p:sp>
        <p:nvSpPr>
          <p:cNvPr id="125" name="book-v1-front"/>
          <p:cNvSpPr>
            <a:spLocks noGrp="1"/>
          </p:cNvSpPr>
          <p:nvPr/>
        </p:nvSpPr>
        <p:spPr>
          <a:xfrm>
            <a:off x="2303780" y="4324350"/>
            <a:ext cx="323850" cy="400050"/>
          </a:xfrm>
          <a:prstGeom prst="roundRect">
            <a:avLst>
              <a:gd name="adj" fmla="val 8824"/>
            </a:avLst>
          </a:prstGeom>
          <a:solidFill>
            <a:srgbClr val="9B75D2"/>
          </a:solidFill>
          <a:ln w="11430">
            <a:solidFill>
              <a:srgbClr val="3C166E"/>
            </a:solidFill>
            <a:prstDash val="solid"/>
          </a:ln>
        </p:spPr>
      </p:sp>
      <p:sp>
        <p:nvSpPr>
          <p:cNvPr id="126" name="book-v1-spine"/>
          <p:cNvSpPr>
            <a:spLocks noGrp="1"/>
          </p:cNvSpPr>
          <p:nvPr/>
        </p:nvSpPr>
        <p:spPr>
          <a:xfrm>
            <a:off x="2370455" y="4343400"/>
            <a:ext cx="0" cy="361950"/>
          </a:xfrm>
          <a:prstGeom prst="line">
            <a:avLst/>
          </a:prstGeom>
          <a:noFill/>
          <a:ln w="9525">
            <a:solidFill>
              <a:srgbClr val="6F49AD"/>
            </a:solidFill>
            <a:prstDash val="solid"/>
          </a:ln>
        </p:spPr>
      </p:sp>
      <p:sp>
        <p:nvSpPr>
          <p:cNvPr id="127" name="book-v1-star"/>
          <p:cNvSpPr>
            <a:spLocks noGrp="1"/>
          </p:cNvSpPr>
          <p:nvPr/>
        </p:nvSpPr>
        <p:spPr>
          <a:xfrm>
            <a:off x="2370455" y="4410075"/>
            <a:ext cx="209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 fontScale="96491" lnSpcReduction="10000"/>
          </a:bodyPr>
          <a:lstStyle/>
          <a:p>
            <a:pPr algn="ctr">
              <a:defRPr sz="1425" b="1">
                <a:solidFill>
                  <a:srgbClr val="FFFFFF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1425" b="1">
                <a:solidFill>
                  <a:srgbClr val="FFFFFF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☆</a:t>
            </a:r>
            <a:endParaRPr sz="1425" b="1">
              <a:solidFill>
                <a:srgbClr val="FFFFFF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128" name="book-v2-back-4"/>
          <p:cNvSpPr>
            <a:spLocks noGrp="1"/>
          </p:cNvSpPr>
          <p:nvPr/>
        </p:nvSpPr>
        <p:spPr>
          <a:xfrm>
            <a:off x="3332480" y="4248150"/>
            <a:ext cx="323850" cy="400050"/>
          </a:xfrm>
          <a:prstGeom prst="roundRect">
            <a:avLst>
              <a:gd name="adj" fmla="val 8824"/>
            </a:avLst>
          </a:prstGeom>
          <a:solidFill>
            <a:srgbClr val="C7AFE9"/>
          </a:solidFill>
          <a:ln w="9525">
            <a:solidFill>
              <a:srgbClr val="3C166E"/>
            </a:solidFill>
            <a:prstDash val="solid"/>
          </a:ln>
        </p:spPr>
      </p:sp>
      <p:sp>
        <p:nvSpPr>
          <p:cNvPr id="129" name="book-v2-back-3"/>
          <p:cNvSpPr>
            <a:spLocks noGrp="1"/>
          </p:cNvSpPr>
          <p:nvPr/>
        </p:nvSpPr>
        <p:spPr>
          <a:xfrm>
            <a:off x="3303905" y="4267200"/>
            <a:ext cx="323850" cy="400050"/>
          </a:xfrm>
          <a:prstGeom prst="roundRect">
            <a:avLst>
              <a:gd name="adj" fmla="val 8824"/>
            </a:avLst>
          </a:prstGeom>
          <a:solidFill>
            <a:srgbClr val="C7AFE9"/>
          </a:solidFill>
          <a:ln w="9525">
            <a:solidFill>
              <a:srgbClr val="3C166E"/>
            </a:solidFill>
            <a:prstDash val="solid"/>
          </a:ln>
        </p:spPr>
      </p:sp>
      <p:sp>
        <p:nvSpPr>
          <p:cNvPr id="130" name="book-v2-back-2"/>
          <p:cNvSpPr>
            <a:spLocks noGrp="1"/>
          </p:cNvSpPr>
          <p:nvPr/>
        </p:nvSpPr>
        <p:spPr>
          <a:xfrm>
            <a:off x="3275330" y="4286250"/>
            <a:ext cx="323850" cy="400050"/>
          </a:xfrm>
          <a:prstGeom prst="roundRect">
            <a:avLst>
              <a:gd name="adj" fmla="val 8824"/>
            </a:avLst>
          </a:prstGeom>
          <a:solidFill>
            <a:srgbClr val="C7AFE9"/>
          </a:solidFill>
          <a:ln w="9525">
            <a:solidFill>
              <a:srgbClr val="3C166E"/>
            </a:solidFill>
            <a:prstDash val="solid"/>
          </a:ln>
        </p:spPr>
      </p:sp>
      <p:sp>
        <p:nvSpPr>
          <p:cNvPr id="131" name="book-v2-back-1"/>
          <p:cNvSpPr>
            <a:spLocks noGrp="1"/>
          </p:cNvSpPr>
          <p:nvPr/>
        </p:nvSpPr>
        <p:spPr>
          <a:xfrm>
            <a:off x="3246755" y="4305300"/>
            <a:ext cx="323850" cy="400050"/>
          </a:xfrm>
          <a:prstGeom prst="roundRect">
            <a:avLst>
              <a:gd name="adj" fmla="val 8824"/>
            </a:avLst>
          </a:prstGeom>
          <a:solidFill>
            <a:srgbClr val="C7AFE9"/>
          </a:solidFill>
          <a:ln w="9525">
            <a:solidFill>
              <a:srgbClr val="3C166E"/>
            </a:solidFill>
            <a:prstDash val="solid"/>
          </a:ln>
        </p:spPr>
      </p:sp>
      <p:sp>
        <p:nvSpPr>
          <p:cNvPr id="132" name="book-v2-front"/>
          <p:cNvSpPr>
            <a:spLocks noGrp="1"/>
          </p:cNvSpPr>
          <p:nvPr/>
        </p:nvSpPr>
        <p:spPr>
          <a:xfrm>
            <a:off x="3218180" y="4324350"/>
            <a:ext cx="323850" cy="400050"/>
          </a:xfrm>
          <a:prstGeom prst="roundRect">
            <a:avLst>
              <a:gd name="adj" fmla="val 8824"/>
            </a:avLst>
          </a:prstGeom>
          <a:solidFill>
            <a:srgbClr val="9B75D2"/>
          </a:solidFill>
          <a:ln w="11430">
            <a:solidFill>
              <a:srgbClr val="3C166E"/>
            </a:solidFill>
            <a:prstDash val="solid"/>
          </a:ln>
        </p:spPr>
      </p:sp>
      <p:sp>
        <p:nvSpPr>
          <p:cNvPr id="133" name="book-v2-spine"/>
          <p:cNvSpPr>
            <a:spLocks noGrp="1"/>
          </p:cNvSpPr>
          <p:nvPr/>
        </p:nvSpPr>
        <p:spPr>
          <a:xfrm>
            <a:off x="3284855" y="4343400"/>
            <a:ext cx="0" cy="361950"/>
          </a:xfrm>
          <a:prstGeom prst="line">
            <a:avLst/>
          </a:prstGeom>
          <a:noFill/>
          <a:ln w="9525">
            <a:solidFill>
              <a:srgbClr val="6F49AD"/>
            </a:solidFill>
            <a:prstDash val="solid"/>
          </a:ln>
        </p:spPr>
      </p:sp>
      <p:sp>
        <p:nvSpPr>
          <p:cNvPr id="134" name="book-v2-star"/>
          <p:cNvSpPr>
            <a:spLocks noGrp="1"/>
          </p:cNvSpPr>
          <p:nvPr/>
        </p:nvSpPr>
        <p:spPr>
          <a:xfrm>
            <a:off x="3284855" y="4410075"/>
            <a:ext cx="209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 fontScale="96491" lnSpcReduction="10000"/>
          </a:bodyPr>
          <a:lstStyle/>
          <a:p>
            <a:pPr algn="ctr">
              <a:defRPr sz="1425" b="1">
                <a:solidFill>
                  <a:srgbClr val="FFFFFF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1425" b="1">
                <a:solidFill>
                  <a:srgbClr val="FFFFFF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☆</a:t>
            </a:r>
            <a:endParaRPr sz="1425" b="1">
              <a:solidFill>
                <a:srgbClr val="FFFFFF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135" name="book-vt-back-4"/>
          <p:cNvSpPr>
            <a:spLocks noGrp="1"/>
          </p:cNvSpPr>
          <p:nvPr/>
        </p:nvSpPr>
        <p:spPr>
          <a:xfrm>
            <a:off x="4713605" y="4248150"/>
            <a:ext cx="323850" cy="400050"/>
          </a:xfrm>
          <a:prstGeom prst="roundRect">
            <a:avLst>
              <a:gd name="adj" fmla="val 8824"/>
            </a:avLst>
          </a:prstGeom>
          <a:solidFill>
            <a:srgbClr val="C7AFE9"/>
          </a:solidFill>
          <a:ln w="9525">
            <a:solidFill>
              <a:srgbClr val="3C166E"/>
            </a:solidFill>
            <a:prstDash val="solid"/>
          </a:ln>
        </p:spPr>
      </p:sp>
      <p:sp>
        <p:nvSpPr>
          <p:cNvPr id="136" name="book-vt-back-3"/>
          <p:cNvSpPr>
            <a:spLocks noGrp="1"/>
          </p:cNvSpPr>
          <p:nvPr/>
        </p:nvSpPr>
        <p:spPr>
          <a:xfrm>
            <a:off x="4685030" y="4267200"/>
            <a:ext cx="323850" cy="400050"/>
          </a:xfrm>
          <a:prstGeom prst="roundRect">
            <a:avLst>
              <a:gd name="adj" fmla="val 8824"/>
            </a:avLst>
          </a:prstGeom>
          <a:solidFill>
            <a:srgbClr val="C7AFE9"/>
          </a:solidFill>
          <a:ln w="9525">
            <a:solidFill>
              <a:srgbClr val="3C166E"/>
            </a:solidFill>
            <a:prstDash val="solid"/>
          </a:ln>
        </p:spPr>
      </p:sp>
      <p:sp>
        <p:nvSpPr>
          <p:cNvPr id="137" name="book-vt-back-2"/>
          <p:cNvSpPr>
            <a:spLocks noGrp="1"/>
          </p:cNvSpPr>
          <p:nvPr/>
        </p:nvSpPr>
        <p:spPr>
          <a:xfrm>
            <a:off x="4656455" y="4286250"/>
            <a:ext cx="323850" cy="400050"/>
          </a:xfrm>
          <a:prstGeom prst="roundRect">
            <a:avLst>
              <a:gd name="adj" fmla="val 8824"/>
            </a:avLst>
          </a:prstGeom>
          <a:solidFill>
            <a:srgbClr val="C7AFE9"/>
          </a:solidFill>
          <a:ln w="9525">
            <a:solidFill>
              <a:srgbClr val="3C166E"/>
            </a:solidFill>
            <a:prstDash val="solid"/>
          </a:ln>
        </p:spPr>
      </p:sp>
      <p:sp>
        <p:nvSpPr>
          <p:cNvPr id="138" name="book-vt-back-1"/>
          <p:cNvSpPr>
            <a:spLocks noGrp="1"/>
          </p:cNvSpPr>
          <p:nvPr/>
        </p:nvSpPr>
        <p:spPr>
          <a:xfrm>
            <a:off x="4627880" y="4305300"/>
            <a:ext cx="323850" cy="400050"/>
          </a:xfrm>
          <a:prstGeom prst="roundRect">
            <a:avLst>
              <a:gd name="adj" fmla="val 8824"/>
            </a:avLst>
          </a:prstGeom>
          <a:solidFill>
            <a:srgbClr val="C7AFE9"/>
          </a:solidFill>
          <a:ln w="9525">
            <a:solidFill>
              <a:srgbClr val="3C166E"/>
            </a:solidFill>
            <a:prstDash val="solid"/>
          </a:ln>
        </p:spPr>
      </p:sp>
      <p:sp>
        <p:nvSpPr>
          <p:cNvPr id="139" name="book-vt-front"/>
          <p:cNvSpPr>
            <a:spLocks noGrp="1"/>
          </p:cNvSpPr>
          <p:nvPr/>
        </p:nvSpPr>
        <p:spPr>
          <a:xfrm>
            <a:off x="4599305" y="4324350"/>
            <a:ext cx="323850" cy="400050"/>
          </a:xfrm>
          <a:prstGeom prst="roundRect">
            <a:avLst>
              <a:gd name="adj" fmla="val 8824"/>
            </a:avLst>
          </a:prstGeom>
          <a:solidFill>
            <a:srgbClr val="9B75D2"/>
          </a:solidFill>
          <a:ln w="11430">
            <a:solidFill>
              <a:srgbClr val="3C166E"/>
            </a:solidFill>
            <a:prstDash val="solid"/>
          </a:ln>
        </p:spPr>
      </p:sp>
      <p:sp>
        <p:nvSpPr>
          <p:cNvPr id="140" name="book-vt-spine"/>
          <p:cNvSpPr>
            <a:spLocks noGrp="1"/>
          </p:cNvSpPr>
          <p:nvPr/>
        </p:nvSpPr>
        <p:spPr>
          <a:xfrm>
            <a:off x="4665980" y="4343400"/>
            <a:ext cx="0" cy="361950"/>
          </a:xfrm>
          <a:prstGeom prst="line">
            <a:avLst/>
          </a:prstGeom>
          <a:noFill/>
          <a:ln w="9525">
            <a:solidFill>
              <a:srgbClr val="6F49AD"/>
            </a:solidFill>
            <a:prstDash val="solid"/>
          </a:ln>
        </p:spPr>
      </p:sp>
      <p:sp>
        <p:nvSpPr>
          <p:cNvPr id="141" name="book-vt-star"/>
          <p:cNvSpPr>
            <a:spLocks noGrp="1"/>
          </p:cNvSpPr>
          <p:nvPr/>
        </p:nvSpPr>
        <p:spPr>
          <a:xfrm>
            <a:off x="4665980" y="4410075"/>
            <a:ext cx="209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 fontScale="96491" lnSpcReduction="10000"/>
          </a:bodyPr>
          <a:lstStyle/>
          <a:p>
            <a:pPr algn="ctr">
              <a:defRPr sz="1425" b="1">
                <a:solidFill>
                  <a:srgbClr val="FFFFFF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1425" b="1">
                <a:solidFill>
                  <a:srgbClr val="FFFFFF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☆</a:t>
            </a:r>
            <a:endParaRPr sz="1425" b="1">
              <a:solidFill>
                <a:srgbClr val="FFFFFF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143" name="book-v2-label"/>
          <p:cNvSpPr>
            <a:spLocks noGrp="1"/>
          </p:cNvSpPr>
          <p:nvPr/>
        </p:nvSpPr>
        <p:spPr>
          <a:xfrm>
            <a:off x="3161030" y="4733925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ctr">
              <a:defRPr sz="75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75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v2.0</a:t>
            </a:r>
            <a:endParaRPr sz="750" b="1">
              <a:solidFill>
                <a:srgbClr val="15151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144" name="book-vt-label"/>
          <p:cNvSpPr>
            <a:spLocks noGrp="1"/>
          </p:cNvSpPr>
          <p:nvPr/>
        </p:nvSpPr>
        <p:spPr>
          <a:xfrm>
            <a:off x="4599305" y="4733925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ctr">
              <a:defRPr sz="75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75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vT</a:t>
            </a:r>
            <a:endParaRPr sz="750" b="1">
              <a:solidFill>
                <a:srgbClr val="15151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145" name="book-ellipsis"/>
          <p:cNvSpPr>
            <a:spLocks noGrp="1"/>
          </p:cNvSpPr>
          <p:nvPr/>
        </p:nvSpPr>
        <p:spPr>
          <a:xfrm>
            <a:off x="4037330" y="4410075"/>
            <a:ext cx="238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 lnSpcReduction="10000"/>
          </a:bodyPr>
          <a:lstStyle/>
          <a:p>
            <a:pPr algn="ctr">
              <a:defRPr sz="1275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1275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…</a:t>
            </a:r>
            <a:endParaRPr sz="1275" b="1">
              <a:solidFill>
                <a:srgbClr val="15151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146" name="library-caption"/>
          <p:cNvSpPr>
            <a:spLocks noGrp="1"/>
          </p:cNvSpPr>
          <p:nvPr/>
        </p:nvSpPr>
        <p:spPr>
          <a:xfrm>
            <a:off x="2552700" y="487680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ctr">
              <a:defRPr sz="825" b="1">
                <a:solidFill>
                  <a:srgbClr val="5A239E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825" b="1">
                <a:solidFill>
                  <a:srgbClr val="5A239E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Evolving  Typed  Skill  Library</a:t>
            </a:r>
            <a:endParaRPr sz="825" b="1">
              <a:solidFill>
                <a:srgbClr val="5A239E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147" name="legend-divider"/>
          <p:cNvSpPr>
            <a:spLocks noGrp="1"/>
          </p:cNvSpPr>
          <p:nvPr/>
        </p:nvSpPr>
        <p:spPr>
          <a:xfrm>
            <a:off x="5276850" y="3524250"/>
            <a:ext cx="0" cy="1238250"/>
          </a:xfrm>
          <a:prstGeom prst="line">
            <a:avLst/>
          </a:prstGeom>
          <a:noFill/>
          <a:ln w="11430">
            <a:solidFill>
              <a:srgbClr val="7F4DBB"/>
            </a:solidFill>
            <a:prstDash val="solid"/>
          </a:ln>
        </p:spPr>
      </p:sp>
      <p:sp>
        <p:nvSpPr>
          <p:cNvPr id="152" name="grounded-label"/>
          <p:cNvSpPr>
            <a:spLocks noGrp="1"/>
          </p:cNvSpPr>
          <p:nvPr/>
        </p:nvSpPr>
        <p:spPr>
          <a:xfrm>
            <a:off x="5829300" y="3489960"/>
            <a:ext cx="45656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l">
              <a:defRPr sz="825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lang="en-US" sz="825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Updat</a:t>
            </a:r>
            <a:r>
              <a:rPr lang="en-US" sz="825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e</a:t>
            </a:r>
            <a:endParaRPr lang="en-US" sz="825" b="1">
              <a:solidFill>
                <a:srgbClr val="15151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153" name="reusable-icon"/>
          <p:cNvSpPr>
            <a:spLocks noGrp="1"/>
          </p:cNvSpPr>
          <p:nvPr/>
        </p:nvSpPr>
        <p:spPr>
          <a:xfrm>
            <a:off x="5476875" y="3733800"/>
            <a:ext cx="304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 fontScale="79744"/>
          </a:bodyPr>
          <a:lstStyle/>
          <a:p>
            <a:pPr algn="ctr">
              <a:defRPr sz="1950" b="0">
                <a:solidFill>
                  <a:srgbClr val="39B84A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1950" b="0">
                <a:solidFill>
                  <a:srgbClr val="39B84A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↻</a:t>
            </a:r>
            <a:endParaRPr sz="1950" b="0">
              <a:solidFill>
                <a:srgbClr val="39B84A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154" name="reusable-label"/>
          <p:cNvSpPr>
            <a:spLocks noGrp="1"/>
          </p:cNvSpPr>
          <p:nvPr/>
        </p:nvSpPr>
        <p:spPr>
          <a:xfrm>
            <a:off x="5829300" y="3762375"/>
            <a:ext cx="3905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l">
              <a:defRPr sz="825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lang="en-US" sz="825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Verify</a:t>
            </a:r>
            <a:endParaRPr lang="en-US" sz="825" b="1">
              <a:solidFill>
                <a:srgbClr val="15151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157" name="verifiable-label"/>
          <p:cNvSpPr>
            <a:spLocks noGrp="1"/>
          </p:cNvSpPr>
          <p:nvPr/>
        </p:nvSpPr>
        <p:spPr>
          <a:xfrm>
            <a:off x="5829300" y="4029075"/>
            <a:ext cx="49593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l">
              <a:defRPr sz="825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lang="en-US" sz="825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Freezing</a:t>
            </a:r>
            <a:endParaRPr lang="en-US" sz="825" b="1">
              <a:solidFill>
                <a:srgbClr val="15151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163" name="chart-frame"/>
          <p:cNvSpPr>
            <a:spLocks noGrp="1"/>
          </p:cNvSpPr>
          <p:nvPr/>
        </p:nvSpPr>
        <p:spPr>
          <a:xfrm>
            <a:off x="161925" y="5200650"/>
            <a:ext cx="6534150" cy="1581150"/>
          </a:xfrm>
          <a:prstGeom prst="roundRect">
            <a:avLst>
              <a:gd name="adj" fmla="val 5422"/>
            </a:avLst>
          </a:prstGeom>
          <a:solidFill>
            <a:srgbClr val="FFFFFF"/>
          </a:solidFill>
          <a:ln w="9525">
            <a:solidFill>
              <a:srgbClr val="8096F5"/>
            </a:solidFill>
            <a:prstDash val="solid"/>
          </a:ln>
        </p:spPr>
      </p:sp>
      <p:sp>
        <p:nvSpPr>
          <p:cNvPr id="164" name="chart-grid-2"/>
          <p:cNvSpPr>
            <a:spLocks noGrp="1"/>
          </p:cNvSpPr>
          <p:nvPr/>
        </p:nvSpPr>
        <p:spPr>
          <a:xfrm>
            <a:off x="704850" y="6297930"/>
            <a:ext cx="5829300" cy="0"/>
          </a:xfrm>
          <a:prstGeom prst="line">
            <a:avLst/>
          </a:prstGeom>
          <a:noFill/>
          <a:ln w="6668">
            <a:solidFill>
              <a:srgbClr val="E5E6EA"/>
            </a:solidFill>
            <a:prstDash val="dash"/>
          </a:ln>
        </p:spPr>
      </p:sp>
      <p:sp>
        <p:nvSpPr>
          <p:cNvPr id="165" name="chart-y-2"/>
          <p:cNvSpPr>
            <a:spLocks noGrp="1"/>
          </p:cNvSpPr>
          <p:nvPr/>
        </p:nvSpPr>
        <p:spPr>
          <a:xfrm>
            <a:off x="485775" y="6221730"/>
            <a:ext cx="190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r">
              <a:defRPr sz="675" b="0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675" b="0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2</a:t>
            </a:r>
            <a:endParaRPr sz="675" b="0">
              <a:solidFill>
                <a:srgbClr val="15151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166" name="chart-grid-4"/>
          <p:cNvSpPr>
            <a:spLocks noGrp="1"/>
          </p:cNvSpPr>
          <p:nvPr/>
        </p:nvSpPr>
        <p:spPr>
          <a:xfrm>
            <a:off x="704850" y="6080760"/>
            <a:ext cx="5829300" cy="0"/>
          </a:xfrm>
          <a:prstGeom prst="line">
            <a:avLst/>
          </a:prstGeom>
          <a:noFill/>
          <a:ln w="6668">
            <a:solidFill>
              <a:srgbClr val="E5E6EA"/>
            </a:solidFill>
            <a:prstDash val="dash"/>
          </a:ln>
        </p:spPr>
      </p:sp>
      <p:sp>
        <p:nvSpPr>
          <p:cNvPr id="167" name="chart-y-4"/>
          <p:cNvSpPr>
            <a:spLocks noGrp="1"/>
          </p:cNvSpPr>
          <p:nvPr/>
        </p:nvSpPr>
        <p:spPr>
          <a:xfrm>
            <a:off x="485775" y="6004560"/>
            <a:ext cx="190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r">
              <a:defRPr sz="675" b="0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675" b="0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4</a:t>
            </a:r>
            <a:endParaRPr sz="675" b="0">
              <a:solidFill>
                <a:srgbClr val="15151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168" name="chart-grid-6"/>
          <p:cNvSpPr>
            <a:spLocks noGrp="1"/>
          </p:cNvSpPr>
          <p:nvPr/>
        </p:nvSpPr>
        <p:spPr>
          <a:xfrm>
            <a:off x="704850" y="5863590"/>
            <a:ext cx="5829300" cy="0"/>
          </a:xfrm>
          <a:prstGeom prst="line">
            <a:avLst/>
          </a:prstGeom>
          <a:noFill/>
          <a:ln w="6668">
            <a:solidFill>
              <a:srgbClr val="E5E6EA"/>
            </a:solidFill>
            <a:prstDash val="dash"/>
          </a:ln>
        </p:spPr>
      </p:sp>
      <p:sp>
        <p:nvSpPr>
          <p:cNvPr id="169" name="chart-y-6"/>
          <p:cNvSpPr>
            <a:spLocks noGrp="1"/>
          </p:cNvSpPr>
          <p:nvPr/>
        </p:nvSpPr>
        <p:spPr>
          <a:xfrm>
            <a:off x="485775" y="5787390"/>
            <a:ext cx="190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r">
              <a:defRPr sz="675" b="0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675" b="0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6</a:t>
            </a:r>
            <a:endParaRPr sz="675" b="0">
              <a:solidFill>
                <a:srgbClr val="15151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170" name="chart-grid-8"/>
          <p:cNvSpPr>
            <a:spLocks noGrp="1"/>
          </p:cNvSpPr>
          <p:nvPr/>
        </p:nvSpPr>
        <p:spPr>
          <a:xfrm>
            <a:off x="704850" y="5646420"/>
            <a:ext cx="5829300" cy="0"/>
          </a:xfrm>
          <a:prstGeom prst="line">
            <a:avLst/>
          </a:prstGeom>
          <a:noFill/>
          <a:ln w="6668">
            <a:solidFill>
              <a:srgbClr val="E5E6EA"/>
            </a:solidFill>
            <a:prstDash val="dash"/>
          </a:ln>
        </p:spPr>
      </p:sp>
      <p:sp>
        <p:nvSpPr>
          <p:cNvPr id="171" name="chart-y-8"/>
          <p:cNvSpPr>
            <a:spLocks noGrp="1"/>
          </p:cNvSpPr>
          <p:nvPr/>
        </p:nvSpPr>
        <p:spPr>
          <a:xfrm>
            <a:off x="485775" y="5570220"/>
            <a:ext cx="190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r">
              <a:defRPr sz="675" b="0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675" b="0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8</a:t>
            </a:r>
            <a:endParaRPr sz="675" b="0">
              <a:solidFill>
                <a:srgbClr val="15151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172" name="chart-grid-10"/>
          <p:cNvSpPr>
            <a:spLocks noGrp="1"/>
          </p:cNvSpPr>
          <p:nvPr/>
        </p:nvSpPr>
        <p:spPr>
          <a:xfrm>
            <a:off x="704850" y="5429250"/>
            <a:ext cx="5829300" cy="0"/>
          </a:xfrm>
          <a:prstGeom prst="line">
            <a:avLst/>
          </a:prstGeom>
          <a:noFill/>
          <a:ln w="6668">
            <a:solidFill>
              <a:srgbClr val="E5E6EA"/>
            </a:solidFill>
            <a:prstDash val="dash"/>
          </a:ln>
        </p:spPr>
      </p:sp>
      <p:sp>
        <p:nvSpPr>
          <p:cNvPr id="173" name="chart-y-10"/>
          <p:cNvSpPr>
            <a:spLocks noGrp="1"/>
          </p:cNvSpPr>
          <p:nvPr/>
        </p:nvSpPr>
        <p:spPr>
          <a:xfrm>
            <a:off x="485775" y="5353050"/>
            <a:ext cx="190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r">
              <a:defRPr sz="675" b="0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675" b="0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10</a:t>
            </a:r>
            <a:endParaRPr sz="675" b="0">
              <a:solidFill>
                <a:srgbClr val="15151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174" name="chart-y-0"/>
          <p:cNvSpPr>
            <a:spLocks noGrp="1"/>
          </p:cNvSpPr>
          <p:nvPr/>
        </p:nvSpPr>
        <p:spPr>
          <a:xfrm>
            <a:off x="485775" y="6438900"/>
            <a:ext cx="190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r">
              <a:defRPr sz="675" b="0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675" b="0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0</a:t>
            </a:r>
            <a:endParaRPr sz="675" b="0">
              <a:solidFill>
                <a:srgbClr val="15151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175" name="chart-axis-x"/>
          <p:cNvSpPr>
            <a:spLocks noGrp="1"/>
          </p:cNvSpPr>
          <p:nvPr/>
        </p:nvSpPr>
        <p:spPr>
          <a:xfrm>
            <a:off x="704850" y="6515100"/>
            <a:ext cx="5829300" cy="0"/>
          </a:xfrm>
          <a:prstGeom prst="line">
            <a:avLst/>
          </a:prstGeom>
          <a:noFill/>
          <a:ln w="11430">
            <a:solidFill>
              <a:srgbClr val="151515"/>
            </a:solidFill>
            <a:prstDash val="solid"/>
          </a:ln>
        </p:spPr>
      </p:sp>
      <p:sp>
        <p:nvSpPr>
          <p:cNvPr id="176" name="chart-axis-y"/>
          <p:cNvSpPr>
            <a:spLocks noGrp="1"/>
          </p:cNvSpPr>
          <p:nvPr/>
        </p:nvSpPr>
        <p:spPr>
          <a:xfrm>
            <a:off x="704850" y="5429250"/>
            <a:ext cx="0" cy="1085850"/>
          </a:xfrm>
          <a:prstGeom prst="line">
            <a:avLst/>
          </a:prstGeom>
          <a:noFill/>
          <a:ln w="11430">
            <a:solidFill>
              <a:srgbClr val="151515"/>
            </a:solidFill>
            <a:prstDash val="solid"/>
          </a:ln>
        </p:spPr>
      </p:sp>
      <p:sp>
        <p:nvSpPr>
          <p:cNvPr id="177" name="chart-y-title"/>
          <p:cNvSpPr>
            <a:spLocks noGrp="1"/>
          </p:cNvSpPr>
          <p:nvPr/>
        </p:nvSpPr>
        <p:spPr>
          <a:xfrm>
            <a:off x="209550" y="5219700"/>
            <a:ext cx="685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ctr">
              <a:defRPr sz="525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525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Performance Gain (%)</a:t>
            </a:r>
            <a:endParaRPr sz="525" b="1">
              <a:solidFill>
                <a:srgbClr val="15151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178" name="legend-external-swatch"/>
          <p:cNvSpPr>
            <a:spLocks noGrp="1"/>
          </p:cNvSpPr>
          <p:nvPr/>
        </p:nvSpPr>
        <p:spPr>
          <a:xfrm>
            <a:off x="914400" y="5267325"/>
            <a:ext cx="95250" cy="95250"/>
          </a:xfrm>
          <a:prstGeom prst="roundRect">
            <a:avLst>
              <a:gd name="adj" fmla="val 20000"/>
            </a:avLst>
          </a:prstGeom>
          <a:solidFill>
            <a:srgbClr val="999DA8"/>
          </a:solidFill>
          <a:ln w="1905">
            <a:solidFill>
              <a:srgbClr val="999DA8"/>
            </a:solidFill>
            <a:prstDash val="solid"/>
          </a:ln>
        </p:spPr>
      </p:sp>
      <p:sp>
        <p:nvSpPr>
          <p:cNvPr id="179" name="legend-external"/>
          <p:cNvSpPr>
            <a:spLocks noGrp="1"/>
          </p:cNvSpPr>
          <p:nvPr/>
        </p:nvSpPr>
        <p:spPr>
          <a:xfrm>
            <a:off x="1047750" y="5219700"/>
            <a:ext cx="590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l">
              <a:defRPr sz="600" b="0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600" b="0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external</a:t>
            </a:r>
            <a:endParaRPr sz="600" b="0">
              <a:solidFill>
                <a:srgbClr val="15151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180" name="legend-ours-swatch"/>
          <p:cNvSpPr>
            <a:spLocks noGrp="1"/>
          </p:cNvSpPr>
          <p:nvPr/>
        </p:nvSpPr>
        <p:spPr>
          <a:xfrm>
            <a:off x="1676400" y="5267325"/>
            <a:ext cx="95250" cy="95250"/>
          </a:xfrm>
          <a:prstGeom prst="roundRect">
            <a:avLst>
              <a:gd name="adj" fmla="val 20000"/>
            </a:avLst>
          </a:prstGeom>
          <a:solidFill>
            <a:srgbClr val="123ED3"/>
          </a:solidFill>
          <a:ln w="1905">
            <a:solidFill>
              <a:srgbClr val="123ED3"/>
            </a:solidFill>
            <a:prstDash val="solid"/>
          </a:ln>
        </p:spPr>
      </p:sp>
      <p:sp>
        <p:nvSpPr>
          <p:cNvPr id="181" name="legend-ours"/>
          <p:cNvSpPr>
            <a:spLocks noGrp="1"/>
          </p:cNvSpPr>
          <p:nvPr/>
        </p:nvSpPr>
        <p:spPr>
          <a:xfrm>
            <a:off x="1809750" y="5219700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l">
              <a:defRPr sz="600" b="0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600" b="0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ours</a:t>
            </a:r>
            <a:endParaRPr sz="600" b="0">
              <a:solidFill>
                <a:srgbClr val="15151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182" name="bar-Evo"/>
          <p:cNvSpPr>
            <a:spLocks noGrp="1"/>
          </p:cNvSpPr>
          <p:nvPr/>
        </p:nvSpPr>
        <p:spPr>
          <a:xfrm>
            <a:off x="847725" y="6396742"/>
            <a:ext cx="209550" cy="118358"/>
          </a:xfrm>
          <a:prstGeom prst="roundRect">
            <a:avLst>
              <a:gd name="adj" fmla="val 24143"/>
            </a:avLst>
          </a:prstGeom>
          <a:solidFill>
            <a:srgbClr val="9DA2AE"/>
          </a:solidFill>
          <a:ln w="3810">
            <a:solidFill>
              <a:srgbClr val="9095A1"/>
            </a:solidFill>
            <a:prstDash val="solid"/>
          </a:ln>
        </p:spPr>
      </p:sp>
      <p:sp>
        <p:nvSpPr>
          <p:cNvPr id="183" name="bar-value-Evo"/>
          <p:cNvSpPr>
            <a:spLocks noGrp="1"/>
          </p:cNvSpPr>
          <p:nvPr/>
        </p:nvSpPr>
        <p:spPr>
          <a:xfrm>
            <a:off x="771525" y="6234817"/>
            <a:ext cx="361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ctr">
              <a:defRPr sz="60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60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+1.09</a:t>
            </a:r>
            <a:endParaRPr sz="600" b="1">
              <a:solidFill>
                <a:srgbClr val="15151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184" name="bar-label-Evo"/>
          <p:cNvSpPr>
            <a:spLocks noGrp="1"/>
          </p:cNvSpPr>
          <p:nvPr/>
        </p:nvSpPr>
        <p:spPr>
          <a:xfrm>
            <a:off x="723900" y="65341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ctr">
              <a:defRPr sz="600" b="0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600" b="0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Evo</a:t>
            </a:r>
            <a:endParaRPr sz="600" b="0">
              <a:solidFill>
                <a:srgbClr val="15151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185" name="bar-T2S"/>
          <p:cNvSpPr>
            <a:spLocks noGrp="1"/>
          </p:cNvSpPr>
          <p:nvPr/>
        </p:nvSpPr>
        <p:spPr>
          <a:xfrm>
            <a:off x="1438275" y="6357652"/>
            <a:ext cx="209550" cy="157448"/>
          </a:xfrm>
          <a:prstGeom prst="roundRect">
            <a:avLst>
              <a:gd name="adj" fmla="val 18149"/>
            </a:avLst>
          </a:prstGeom>
          <a:solidFill>
            <a:srgbClr val="9DA2AE"/>
          </a:solidFill>
          <a:ln w="3810">
            <a:solidFill>
              <a:srgbClr val="9095A1"/>
            </a:solidFill>
            <a:prstDash val="solid"/>
          </a:ln>
        </p:spPr>
      </p:sp>
      <p:sp>
        <p:nvSpPr>
          <p:cNvPr id="186" name="bar-value-T2S"/>
          <p:cNvSpPr>
            <a:spLocks noGrp="1"/>
          </p:cNvSpPr>
          <p:nvPr/>
        </p:nvSpPr>
        <p:spPr>
          <a:xfrm>
            <a:off x="1362075" y="6195727"/>
            <a:ext cx="361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ctr">
              <a:defRPr sz="60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60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+1.45</a:t>
            </a:r>
            <a:endParaRPr sz="600" b="1">
              <a:solidFill>
                <a:srgbClr val="15151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187" name="bar-label-T2S"/>
          <p:cNvSpPr>
            <a:spLocks noGrp="1"/>
          </p:cNvSpPr>
          <p:nvPr/>
        </p:nvSpPr>
        <p:spPr>
          <a:xfrm>
            <a:off x="1314450" y="65341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ctr">
              <a:defRPr sz="600" b="0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600" b="0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T2S</a:t>
            </a:r>
            <a:endParaRPr sz="600" b="0">
              <a:solidFill>
                <a:srgbClr val="15151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188" name="bar-Auto"/>
          <p:cNvSpPr>
            <a:spLocks noGrp="1"/>
          </p:cNvSpPr>
          <p:nvPr/>
        </p:nvSpPr>
        <p:spPr>
          <a:xfrm>
            <a:off x="2028825" y="6185002"/>
            <a:ext cx="209550" cy="330098"/>
          </a:xfrm>
          <a:prstGeom prst="roundRect">
            <a:avLst>
              <a:gd name="adj" fmla="val 13636"/>
            </a:avLst>
          </a:prstGeom>
          <a:solidFill>
            <a:srgbClr val="9DA2AE"/>
          </a:solidFill>
          <a:ln w="3810">
            <a:solidFill>
              <a:srgbClr val="9095A1"/>
            </a:solidFill>
            <a:prstDash val="solid"/>
          </a:ln>
        </p:spPr>
      </p:sp>
      <p:sp>
        <p:nvSpPr>
          <p:cNvPr id="189" name="bar-value-Auto"/>
          <p:cNvSpPr>
            <a:spLocks noGrp="1"/>
          </p:cNvSpPr>
          <p:nvPr/>
        </p:nvSpPr>
        <p:spPr>
          <a:xfrm>
            <a:off x="1952625" y="6023077"/>
            <a:ext cx="361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ctr">
              <a:defRPr sz="60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60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+3.04</a:t>
            </a:r>
            <a:endParaRPr sz="600" b="1">
              <a:solidFill>
                <a:srgbClr val="15151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190" name="bar-label-Auto"/>
          <p:cNvSpPr>
            <a:spLocks noGrp="1"/>
          </p:cNvSpPr>
          <p:nvPr/>
        </p:nvSpPr>
        <p:spPr>
          <a:xfrm>
            <a:off x="1905000" y="65341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ctr">
              <a:defRPr sz="600" b="0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600" b="0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Auto</a:t>
            </a:r>
            <a:endParaRPr sz="600" b="0">
              <a:solidFill>
                <a:srgbClr val="15151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191" name="bar-MCE"/>
          <p:cNvSpPr>
            <a:spLocks noGrp="1"/>
          </p:cNvSpPr>
          <p:nvPr/>
        </p:nvSpPr>
        <p:spPr>
          <a:xfrm>
            <a:off x="2619375" y="6114421"/>
            <a:ext cx="209550" cy="400679"/>
          </a:xfrm>
          <a:prstGeom prst="roundRect">
            <a:avLst>
              <a:gd name="adj" fmla="val 13636"/>
            </a:avLst>
          </a:prstGeom>
          <a:solidFill>
            <a:srgbClr val="9DA2AE"/>
          </a:solidFill>
          <a:ln w="3810">
            <a:solidFill>
              <a:srgbClr val="9095A1"/>
            </a:solidFill>
            <a:prstDash val="solid"/>
          </a:ln>
        </p:spPr>
      </p:sp>
      <p:sp>
        <p:nvSpPr>
          <p:cNvPr id="192" name="bar-value-MCE"/>
          <p:cNvSpPr>
            <a:spLocks noGrp="1"/>
          </p:cNvSpPr>
          <p:nvPr/>
        </p:nvSpPr>
        <p:spPr>
          <a:xfrm>
            <a:off x="2543175" y="5952496"/>
            <a:ext cx="361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ctr">
              <a:defRPr sz="60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60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+3.69</a:t>
            </a:r>
            <a:endParaRPr sz="600" b="1">
              <a:solidFill>
                <a:srgbClr val="15151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193" name="bar-label-MCE"/>
          <p:cNvSpPr>
            <a:spLocks noGrp="1"/>
          </p:cNvSpPr>
          <p:nvPr/>
        </p:nvSpPr>
        <p:spPr>
          <a:xfrm>
            <a:off x="2495550" y="65341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ctr">
              <a:defRPr sz="600" b="0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600" b="0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MCE</a:t>
            </a:r>
            <a:endParaRPr sz="600" b="0">
              <a:solidFill>
                <a:srgbClr val="15151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194" name="bar-SkillX"/>
          <p:cNvSpPr>
            <a:spLocks noGrp="1"/>
          </p:cNvSpPr>
          <p:nvPr/>
        </p:nvSpPr>
        <p:spPr>
          <a:xfrm>
            <a:off x="3209925" y="6087275"/>
            <a:ext cx="209550" cy="427825"/>
          </a:xfrm>
          <a:prstGeom prst="roundRect">
            <a:avLst>
              <a:gd name="adj" fmla="val 13636"/>
            </a:avLst>
          </a:prstGeom>
          <a:solidFill>
            <a:srgbClr val="9DA2AE"/>
          </a:solidFill>
          <a:ln w="3810">
            <a:solidFill>
              <a:srgbClr val="9095A1"/>
            </a:solidFill>
            <a:prstDash val="solid"/>
          </a:ln>
        </p:spPr>
      </p:sp>
      <p:sp>
        <p:nvSpPr>
          <p:cNvPr id="195" name="bar-value-SkillX"/>
          <p:cNvSpPr>
            <a:spLocks noGrp="1"/>
          </p:cNvSpPr>
          <p:nvPr/>
        </p:nvSpPr>
        <p:spPr>
          <a:xfrm>
            <a:off x="3133725" y="5925350"/>
            <a:ext cx="361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ctr">
              <a:defRPr sz="60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60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+3.94</a:t>
            </a:r>
            <a:endParaRPr sz="600" b="1">
              <a:solidFill>
                <a:srgbClr val="15151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196" name="bar-label-SkillX"/>
          <p:cNvSpPr>
            <a:spLocks noGrp="1"/>
          </p:cNvSpPr>
          <p:nvPr/>
        </p:nvSpPr>
        <p:spPr>
          <a:xfrm>
            <a:off x="3086100" y="65341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ctr">
              <a:defRPr sz="600" b="0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600" b="0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SkillX</a:t>
            </a:r>
            <a:endParaRPr sz="600" b="0">
              <a:solidFill>
                <a:srgbClr val="15151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197" name="bar-Mem"/>
          <p:cNvSpPr>
            <a:spLocks noGrp="1"/>
          </p:cNvSpPr>
          <p:nvPr/>
        </p:nvSpPr>
        <p:spPr>
          <a:xfrm>
            <a:off x="3800475" y="6086189"/>
            <a:ext cx="209550" cy="428911"/>
          </a:xfrm>
          <a:prstGeom prst="roundRect">
            <a:avLst>
              <a:gd name="adj" fmla="val 13636"/>
            </a:avLst>
          </a:prstGeom>
          <a:solidFill>
            <a:srgbClr val="9DA2AE"/>
          </a:solidFill>
          <a:ln w="3810">
            <a:solidFill>
              <a:srgbClr val="9095A1"/>
            </a:solidFill>
            <a:prstDash val="solid"/>
          </a:ln>
        </p:spPr>
      </p:sp>
      <p:sp>
        <p:nvSpPr>
          <p:cNvPr id="198" name="bar-value-Mem"/>
          <p:cNvSpPr>
            <a:spLocks noGrp="1"/>
          </p:cNvSpPr>
          <p:nvPr/>
        </p:nvSpPr>
        <p:spPr>
          <a:xfrm>
            <a:off x="3724275" y="5924264"/>
            <a:ext cx="361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ctr">
              <a:defRPr sz="60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60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+3.95</a:t>
            </a:r>
            <a:endParaRPr sz="600" b="1">
              <a:solidFill>
                <a:srgbClr val="15151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199" name="bar-label-Mem"/>
          <p:cNvSpPr>
            <a:spLocks noGrp="1"/>
          </p:cNvSpPr>
          <p:nvPr/>
        </p:nvSpPr>
        <p:spPr>
          <a:xfrm>
            <a:off x="3676650" y="65341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ctr">
              <a:defRPr sz="600" b="0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600" b="0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Mem</a:t>
            </a:r>
            <a:endParaRPr sz="600" b="0">
              <a:solidFill>
                <a:srgbClr val="15151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200" name="bar-SkillRL"/>
          <p:cNvSpPr>
            <a:spLocks noGrp="1"/>
          </p:cNvSpPr>
          <p:nvPr/>
        </p:nvSpPr>
        <p:spPr>
          <a:xfrm>
            <a:off x="4391025" y="6068816"/>
            <a:ext cx="209550" cy="446284"/>
          </a:xfrm>
          <a:prstGeom prst="roundRect">
            <a:avLst>
              <a:gd name="adj" fmla="val 13636"/>
            </a:avLst>
          </a:prstGeom>
          <a:solidFill>
            <a:srgbClr val="9DA2AE"/>
          </a:solidFill>
          <a:ln w="3810">
            <a:solidFill>
              <a:srgbClr val="9095A1"/>
            </a:solidFill>
            <a:prstDash val="solid"/>
          </a:ln>
        </p:spPr>
      </p:sp>
      <p:sp>
        <p:nvSpPr>
          <p:cNvPr id="201" name="bar-value-SkillRL"/>
          <p:cNvSpPr>
            <a:spLocks noGrp="1"/>
          </p:cNvSpPr>
          <p:nvPr/>
        </p:nvSpPr>
        <p:spPr>
          <a:xfrm>
            <a:off x="4314825" y="5906891"/>
            <a:ext cx="361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ctr">
              <a:defRPr sz="60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60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+4.11</a:t>
            </a:r>
            <a:endParaRPr sz="600" b="1">
              <a:solidFill>
                <a:srgbClr val="15151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202" name="bar-label-SkillRL"/>
          <p:cNvSpPr>
            <a:spLocks noGrp="1"/>
          </p:cNvSpPr>
          <p:nvPr/>
        </p:nvSpPr>
        <p:spPr>
          <a:xfrm>
            <a:off x="4267200" y="65341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ctr">
              <a:defRPr sz="600" b="0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600" b="0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SkillRL</a:t>
            </a:r>
            <a:endParaRPr sz="600" b="0">
              <a:solidFill>
                <a:srgbClr val="15151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203" name="bar-SkillNet"/>
          <p:cNvSpPr>
            <a:spLocks noGrp="1"/>
          </p:cNvSpPr>
          <p:nvPr/>
        </p:nvSpPr>
        <p:spPr>
          <a:xfrm>
            <a:off x="4981575" y="6042755"/>
            <a:ext cx="209550" cy="472345"/>
          </a:xfrm>
          <a:prstGeom prst="roundRect">
            <a:avLst>
              <a:gd name="adj" fmla="val 13636"/>
            </a:avLst>
          </a:prstGeom>
          <a:solidFill>
            <a:srgbClr val="9DA2AE"/>
          </a:solidFill>
          <a:ln w="3810">
            <a:solidFill>
              <a:srgbClr val="9095A1"/>
            </a:solidFill>
            <a:prstDash val="solid"/>
          </a:ln>
        </p:spPr>
      </p:sp>
      <p:sp>
        <p:nvSpPr>
          <p:cNvPr id="204" name="bar-value-SkillNet"/>
          <p:cNvSpPr>
            <a:spLocks noGrp="1"/>
          </p:cNvSpPr>
          <p:nvPr/>
        </p:nvSpPr>
        <p:spPr>
          <a:xfrm>
            <a:off x="4905375" y="5880830"/>
            <a:ext cx="361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ctr">
              <a:defRPr sz="60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60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+4.35</a:t>
            </a:r>
            <a:endParaRPr sz="600" b="1">
              <a:solidFill>
                <a:srgbClr val="15151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205" name="bar-label-SkillNet"/>
          <p:cNvSpPr>
            <a:spLocks noGrp="1"/>
          </p:cNvSpPr>
          <p:nvPr/>
        </p:nvSpPr>
        <p:spPr>
          <a:xfrm>
            <a:off x="4857750" y="65341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ctr">
              <a:defRPr sz="600" b="0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600" b="0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SkillNet</a:t>
            </a:r>
            <a:endParaRPr sz="600" b="0">
              <a:solidFill>
                <a:srgbClr val="15151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206" name="bar-CoEvo"/>
          <p:cNvSpPr>
            <a:spLocks noGrp="1"/>
          </p:cNvSpPr>
          <p:nvPr/>
        </p:nvSpPr>
        <p:spPr>
          <a:xfrm>
            <a:off x="5572125" y="6034068"/>
            <a:ext cx="209550" cy="481032"/>
          </a:xfrm>
          <a:prstGeom prst="roundRect">
            <a:avLst>
              <a:gd name="adj" fmla="val 13636"/>
            </a:avLst>
          </a:prstGeom>
          <a:solidFill>
            <a:srgbClr val="9DA2AE"/>
          </a:solidFill>
          <a:ln w="3810">
            <a:solidFill>
              <a:srgbClr val="9095A1"/>
            </a:solidFill>
            <a:prstDash val="solid"/>
          </a:ln>
        </p:spPr>
      </p:sp>
      <p:sp>
        <p:nvSpPr>
          <p:cNvPr id="207" name="bar-value-CoEvo"/>
          <p:cNvSpPr>
            <a:spLocks noGrp="1"/>
          </p:cNvSpPr>
          <p:nvPr/>
        </p:nvSpPr>
        <p:spPr>
          <a:xfrm>
            <a:off x="5495925" y="5872143"/>
            <a:ext cx="361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ctr">
              <a:defRPr sz="60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600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+4.43</a:t>
            </a:r>
            <a:endParaRPr sz="600" b="1">
              <a:solidFill>
                <a:srgbClr val="15151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208" name="bar-label-CoEvo"/>
          <p:cNvSpPr>
            <a:spLocks noGrp="1"/>
          </p:cNvSpPr>
          <p:nvPr/>
        </p:nvSpPr>
        <p:spPr>
          <a:xfrm>
            <a:off x="5448300" y="65341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ctr">
              <a:defRPr sz="600" b="0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600" b="0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CoEvo</a:t>
            </a:r>
            <a:endParaRPr sz="600" b="0">
              <a:solidFill>
                <a:srgbClr val="15151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209" name="bar-Ours"/>
          <p:cNvSpPr>
            <a:spLocks noGrp="1"/>
          </p:cNvSpPr>
          <p:nvPr/>
        </p:nvSpPr>
        <p:spPr>
          <a:xfrm>
            <a:off x="6162675" y="5542178"/>
            <a:ext cx="209550" cy="972922"/>
          </a:xfrm>
          <a:prstGeom prst="roundRect">
            <a:avLst>
              <a:gd name="adj" fmla="val 13636"/>
            </a:avLst>
          </a:prstGeom>
          <a:solidFill>
            <a:srgbClr val="123ED3"/>
          </a:solidFill>
          <a:ln w="3810">
            <a:solidFill>
              <a:srgbClr val="123ED3"/>
            </a:solidFill>
            <a:prstDash val="solid"/>
          </a:ln>
        </p:spPr>
      </p:sp>
      <p:sp>
        <p:nvSpPr>
          <p:cNvPr id="210" name="bar-value-Ours"/>
          <p:cNvSpPr>
            <a:spLocks noGrp="1"/>
          </p:cNvSpPr>
          <p:nvPr/>
        </p:nvSpPr>
        <p:spPr>
          <a:xfrm>
            <a:off x="6086475" y="5380253"/>
            <a:ext cx="361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ctr">
              <a:defRPr sz="750" b="1">
                <a:solidFill>
                  <a:srgbClr val="123ED3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750" b="1">
                <a:solidFill>
                  <a:srgbClr val="123ED3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+8.96</a:t>
            </a:r>
            <a:endParaRPr sz="750" b="1">
              <a:solidFill>
                <a:srgbClr val="123ED3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211" name="bar-label-Ours"/>
          <p:cNvSpPr>
            <a:spLocks noGrp="1"/>
          </p:cNvSpPr>
          <p:nvPr/>
        </p:nvSpPr>
        <p:spPr>
          <a:xfrm>
            <a:off x="6038850" y="65341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rmAutofit/>
          </a:bodyPr>
          <a:lstStyle/>
          <a:p>
            <a:pPr algn="ctr">
              <a:defRPr sz="750" b="1">
                <a:solidFill>
                  <a:srgbClr val="123ED3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750" b="1">
                <a:solidFill>
                  <a:srgbClr val="123ED3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Ours</a:t>
            </a:r>
            <a:endParaRPr sz="750" b="1">
              <a:solidFill>
                <a:srgbClr val="123ED3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pic>
        <p:nvPicPr>
          <p:cNvPr id="422" name="图片 4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6550" y="2800350"/>
            <a:ext cx="418465" cy="418465"/>
          </a:xfrm>
          <a:prstGeom prst="rect">
            <a:avLst/>
          </a:prstGeom>
        </p:spPr>
      </p:pic>
      <p:pic>
        <p:nvPicPr>
          <p:cNvPr id="416" name="图片 4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0475" y="2781300"/>
            <a:ext cx="419100" cy="419100"/>
          </a:xfrm>
          <a:prstGeom prst="rect">
            <a:avLst/>
          </a:prstGeom>
        </p:spPr>
      </p:pic>
      <p:sp>
        <p:nvSpPr>
          <p:cNvPr id="73" name="expert-down-3"/>
          <p:cNvSpPr>
            <a:spLocks noGrp="1"/>
          </p:cNvSpPr>
          <p:nvPr/>
        </p:nvSpPr>
        <p:spPr>
          <a:xfrm>
            <a:off x="4857750" y="2628900"/>
            <a:ext cx="95250" cy="171450"/>
          </a:xfrm>
          <a:prstGeom prst="downArrow">
            <a:avLst/>
          </a:prstGeom>
          <a:solidFill>
            <a:srgbClr val="1478E8"/>
          </a:solidFill>
          <a:ln w="2858">
            <a:solidFill>
              <a:srgbClr val="1478E8"/>
            </a:solidFill>
            <a:prstDash val="solid"/>
          </a:ln>
        </p:spPr>
      </p:sp>
      <p:pic>
        <p:nvPicPr>
          <p:cNvPr id="428" name="图片 4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6775" y="2800985"/>
            <a:ext cx="417830" cy="417830"/>
          </a:xfrm>
          <a:prstGeom prst="rect">
            <a:avLst/>
          </a:prstGeom>
        </p:spPr>
      </p:pic>
      <p:sp>
        <p:nvSpPr>
          <p:cNvPr id="99" name="文本框 98"/>
          <p:cNvSpPr txBox="1"/>
          <p:nvPr/>
        </p:nvSpPr>
        <p:spPr>
          <a:xfrm>
            <a:off x="4448175" y="3173095"/>
            <a:ext cx="895350" cy="1987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  <a:defRPr sz="825" b="1">
                <a:solidFill>
                  <a:srgbClr val="171321"/>
                </a:solidFill>
              </a:defRPr>
            </a:pPr>
            <a:r>
              <a:rPr sz="680" b="1" dirty="0">
                <a:solidFill>
                  <a:srgbClr val="171321"/>
                </a:solidFill>
                <a:latin typeface="Comic Sans MS" panose="030F0902030302020204" charset="0"/>
                <a:sym typeface="+mn-ea"/>
              </a:rPr>
              <a:t>Verification</a:t>
            </a:r>
            <a:endParaRPr lang="zh-CN" altLang="en-US" sz="680" b="1" dirty="0">
              <a:solidFill>
                <a:srgbClr val="171321"/>
              </a:solidFill>
              <a:latin typeface="Comic Sans MS" panose="030F0902030302020204" charset="0"/>
              <a:sym typeface="+mn-ea"/>
            </a:endParaRPr>
          </a:p>
        </p:txBody>
      </p:sp>
      <p:grpSp>
        <p:nvGrpSpPr>
          <p:cNvPr id="218" name="组合 217"/>
          <p:cNvGrpSpPr/>
          <p:nvPr/>
        </p:nvGrpSpPr>
        <p:grpSpPr>
          <a:xfrm>
            <a:off x="5476875" y="4467225"/>
            <a:ext cx="769620" cy="328930"/>
            <a:chOff x="8626" y="6606"/>
            <a:chExt cx="1212" cy="518"/>
          </a:xfrm>
        </p:grpSpPr>
        <p:sp>
          <p:nvSpPr>
            <p:cNvPr id="162" name="evolving-label"/>
            <p:cNvSpPr>
              <a:spLocks noGrp="1"/>
            </p:cNvSpPr>
            <p:nvPr/>
          </p:nvSpPr>
          <p:spPr>
            <a:xfrm>
              <a:off x="9180" y="6735"/>
              <a:ext cx="659" cy="3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9525" tIns="0" rIns="9525" bIns="0" anchor="ctr">
              <a:normAutofit/>
            </a:bodyPr>
            <a:lstStyle/>
            <a:p>
              <a:pPr algn="l">
                <a:defRPr sz="825" b="1">
                  <a:solidFill>
                    <a:srgbClr val="151515"/>
                  </a:solidFill>
                  <a:latin typeface="Comic Sans MS" panose="030F0902030302020204"/>
                  <a:ea typeface="Comic Sans MS" panose="030F0902030302020204"/>
                  <a:cs typeface="Comic Sans MS" panose="030F0902030302020204"/>
                </a:defRPr>
              </a:pPr>
              <a:r>
                <a:rPr lang="en-US" sz="825" b="1">
                  <a:solidFill>
                    <a:srgbClr val="151515"/>
                  </a:solidFill>
                  <a:latin typeface="Comic Sans MS" panose="030F0902030302020204"/>
                  <a:ea typeface="Comic Sans MS" panose="030F0902030302020204"/>
                  <a:cs typeface="Comic Sans MS" panose="030F0902030302020204"/>
                </a:rPr>
                <a:t>Pruning</a:t>
              </a:r>
              <a:endParaRPr lang="en-US" sz="825" b="1">
                <a:solidFill>
                  <a:srgbClr val="15151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endParaRPr>
            </a:p>
          </p:txBody>
        </p:sp>
        <p:sp>
          <p:nvSpPr>
            <p:cNvPr id="101" name="文本框 100"/>
            <p:cNvSpPr txBox="1"/>
            <p:nvPr/>
          </p:nvSpPr>
          <p:spPr>
            <a:xfrm>
              <a:off x="8626" y="6606"/>
              <a:ext cx="479" cy="519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pPr algn="ctr">
                <a:buNone/>
                <a:defRPr sz="1050" b="1">
                  <a:solidFill>
                    <a:srgbClr val="E75B63"/>
                  </a:solidFill>
                </a:defRPr>
              </a:pPr>
              <a:r>
                <a:rPr sz="1600" b="1">
                  <a:solidFill>
                    <a:srgbClr val="E75B63"/>
                  </a:solidFill>
                  <a:sym typeface="+mn-ea"/>
                </a:rPr>
                <a:t>⌫</a:t>
              </a:r>
              <a:endParaRPr lang="zh-CN" altLang="en-US" sz="1600" b="1">
                <a:solidFill>
                  <a:srgbClr val="E75B63"/>
                </a:solidFill>
                <a:sym typeface="+mn-ea"/>
              </a:endParaRPr>
            </a:p>
          </p:txBody>
        </p:sp>
      </p:grpSp>
      <p:sp>
        <p:nvSpPr>
          <p:cNvPr id="213" name="文本框 212"/>
          <p:cNvSpPr txBox="1"/>
          <p:nvPr/>
        </p:nvSpPr>
        <p:spPr>
          <a:xfrm>
            <a:off x="5438775" y="3371850"/>
            <a:ext cx="323850" cy="44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sz="2400" b="1">
                <a:solidFill>
                  <a:srgbClr val="3979D4"/>
                </a:solidFill>
                <a:sym typeface="+mn-ea"/>
              </a:rPr>
              <a:t>▥</a:t>
            </a:r>
            <a:endParaRPr lang="zh-CN" altLang="en-US" sz="2400" b="1">
              <a:solidFill>
                <a:srgbClr val="3979D4"/>
              </a:solidFill>
              <a:sym typeface="+mn-ea"/>
            </a:endParaRPr>
          </a:p>
        </p:txBody>
      </p:sp>
      <p:sp>
        <p:nvSpPr>
          <p:cNvPr id="242" name="evo-icon-2"/>
          <p:cNvSpPr>
            <a:spLocks noGrp="1"/>
          </p:cNvSpPr>
          <p:nvPr/>
        </p:nvSpPr>
        <p:spPr>
          <a:xfrm>
            <a:off x="5533710" y="4028758"/>
            <a:ext cx="2190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55C5E6"/>
                </a:solidFill>
              </a:defRPr>
            </a:pPr>
            <a:r>
              <a:rPr sz="1600" b="1">
                <a:solidFill>
                  <a:srgbClr val="55C5E6"/>
                </a:solidFill>
              </a:rPr>
              <a:t>❄</a:t>
            </a:r>
            <a:endParaRPr sz="1600" b="1">
              <a:solidFill>
                <a:srgbClr val="55C5E6"/>
              </a:solidFill>
            </a:endParaRPr>
          </a:p>
        </p:txBody>
      </p:sp>
      <p:grpSp>
        <p:nvGrpSpPr>
          <p:cNvPr id="217" name="组合 216"/>
          <p:cNvGrpSpPr/>
          <p:nvPr/>
        </p:nvGrpSpPr>
        <p:grpSpPr>
          <a:xfrm>
            <a:off x="5553075" y="4267200"/>
            <a:ext cx="666115" cy="238125"/>
            <a:chOff x="8745" y="7080"/>
            <a:chExt cx="1049" cy="375"/>
          </a:xfrm>
        </p:grpSpPr>
        <p:sp>
          <p:nvSpPr>
            <p:cNvPr id="214" name="文本框 213"/>
            <p:cNvSpPr txBox="1"/>
            <p:nvPr/>
          </p:nvSpPr>
          <p:spPr>
            <a:xfrm>
              <a:off x="9014" y="7111"/>
              <a:ext cx="781" cy="34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sz="830" b="1">
                  <a:solidFill>
                    <a:srgbClr val="171321"/>
                  </a:solidFill>
                  <a:latin typeface="Comic Sans MS" panose="030F0902030302020204" charset="0"/>
                  <a:cs typeface="Comic Sans MS" panose="030F0902030302020204" charset="0"/>
                  <a:sym typeface="+mn-ea"/>
                </a:rPr>
                <a:t>Decay</a:t>
              </a:r>
              <a:endParaRPr lang="zh-CN" altLang="en-US" sz="830" b="1">
                <a:solidFill>
                  <a:srgbClr val="171321"/>
                </a:solidFill>
                <a:latin typeface="Comic Sans MS" panose="030F0902030302020204" charset="0"/>
                <a:cs typeface="Comic Sans MS" panose="030F0902030302020204" charset="0"/>
                <a:sym typeface="+mn-ea"/>
              </a:endParaRPr>
            </a:p>
          </p:txBody>
        </p:sp>
        <p:sp>
          <p:nvSpPr>
            <p:cNvPr id="246" name="evo-icon-3"/>
            <p:cNvSpPr>
              <a:spLocks noGrp="1"/>
            </p:cNvSpPr>
            <p:nvPr/>
          </p:nvSpPr>
          <p:spPr>
            <a:xfrm>
              <a:off x="8745" y="7080"/>
              <a:ext cx="345" cy="3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buNone/>
                <a:defRPr sz="1050" b="1">
                  <a:solidFill>
                    <a:srgbClr val="74B85A"/>
                  </a:solidFill>
                </a:defRPr>
              </a:pPr>
              <a:r>
                <a:rPr sz="1050" b="1">
                  <a:solidFill>
                    <a:srgbClr val="74B85A"/>
                  </a:solidFill>
                </a:rPr>
                <a:t>↘</a:t>
              </a:r>
              <a:endParaRPr sz="1050" b="1">
                <a:solidFill>
                  <a:srgbClr val="74B85A"/>
                </a:solidFill>
              </a:endParaRPr>
            </a:p>
          </p:txBody>
        </p:sp>
      </p:grpSp>
      <p:sp>
        <p:nvSpPr>
          <p:cNvPr id="601" name="loader-observation"/>
          <p:cNvSpPr>
            <a:spLocks noGrp="1"/>
          </p:cNvSpPr>
          <p:nvPr/>
        </p:nvSpPr>
        <p:spPr>
          <a:xfrm>
            <a:off x="3696970" y="3489960"/>
            <a:ext cx="607695" cy="272415"/>
          </a:xfrm>
          <a:prstGeom prst="roundRect">
            <a:avLst>
              <a:gd name="adj" fmla="val 24242"/>
            </a:avLst>
          </a:prstGeom>
          <a:solidFill>
            <a:srgbClr val="F6EEFC"/>
          </a:solidFill>
          <a:ln w="19050">
            <a:solidFill>
              <a:srgbClr val="5A239E"/>
            </a:solidFill>
            <a:prstDash val="solid"/>
          </a:ln>
        </p:spPr>
      </p:sp>
      <p:sp>
        <p:nvSpPr>
          <p:cNvPr id="603" name="loader-observation"/>
          <p:cNvSpPr>
            <a:spLocks noGrp="1"/>
          </p:cNvSpPr>
          <p:nvPr/>
        </p:nvSpPr>
        <p:spPr>
          <a:xfrm>
            <a:off x="2936875" y="3489960"/>
            <a:ext cx="607695" cy="272415"/>
          </a:xfrm>
          <a:prstGeom prst="roundRect">
            <a:avLst>
              <a:gd name="adj" fmla="val 24242"/>
            </a:avLst>
          </a:prstGeom>
          <a:solidFill>
            <a:srgbClr val="F6EEFC"/>
          </a:solidFill>
          <a:ln w="19050">
            <a:solidFill>
              <a:srgbClr val="5A239E"/>
            </a:solidFill>
            <a:prstDash val="solid"/>
          </a:ln>
        </p:spPr>
      </p:sp>
      <p:sp>
        <p:nvSpPr>
          <p:cNvPr id="219" name="loader-observation"/>
          <p:cNvSpPr>
            <a:spLocks noGrp="1"/>
          </p:cNvSpPr>
          <p:nvPr/>
        </p:nvSpPr>
        <p:spPr>
          <a:xfrm>
            <a:off x="2218055" y="3489960"/>
            <a:ext cx="607695" cy="272415"/>
          </a:xfrm>
          <a:prstGeom prst="roundRect">
            <a:avLst>
              <a:gd name="adj" fmla="val 24242"/>
            </a:avLst>
          </a:prstGeom>
          <a:solidFill>
            <a:srgbClr val="F6EEFC"/>
          </a:solidFill>
          <a:ln w="19050">
            <a:solidFill>
              <a:srgbClr val="5A239E"/>
            </a:solidFill>
            <a:prstDash val="solid"/>
          </a:ln>
        </p:spPr>
      </p:sp>
      <p:sp>
        <p:nvSpPr>
          <p:cNvPr id="220" name="loader-observation-label"/>
          <p:cNvSpPr>
            <a:spLocks noGrp="1"/>
          </p:cNvSpPr>
          <p:nvPr/>
        </p:nvSpPr>
        <p:spPr>
          <a:xfrm>
            <a:off x="2237213" y="3543582"/>
            <a:ext cx="585215" cy="19125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75" b="1">
                <a:solidFill>
                  <a:srgbClr val="171321"/>
                </a:solidFill>
              </a:defRPr>
            </a:pPr>
            <a:r>
              <a:rPr sz="800" b="1" dirty="0">
                <a:solidFill>
                  <a:srgbClr val="171321"/>
                </a:solidFill>
                <a:latin typeface="Comic Sans MS" panose="030F0902030302020204" charset="0"/>
              </a:rPr>
              <a:t>History</a:t>
            </a:r>
            <a:endParaRPr sz="800" b="1" dirty="0">
              <a:solidFill>
                <a:srgbClr val="171321"/>
              </a:solidFill>
              <a:latin typeface="Comic Sans MS" panose="030F0902030302020204" charset="0"/>
            </a:endParaRPr>
          </a:p>
        </p:txBody>
      </p:sp>
      <p:sp>
        <p:nvSpPr>
          <p:cNvPr id="222" name="loader-history-label"/>
          <p:cNvSpPr>
            <a:spLocks noGrp="1"/>
          </p:cNvSpPr>
          <p:nvPr/>
        </p:nvSpPr>
        <p:spPr>
          <a:xfrm>
            <a:off x="2978893" y="3557286"/>
            <a:ext cx="5238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75" b="1">
                <a:solidFill>
                  <a:srgbClr val="171321"/>
                </a:solidFill>
              </a:defRPr>
            </a:pPr>
            <a:r>
              <a:rPr sz="800" b="1" dirty="0">
                <a:solidFill>
                  <a:srgbClr val="171321"/>
                </a:solidFill>
                <a:latin typeface="Comic Sans MS" panose="030F0902030302020204" charset="0"/>
              </a:rPr>
              <a:t>Stage</a:t>
            </a:r>
            <a:endParaRPr sz="800" b="1" dirty="0">
              <a:solidFill>
                <a:srgbClr val="171321"/>
              </a:solidFill>
              <a:latin typeface="Comic Sans MS" panose="030F0902030302020204" charset="0"/>
            </a:endParaRPr>
          </a:p>
        </p:txBody>
      </p:sp>
      <p:sp>
        <p:nvSpPr>
          <p:cNvPr id="224" name="loader-stage-label"/>
          <p:cNvSpPr>
            <a:spLocks noGrp="1"/>
          </p:cNvSpPr>
          <p:nvPr/>
        </p:nvSpPr>
        <p:spPr>
          <a:xfrm>
            <a:off x="3604560" y="3540240"/>
            <a:ext cx="795202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75" b="1">
                <a:solidFill>
                  <a:srgbClr val="171321"/>
                </a:solidFill>
              </a:defRPr>
            </a:pPr>
            <a:r>
              <a:rPr sz="800" b="1" dirty="0">
                <a:solidFill>
                  <a:srgbClr val="171321"/>
                </a:solidFill>
                <a:latin typeface="Comic Sans MS" panose="030F0902030302020204" charset="0"/>
              </a:rPr>
              <a:t>Library</a:t>
            </a:r>
            <a:endParaRPr sz="800" b="1" dirty="0">
              <a:solidFill>
                <a:srgbClr val="171321"/>
              </a:solidFill>
              <a:latin typeface="Comic Sans MS" panose="030F0902030302020204" charset="0"/>
            </a:endParaRPr>
          </a:p>
        </p:txBody>
      </p:sp>
      <p:sp>
        <p:nvSpPr>
          <p:cNvPr id="465" name="左大括号 464"/>
          <p:cNvSpPr/>
          <p:nvPr/>
        </p:nvSpPr>
        <p:spPr>
          <a:xfrm rot="16200000">
            <a:off x="3104515" y="2931160"/>
            <a:ext cx="329565" cy="1993265"/>
          </a:xfrm>
          <a:prstGeom prst="leftBrace">
            <a:avLst>
              <a:gd name="adj1" fmla="val 244206"/>
              <a:gd name="adj2" fmla="val 13603"/>
            </a:avLst>
          </a:prstGeom>
          <a:ln w="44450">
            <a:solidFill>
              <a:srgbClr val="5A239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6" name="book-arrow-2"/>
          <p:cNvSpPr>
            <a:spLocks noGrp="1"/>
          </p:cNvSpPr>
          <p:nvPr/>
        </p:nvSpPr>
        <p:spPr>
          <a:xfrm>
            <a:off x="2822575" y="4467225"/>
            <a:ext cx="228600" cy="114300"/>
          </a:xfrm>
          <a:prstGeom prst="rightArrow">
            <a:avLst/>
          </a:prstGeom>
          <a:solidFill>
            <a:srgbClr val="1478E8"/>
          </a:solidFill>
          <a:ln w="2858">
            <a:solidFill>
              <a:srgbClr val="1478E8"/>
            </a:solidFill>
            <a:prstDash val="solid"/>
          </a:ln>
        </p:spPr>
      </p:sp>
      <p:sp>
        <p:nvSpPr>
          <p:cNvPr id="227" name="book-arrow-2"/>
          <p:cNvSpPr>
            <a:spLocks noGrp="1"/>
          </p:cNvSpPr>
          <p:nvPr/>
        </p:nvSpPr>
        <p:spPr>
          <a:xfrm>
            <a:off x="3808730" y="4479925"/>
            <a:ext cx="228600" cy="114300"/>
          </a:xfrm>
          <a:prstGeom prst="rightArrow">
            <a:avLst/>
          </a:prstGeom>
          <a:solidFill>
            <a:srgbClr val="1478E8"/>
          </a:solidFill>
          <a:ln w="2858">
            <a:solidFill>
              <a:srgbClr val="1478E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562</Words>
  <Application>WPS 演示</Application>
  <PresentationFormat>Converted Presentation</PresentationFormat>
  <Paragraphs>189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9" baseType="lpstr">
      <vt:lpstr>Arial</vt:lpstr>
      <vt:lpstr>宋体</vt:lpstr>
      <vt:lpstr>Wingdings</vt:lpstr>
      <vt:lpstr>Comic Sans MS</vt:lpstr>
      <vt:lpstr>Ink Free</vt:lpstr>
      <vt:lpstr>Thonburi</vt:lpstr>
      <vt:lpstr>汉仪书宋二KW</vt:lpstr>
      <vt:lpstr>Arial Unicode MS</vt:lpstr>
      <vt:lpstr>微软雅黑</vt:lpstr>
      <vt:lpstr>汉仪旗黑</vt:lpstr>
      <vt:lpstr>Calibri</vt:lpstr>
      <vt:lpstr>Helvetica Neue</vt:lpstr>
      <vt:lpstr>宋体</vt:lpstr>
      <vt:lpstr>Comic Sans MS</vt:lpstr>
      <vt:lpstr>Ink Free</vt:lpstr>
      <vt:lpstr>苹方-简</vt:lpstr>
      <vt:lpstr>宋体-简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王邻皓</cp:lastModifiedBy>
  <cp:revision>1</cp:revision>
  <dcterms:created xsi:type="dcterms:W3CDTF">2026-07-29T10:56:55Z</dcterms:created>
  <dcterms:modified xsi:type="dcterms:W3CDTF">2026-07-29T10:56:55Z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2052-12.1.25895.25895</vt:lpwstr>
  </property>
  <property fmtid="{D5CDD505-2E9C-101B-9397-08002B2CF9AE}" pid="3" name="ICV">
    <vt:lpwstr>C9A462DCCEBDA66277DC696AB2C1CA79_42</vt:lpwstr>
  </property>
</Properties>
</file>