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168b0e630f4ae0" /><Relationship Type="http://schemas.openxmlformats.org/officeDocument/2006/relationships/extended-properties" Target="/docProps/app.xml" Id="R2193faec70514cd3" /><Relationship Type="http://schemas.openxmlformats.org/officeDocument/2006/relationships/officeDocument" Target="/ppt/presentation.xml" Id="R8594e31c100a49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faa431717b4930"/>
  </p:sldMasterIdLst>
  <p:notesMasterIdLst>
    <p:notesMasterId xmlns:r="http://schemas.openxmlformats.org/officeDocument/2006/relationships" r:id="Rf97eb38bd57140eb"/>
  </p:notesMasterIdLst>
  <p:sldIdLst>
    <p:sldId xmlns:r="http://schemas.openxmlformats.org/officeDocument/2006/relationships" id="256" r:id="R7fa595c4915344e4"/>
  </p:sldIdLst>
  <p:sldSz cx="54864000" cy="13925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4723f6e8c3435f" /><Relationship Type="http://schemas.openxmlformats.org/officeDocument/2006/relationships/slideMaster" Target="/ppt/slideMasters/slideMaster1.xml" Id="Ra9faa431717b4930" /><Relationship Type="http://schemas.openxmlformats.org/officeDocument/2006/relationships/notesMaster" Target="/ppt/notesMasters/notesMaster1.xml" Id="Rf97eb38bd57140eb" /><Relationship Type="http://schemas.openxmlformats.org/officeDocument/2006/relationships/presProps" Target="/ppt/presProps.xml" Id="Re7506c5115e54cae" /><Relationship Type="http://schemas.openxmlformats.org/officeDocument/2006/relationships/tableStyles" Target="/ppt/tableStyles.xml" Id="Rc3ba09fa7a23450a" /><Relationship Type="http://schemas.openxmlformats.org/officeDocument/2006/relationships/slide" Target="/ppt/slides/slide1.xml" Id="R7fa595c4915344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54d8e620ef44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216aeba4034507" /><Relationship Type="http://schemas.openxmlformats.org/officeDocument/2006/relationships/notesMaster" Target="/ppt/notesMasters/notesMaster1.xml" Id="R6f5d432d43414c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Flowchart_Applciation_01.png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2205d0c7b46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e73a410b9d4671" /><Relationship Type="http://schemas.openxmlformats.org/officeDocument/2006/relationships/slideLayout" Target="/ppt/slideLayouts/slideLayout1.xml" Id="Rbb7d1300a74c41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7d1300a74c41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7927f77044734" /><Relationship Type="http://schemas.openxmlformats.org/officeDocument/2006/relationships/image" Target="/ppt/media/image.png" Id="Rce3fc26037f84d68" /><Relationship Type="http://schemas.openxmlformats.org/officeDocument/2006/relationships/image" Target="/ppt/media/image2.png" Id="R46117907716243c8" /><Relationship Type="http://schemas.openxmlformats.org/officeDocument/2006/relationships/image" Target="/ppt/media/image3.png" Id="R167cf66207134739" /><Relationship Type="http://schemas.openxmlformats.org/officeDocument/2006/relationships/image" Target="/ppt/media/image4.png" Id="Rb55bfd5e6a5a43e9" /><Relationship Type="http://schemas.openxmlformats.org/officeDocument/2006/relationships/image" Target="/ppt/media/image5.png" Id="R49d20d1026444314" /><Relationship Type="http://schemas.openxmlformats.org/officeDocument/2006/relationships/image" Target="/ppt/media/image6.png" Id="Rf1ca84ee6eee499c" /><Relationship Type="http://schemas.openxmlformats.org/officeDocument/2006/relationships/image" Target="/ppt/media/image7.png" Id="R957a1706e4264058" /><Relationship Type="http://schemas.openxmlformats.org/officeDocument/2006/relationships/image" Target="/ppt/media/image8.png" Id="R10b3824efdab40dd" /><Relationship Type="http://schemas.openxmlformats.org/officeDocument/2006/relationships/image" Target="/ppt/media/image9.png" Id="R86a26649f4f641b7" /><Relationship Type="http://schemas.openxmlformats.org/officeDocument/2006/relationships/image" Target="/ppt/media/image10.png" Id="Ra1e62e9568b3415b" /><Relationship Type="http://schemas.openxmlformats.org/officeDocument/2006/relationships/image" Target="/ppt/media/image11.png" Id="R8db1fdb2eb864416" /><Relationship Type="http://schemas.openxmlformats.org/officeDocument/2006/relationships/image" Target="/ppt/media/image12.png" Id="Rcd95df7ccc584dd5" /><Relationship Type="http://schemas.openxmlformats.org/officeDocument/2006/relationships/image" Target="/ppt/media/image13.png" Id="Ra2f7112f2ea64f78" /><Relationship Type="http://schemas.openxmlformats.org/officeDocument/2006/relationships/image" Target="/ppt/media/image14.png" Id="Rd83af862378c47ba" /><Relationship Type="http://schemas.openxmlformats.org/officeDocument/2006/relationships/image" Target="/ppt/media/image15.png" Id="R4836d53127ce42e9" /><Relationship Type="http://schemas.openxmlformats.org/officeDocument/2006/relationships/image" Target="/ppt/media/image16.png" Id="R2febada154584273" /><Relationship Type="http://schemas.openxmlformats.org/officeDocument/2006/relationships/image" Target="/ppt/media/image17.png" Id="R15d5b3f228e746ea" /><Relationship Type="http://schemas.openxmlformats.org/officeDocument/2006/relationships/image" Target="/ppt/media/image18.png" Id="Rfdc8b66334ac49d6" /><Relationship Type="http://schemas.openxmlformats.org/officeDocument/2006/relationships/notesSlide" Target="/ppt/notesSlides/notesSlide1.xml" Id="R9346b73c70484e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anel.data-processing">
            <a:extLst xmlns:a="http://schemas.openxmlformats.org/drawingml/2006/main">
              <a:ext uri="{FF2B5EF4-FFF2-40B4-BE49-F238E27FC236}">
                <a16:creationId xmlns:a16="http://schemas.microsoft.com/office/drawing/2014/main" id="{6F720715-D15A-4D2A-848B-9CFF22D7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876550"/>
            <a:ext cx="19611975" cy="10448925"/>
          </a:xfrm>
          <a:prstGeom xmlns:a="http://schemas.openxmlformats.org/drawingml/2006/main" prst="roundRect">
            <a:avLst>
              <a:gd name="adj" fmla="val 7110"/>
            </a:avLst>
          </a:prstGeom>
          <a:solidFill xmlns:a="http://schemas.openxmlformats.org/drawingml/2006/main">
            <a:srgbClr val="FAF8EF"/>
          </a:solidFill>
          <a:ln xmlns:a="http://schemas.openxmlformats.org/drawingml/2006/main" w="123825">
            <a:solidFill>
              <a:srgbClr val="3D4249"/>
            </a:solidFill>
            <a:prstDash val="solid"/>
          </a:ln>
        </p:spPr>
      </p:sp>
      <p:sp>
        <p:nvSpPr>
          <p:cNvPr id="2" name="panel.data-processing.divider">
            <a:extLst xmlns:a="http://schemas.openxmlformats.org/drawingml/2006/main">
              <a:ext uri="{FF2B5EF4-FFF2-40B4-BE49-F238E27FC236}">
                <a16:creationId xmlns:a16="http://schemas.microsoft.com/office/drawing/2014/main" id="{673F3225-D849-46E8-98B8-939DEBF3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153025"/>
            <a:ext cx="1941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718096"/>
            </a:solidFill>
            <a:prstDash val="dash"/>
          </a:ln>
        </p:spPr>
      </p:sp>
      <p:sp>
        <p:nvSpPr>
          <p:cNvPr id="3" name="panel.rl-training">
            <a:extLst xmlns:a="http://schemas.openxmlformats.org/drawingml/2006/main">
              <a:ext uri="{FF2B5EF4-FFF2-40B4-BE49-F238E27FC236}">
                <a16:creationId xmlns:a16="http://schemas.microsoft.com/office/drawing/2014/main" id="{9CD7793D-F611-44DB-A3C2-08BCC615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7350" y="2876550"/>
            <a:ext cx="16983075" cy="10487025"/>
          </a:xfrm>
          <a:prstGeom xmlns:a="http://schemas.openxmlformats.org/drawingml/2006/main" prst="roundRect">
            <a:avLst>
              <a:gd name="adj" fmla="val 708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123825">
            <a:solidFill>
              <a:srgbClr val="1D1D1D"/>
            </a:solidFill>
            <a:prstDash val="solid"/>
          </a:ln>
        </p:spPr>
      </p:sp>
      <p:sp>
        <p:nvSpPr>
          <p:cNvPr id="4" name="panel.rl-training.divider">
            <a:extLst xmlns:a="http://schemas.openxmlformats.org/drawingml/2006/main">
              <a:ext uri="{FF2B5EF4-FFF2-40B4-BE49-F238E27FC236}">
                <a16:creationId xmlns:a16="http://schemas.microsoft.com/office/drawing/2014/main" id="{80E5142D-D9E1-437C-B296-5ACA160D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0" y="5267325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718096"/>
            </a:solidFill>
            <a:prstDash val="dash"/>
          </a:ln>
        </p:spPr>
      </p:sp>
      <p:sp>
        <p:nvSpPr>
          <p:cNvPr id="5" name="panel.test-time-scaling">
            <a:extLst xmlns:a="http://schemas.openxmlformats.org/drawingml/2006/main">
              <a:ext uri="{FF2B5EF4-FFF2-40B4-BE49-F238E27FC236}">
                <a16:creationId xmlns:a16="http://schemas.microsoft.com/office/drawing/2014/main" id="{376D153C-7FC0-4AB2-BD97-BA2B682B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09550" y="2781300"/>
            <a:ext cx="16002000" cy="10544175"/>
          </a:xfrm>
          <a:prstGeom xmlns:a="http://schemas.openxmlformats.org/drawingml/2006/main" prst="roundRect">
            <a:avLst>
              <a:gd name="adj" fmla="val 7046"/>
            </a:avLst>
          </a:prstGeom>
          <a:solidFill xmlns:a="http://schemas.openxmlformats.org/drawingml/2006/main">
            <a:srgbClr val="F3F1F7"/>
          </a:solidFill>
          <a:ln xmlns:a="http://schemas.openxmlformats.org/drawingml/2006/main" w="123825">
            <a:solidFill>
              <a:srgbClr val="333238"/>
            </a:solidFill>
            <a:prstDash val="solid"/>
          </a:ln>
        </p:spPr>
      </p:sp>
      <p:sp>
        <p:nvSpPr>
          <p:cNvPr id="6" name="panel.test-time-scaling.divider">
            <a:extLst xmlns:a="http://schemas.openxmlformats.org/drawingml/2006/main">
              <a:ext uri="{FF2B5EF4-FFF2-40B4-BE49-F238E27FC236}">
                <a16:creationId xmlns:a16="http://schemas.microsoft.com/office/drawing/2014/main" id="{3C8B1779-1E15-4678-B71B-B5E81FCB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38125" y="5295900"/>
            <a:ext cx="1595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718096"/>
            </a:solidFill>
            <a:prstDash val="dash"/>
          </a:ln>
        </p:spPr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8011FFEF-8356-4672-8852-9AA69854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0" y="152400"/>
            <a:ext cx="1295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0" b="0">
                <a:solidFill>
                  <a:srgbClr val="FAFBFC"/>
                </a:solidFill>
              </a:defRPr>
            </a:pPr>
            <a:r>
              <a:rPr sz="100" b="0">
                <a:solidFill>
                  <a:srgbClr val="FAFBFC"/>
                </a:solidFill>
              </a:rPr>
              <a:t>Application</a:t>
            </a:r>
          </a:p>
        </p:txBody>
      </p:sp>
      <p:sp>
        <p:nvSpPr>
          <p:cNvPr id="8" name="panel.data-processing.title">
            <a:extLst xmlns:a="http://schemas.openxmlformats.org/drawingml/2006/main">
              <a:ext uri="{FF2B5EF4-FFF2-40B4-BE49-F238E27FC236}">
                <a16:creationId xmlns:a16="http://schemas.microsoft.com/office/drawing/2014/main" id="{A9243A86-8592-4C4B-8405-15C05310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71850"/>
            <a:ext cx="1409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0" b="0">
                <a:solidFill>
                  <a:srgbClr val="FAF8EF"/>
                </a:solidFill>
              </a:defRPr>
            </a:pPr>
            <a:r>
              <a:rPr sz="100" b="0">
                <a:solidFill>
                  <a:srgbClr val="FAF8EF"/>
                </a:solidFill>
              </a:rPr>
              <a:t>RM for Data Processing</a:t>
            </a:r>
          </a:p>
        </p:txBody>
      </p:sp>
      <p:sp>
        <p:nvSpPr>
          <p:cNvPr id="9" name="panel.rl-training.title">
            <a:extLst xmlns:a="http://schemas.openxmlformats.org/drawingml/2006/main">
              <a:ext uri="{FF2B5EF4-FFF2-40B4-BE49-F238E27FC236}">
                <a16:creationId xmlns:a16="http://schemas.microsoft.com/office/drawing/2014/main" id="{3FC5D6DF-D506-45DC-9F52-7C58A226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0" y="3409950"/>
            <a:ext cx="1143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0" b="0">
                <a:solidFill>
                  <a:srgbClr val="F5F8FA"/>
                </a:solidFill>
              </a:defRPr>
            </a:pPr>
            <a:r>
              <a:rPr sz="100" b="0">
                <a:solidFill>
                  <a:srgbClr val="F5F8FA"/>
                </a:solidFill>
              </a:rPr>
              <a:t>RM for RL Training</a:t>
            </a:r>
          </a:p>
        </p:txBody>
      </p:sp>
      <p:sp>
        <p:nvSpPr>
          <p:cNvPr id="10" name="panel.test-time-scaling.title">
            <a:extLst xmlns:a="http://schemas.openxmlformats.org/drawingml/2006/main">
              <a:ext uri="{FF2B5EF4-FFF2-40B4-BE49-F238E27FC236}">
                <a16:creationId xmlns:a16="http://schemas.microsoft.com/office/drawing/2014/main" id="{4F5F1DAA-9183-432E-9879-07C69B8D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1125" y="3333750"/>
            <a:ext cx="1366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0" b="0">
                <a:solidFill>
                  <a:srgbClr val="F3F1F7"/>
                </a:solidFill>
              </a:defRPr>
            </a:pPr>
            <a:r>
              <a:rPr sz="100" b="0">
                <a:solidFill>
                  <a:srgbClr val="F3F1F7"/>
                </a:solidFill>
              </a:rPr>
              <a:t>RM for Test-time Scaling</a:t>
            </a:r>
          </a:p>
        </p:txBody>
      </p:sp>
      <p:sp>
        <p:nvSpPr>
          <p:cNvPr id="11" name="data-selection.title">
            <a:extLst xmlns:a="http://schemas.openxmlformats.org/drawingml/2006/main">
              <a:ext uri="{FF2B5EF4-FFF2-40B4-BE49-F238E27FC236}">
                <a16:creationId xmlns:a16="http://schemas.microsoft.com/office/drawing/2014/main" id="{44DF8879-21CA-46F3-AE11-9BA8D43E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67350"/>
            <a:ext cx="5810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0" b="0">
                <a:solidFill>
                  <a:srgbClr val="FAF8EF"/>
                </a:solidFill>
              </a:defRPr>
            </a:pPr>
            <a:r>
              <a:rPr sz="100" b="0">
                <a:solidFill>
                  <a:srgbClr val="FAF8EF"/>
                </a:solidFill>
              </a:rPr>
              <a:t>Data</a:t>
            </a:r>
          </a:p>
          <a:p xmlns:a="http://schemas.openxmlformats.org/drawingml/2006/main">
            <a:pPr algn="ctr">
              <a:defRPr sz="100" b="0">
                <a:solidFill>
                  <a:srgbClr val="FAF8EF"/>
                </a:solidFill>
              </a:defRPr>
            </a:pPr>
            <a:r>
              <a:rPr sz="100" b="0">
                <a:solidFill>
                  <a:srgbClr val="FAF8EF"/>
                </a:solidFill>
              </a:rPr>
              <a:t>Selection</a:t>
            </a:r>
          </a:p>
        </p:txBody>
      </p:sp>
      <p:sp>
        <p:nvSpPr>
          <p:cNvPr id="12" name="data-labeling.title">
            <a:extLst xmlns:a="http://schemas.openxmlformats.org/drawingml/2006/main">
              <a:ext uri="{FF2B5EF4-FFF2-40B4-BE49-F238E27FC236}">
                <a16:creationId xmlns:a16="http://schemas.microsoft.com/office/drawing/2014/main" id="{F879AD89-3972-4845-B132-E9376B12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67350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0" b="0">
                <a:solidFill>
                  <a:srgbClr val="FAF8EF"/>
                </a:solidFill>
              </a:defRPr>
            </a:pPr>
            <a:r>
              <a:rPr sz="100" b="0">
                <a:solidFill>
                  <a:srgbClr val="FAF8EF"/>
                </a:solidFill>
              </a:rPr>
              <a:t>Data</a:t>
            </a:r>
          </a:p>
          <a:p xmlns:a="http://schemas.openxmlformats.org/drawingml/2006/main">
            <a:pPr algn="ctr">
              <a:defRPr sz="100" b="0">
                <a:solidFill>
                  <a:srgbClr val="FAF8EF"/>
                </a:solidFill>
              </a:defRPr>
            </a:pPr>
            <a:r>
              <a:rPr sz="100" b="0">
                <a:solidFill>
                  <a:srgbClr val="FAF8EF"/>
                </a:solidFill>
              </a:rPr>
              <a:t>Labeling</a:t>
            </a:r>
          </a:p>
        </p:txBody>
      </p:sp>
      <p:sp>
        <p:nvSpPr>
          <p:cNvPr id="13" name="active-data-sampling.title">
            <a:extLst xmlns:a="http://schemas.openxmlformats.org/drawingml/2006/main">
              <a:ext uri="{FF2B5EF4-FFF2-40B4-BE49-F238E27FC236}">
                <a16:creationId xmlns:a16="http://schemas.microsoft.com/office/drawing/2014/main" id="{F3511FAE-E8C8-4609-A623-78F11304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5448300"/>
            <a:ext cx="628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0" b="0">
                <a:solidFill>
                  <a:srgbClr val="FAF8EF"/>
                </a:solidFill>
              </a:defRPr>
            </a:pPr>
            <a:r>
              <a:rPr sz="100" b="0">
                <a:solidFill>
                  <a:srgbClr val="FAF8EF"/>
                </a:solidFill>
              </a:rPr>
              <a:t>Active</a:t>
            </a:r>
          </a:p>
          <a:p xmlns:a="http://schemas.openxmlformats.org/drawingml/2006/main">
            <a:pPr algn="ctr">
              <a:defRPr sz="100" b="0">
                <a:solidFill>
                  <a:srgbClr val="FAF8EF"/>
                </a:solidFill>
              </a:defRPr>
            </a:pPr>
            <a:r>
              <a:rPr sz="100" b="0">
                <a:solidFill>
                  <a:srgbClr val="FAF8EF"/>
                </a:solidFill>
              </a:rPr>
              <a:t>Data Sampling</a:t>
            </a:r>
          </a:p>
        </p:txBody>
      </p:sp>
      <p:sp>
        <p:nvSpPr>
          <p:cNvPr id="14" name="single-modal.title">
            <a:extLst xmlns:a="http://schemas.openxmlformats.org/drawingml/2006/main">
              <a:ext uri="{FF2B5EF4-FFF2-40B4-BE49-F238E27FC236}">
                <a16:creationId xmlns:a16="http://schemas.microsoft.com/office/drawing/2014/main" id="{6540C24F-45CC-4F45-AA9A-01A80314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5505450"/>
            <a:ext cx="6858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0" b="0">
                <a:solidFill>
                  <a:srgbClr val="F5F8FA"/>
                </a:solidFill>
              </a:defRPr>
            </a:pPr>
            <a:r>
              <a:rPr sz="100" b="0">
                <a:solidFill>
                  <a:srgbClr val="F5F8FA"/>
                </a:solidFill>
              </a:rPr>
              <a:t>Single-modal</a:t>
            </a:r>
          </a:p>
          <a:p xmlns:a="http://schemas.openxmlformats.org/drawingml/2006/main">
            <a:pPr algn="ctr">
              <a:defRPr sz="100" b="0">
                <a:solidFill>
                  <a:srgbClr val="F5F8FA"/>
                </a:solidFill>
              </a:defRPr>
            </a:pPr>
            <a:r>
              <a:rPr sz="100" b="0">
                <a:solidFill>
                  <a:srgbClr val="F5F8FA"/>
                </a:solidFill>
              </a:rPr>
              <a:t>Reward Signals</a:t>
            </a:r>
          </a:p>
        </p:txBody>
      </p:sp>
      <p:sp>
        <p:nvSpPr>
          <p:cNvPr id="15" name="multi-modal.title">
            <a:extLst xmlns:a="http://schemas.openxmlformats.org/drawingml/2006/main">
              <a:ext uri="{FF2B5EF4-FFF2-40B4-BE49-F238E27FC236}">
                <a16:creationId xmlns:a16="http://schemas.microsoft.com/office/drawing/2014/main" id="{26E11F24-3909-4950-8932-AEBE8932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0" y="5505450"/>
            <a:ext cx="6858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0" b="0">
                <a:solidFill>
                  <a:srgbClr val="F5F8FA"/>
                </a:solidFill>
              </a:defRPr>
            </a:pPr>
            <a:r>
              <a:rPr sz="100" b="0">
                <a:solidFill>
                  <a:srgbClr val="F5F8FA"/>
                </a:solidFill>
              </a:rPr>
              <a:t>Multi-modal</a:t>
            </a:r>
          </a:p>
          <a:p xmlns:a="http://schemas.openxmlformats.org/drawingml/2006/main">
            <a:pPr algn="ctr">
              <a:defRPr sz="100" b="0">
                <a:solidFill>
                  <a:srgbClr val="F5F8FA"/>
                </a:solidFill>
              </a:defRPr>
            </a:pPr>
            <a:r>
              <a:rPr sz="100" b="0">
                <a:solidFill>
                  <a:srgbClr val="F5F8FA"/>
                </a:solidFill>
              </a:rPr>
              <a:t>Reward Signals</a:t>
            </a:r>
          </a:p>
        </p:txBody>
      </p:sp>
      <p:sp>
        <p:nvSpPr>
          <p:cNvPr id="16" name="post-generation.title">
            <a:extLst xmlns:a="http://schemas.openxmlformats.org/drawingml/2006/main">
              <a:ext uri="{FF2B5EF4-FFF2-40B4-BE49-F238E27FC236}">
                <a16:creationId xmlns:a16="http://schemas.microsoft.com/office/drawing/2014/main" id="{6ABD4C66-B479-4989-93B3-C1884D7F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9125" y="5619750"/>
            <a:ext cx="7143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0" b="0">
                <a:solidFill>
                  <a:srgbClr val="F3F1F7"/>
                </a:solidFill>
              </a:defRPr>
            </a:pPr>
            <a:r>
              <a:rPr sz="100" b="0">
                <a:solidFill>
                  <a:srgbClr val="F3F1F7"/>
                </a:solidFill>
              </a:rPr>
              <a:t>Post-Generation</a:t>
            </a:r>
          </a:p>
          <a:p xmlns:a="http://schemas.openxmlformats.org/drawingml/2006/main">
            <a:pPr algn="ctr">
              <a:defRPr sz="100" b="0">
                <a:solidFill>
                  <a:srgbClr val="F3F1F7"/>
                </a:solidFill>
              </a:defRPr>
            </a:pPr>
            <a:r>
              <a:rPr sz="100" b="0">
                <a:solidFill>
                  <a:srgbClr val="F3F1F7"/>
                </a:solidFill>
              </a:rPr>
              <a:t>Selection</a:t>
            </a:r>
          </a:p>
        </p:txBody>
      </p:sp>
      <p:sp>
        <p:nvSpPr>
          <p:cNvPr id="17" name="process-level.title">
            <a:extLst xmlns:a="http://schemas.openxmlformats.org/drawingml/2006/main">
              <a:ext uri="{FF2B5EF4-FFF2-40B4-BE49-F238E27FC236}">
                <a16:creationId xmlns:a16="http://schemas.microsoft.com/office/drawing/2014/main" id="{5AF82601-607B-4452-AF4F-C566FD6E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0" y="5619750"/>
            <a:ext cx="666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0" b="0">
                <a:solidFill>
                  <a:srgbClr val="F3F1F7"/>
                </a:solidFill>
              </a:defRPr>
            </a:pPr>
            <a:r>
              <a:rPr sz="100" b="0">
                <a:solidFill>
                  <a:srgbClr val="F3F1F7"/>
                </a:solidFill>
              </a:rPr>
              <a:t>Process-Level</a:t>
            </a:r>
          </a:p>
          <a:p xmlns:a="http://schemas.openxmlformats.org/drawingml/2006/main">
            <a:pPr algn="ctr">
              <a:defRPr sz="100" b="0">
                <a:solidFill>
                  <a:srgbClr val="F3F1F7"/>
                </a:solidFill>
              </a:defRPr>
            </a:pPr>
            <a:r>
              <a:rPr sz="100" b="0">
                <a:solidFill>
                  <a:srgbClr val="F3F1F7"/>
                </a:solidFill>
              </a:rPr>
              <a:t>Guidance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fc26037f84d68"/>
          <a:stretch xmlns:a="http://schemas.openxmlformats.org/drawingml/2006/main"/>
        </p:blipFill>
        <p:spPr>
          <a:xfrm xmlns:a="http://schemas.openxmlformats.org/drawingml/2006/main">
            <a:off x="20955000" y="0"/>
            <a:ext cx="12954000" cy="228600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17907716243c8"/>
          <a:stretch xmlns:a="http://schemas.openxmlformats.org/drawingml/2006/main"/>
        </p:blipFill>
        <p:spPr>
          <a:xfrm xmlns:a="http://schemas.openxmlformats.org/drawingml/2006/main">
            <a:off x="2571750" y="3286125"/>
            <a:ext cx="15811500" cy="1714500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cf66207134739"/>
          <a:stretch xmlns:a="http://schemas.openxmlformats.org/drawingml/2006/main"/>
        </p:blipFill>
        <p:spPr>
          <a:xfrm xmlns:a="http://schemas.openxmlformats.org/drawingml/2006/main">
            <a:off x="22574250" y="3286125"/>
            <a:ext cx="13239750" cy="1714500"/>
          </a:xfrm>
          <a:prstGeom xmlns:a="http://schemas.openxmlformats.org/drawingml/2006/main" prst="rect">
            <a:avLst/>
          </a:prstGeom>
        </p:spPr>
      </p:pic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bfd5e6a5a43e9"/>
          <a:stretch xmlns:a="http://schemas.openxmlformats.org/drawingml/2006/main"/>
        </p:blipFill>
        <p:spPr>
          <a:xfrm xmlns:a="http://schemas.openxmlformats.org/drawingml/2006/main">
            <a:off x="39338250" y="3238500"/>
            <a:ext cx="14001750" cy="1762125"/>
          </a:xfrm>
          <a:prstGeom xmlns:a="http://schemas.openxmlformats.org/drawingml/2006/main" prst="rect">
            <a:avLst/>
          </a:prstGeom>
        </p:spPr>
      </p:pic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20d1026444314"/>
          <a:stretch xmlns:a="http://schemas.openxmlformats.org/drawingml/2006/main"/>
        </p:blipFill>
        <p:spPr>
          <a:xfrm xmlns:a="http://schemas.openxmlformats.org/drawingml/2006/main">
            <a:off x="1190625" y="5429250"/>
            <a:ext cx="6286500" cy="2714625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a84ee6eee499c"/>
          <a:stretch xmlns:a="http://schemas.openxmlformats.org/drawingml/2006/main"/>
        </p:blipFill>
        <p:spPr>
          <a:xfrm xmlns:a="http://schemas.openxmlformats.org/drawingml/2006/main">
            <a:off x="7143750" y="5429250"/>
            <a:ext cx="5905500" cy="2714625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a1706e4264058"/>
          <a:stretch xmlns:a="http://schemas.openxmlformats.org/drawingml/2006/main"/>
        </p:blipFill>
        <p:spPr>
          <a:xfrm xmlns:a="http://schemas.openxmlformats.org/drawingml/2006/main">
            <a:off x="12858750" y="5429250"/>
            <a:ext cx="6667500" cy="2714625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3824efdab40dd"/>
          <a:stretch xmlns:a="http://schemas.openxmlformats.org/drawingml/2006/main"/>
        </p:blipFill>
        <p:spPr>
          <a:xfrm xmlns:a="http://schemas.openxmlformats.org/drawingml/2006/main">
            <a:off x="21526500" y="5429250"/>
            <a:ext cx="7524750" cy="276225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26649f4f641b7"/>
          <a:stretch xmlns:a="http://schemas.openxmlformats.org/drawingml/2006/main"/>
        </p:blipFill>
        <p:spPr>
          <a:xfrm xmlns:a="http://schemas.openxmlformats.org/drawingml/2006/main">
            <a:off x="29860875" y="5429250"/>
            <a:ext cx="7524750" cy="276225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62e9568b3415b"/>
          <a:stretch xmlns:a="http://schemas.openxmlformats.org/drawingml/2006/main"/>
        </p:blipFill>
        <p:spPr>
          <a:xfrm xmlns:a="http://schemas.openxmlformats.org/drawingml/2006/main">
            <a:off x="38576250" y="5524500"/>
            <a:ext cx="7620000" cy="2762250"/>
          </a:xfrm>
          <a:prstGeom xmlns:a="http://schemas.openxmlformats.org/drawingml/2006/main" prst="rect">
            <a:avLst/>
          </a:prstGeom>
        </p:spPr>
      </p:pic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1fdb2eb864416"/>
          <a:stretch xmlns:a="http://schemas.openxmlformats.org/drawingml/2006/main"/>
        </p:blipFill>
        <p:spPr>
          <a:xfrm xmlns:a="http://schemas.openxmlformats.org/drawingml/2006/main">
            <a:off x="46577250" y="5524500"/>
            <a:ext cx="7048500" cy="2762250"/>
          </a:xfrm>
          <a:prstGeom xmlns:a="http://schemas.openxmlformats.org/drawingml/2006/main" prst="rect">
            <a:avLst/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5df7ccc584dd5"/>
          <a:stretch xmlns:a="http://schemas.openxmlformats.org/drawingml/2006/main"/>
        </p:blipFill>
        <p:spPr>
          <a:xfrm xmlns:a="http://schemas.openxmlformats.org/drawingml/2006/main">
            <a:off x="1323975" y="8372475"/>
            <a:ext cx="4857750" cy="4371975"/>
          </a:xfrm>
          <a:prstGeom xmlns:a="http://schemas.openxmlformats.org/drawingml/2006/main" prst="rect">
            <a:avLst/>
          </a:prstGeom>
        </p:spPr>
      </p:pic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7112f2ea64f78"/>
          <a:stretch xmlns:a="http://schemas.openxmlformats.org/drawingml/2006/main"/>
        </p:blipFill>
        <p:spPr>
          <a:xfrm xmlns:a="http://schemas.openxmlformats.org/drawingml/2006/main">
            <a:off x="7219950" y="8334375"/>
            <a:ext cx="5048250" cy="4543425"/>
          </a:xfrm>
          <a:prstGeom xmlns:a="http://schemas.openxmlformats.org/drawingml/2006/main" prst="rect">
            <a:avLst/>
          </a:prstGeom>
        </p:spPr>
      </p:pic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af862378c47ba"/>
          <a:stretch xmlns:a="http://schemas.openxmlformats.org/drawingml/2006/main"/>
        </p:blipFill>
        <p:spPr>
          <a:xfrm xmlns:a="http://schemas.openxmlformats.org/drawingml/2006/main">
            <a:off x="13620750" y="8334375"/>
            <a:ext cx="5476875" cy="4581525"/>
          </a:xfrm>
          <a:prstGeom xmlns:a="http://schemas.openxmlformats.org/drawingml/2006/main" prst="rect">
            <a:avLst/>
          </a:prstGeom>
        </p:spPr>
      </p:pic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6d53127ce42e9"/>
          <a:stretch xmlns:a="http://schemas.openxmlformats.org/drawingml/2006/main"/>
        </p:blipFill>
        <p:spPr>
          <a:xfrm xmlns:a="http://schemas.openxmlformats.org/drawingml/2006/main">
            <a:off x="22479000" y="8334375"/>
            <a:ext cx="5572125" cy="4629150"/>
          </a:xfrm>
          <a:prstGeom xmlns:a="http://schemas.openxmlformats.org/drawingml/2006/main" prst="rect">
            <a:avLst/>
          </a:prstGeom>
        </p:spPr>
      </p:pic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bada154584273"/>
          <a:stretch xmlns:a="http://schemas.openxmlformats.org/drawingml/2006/main"/>
        </p:blipFill>
        <p:spPr>
          <a:xfrm xmlns:a="http://schemas.openxmlformats.org/drawingml/2006/main">
            <a:off x="30918150" y="8324850"/>
            <a:ext cx="4857750" cy="4695825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5b3f228e746ea"/>
          <a:stretch xmlns:a="http://schemas.openxmlformats.org/drawingml/2006/main"/>
        </p:blipFill>
        <p:spPr>
          <a:xfrm xmlns:a="http://schemas.openxmlformats.org/drawingml/2006/main">
            <a:off x="40147875" y="8334375"/>
            <a:ext cx="4857750" cy="4657725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8b66334ac49d6"/>
          <a:stretch xmlns:a="http://schemas.openxmlformats.org/drawingml/2006/main"/>
        </p:blipFill>
        <p:spPr>
          <a:xfrm xmlns:a="http://schemas.openxmlformats.org/drawingml/2006/main">
            <a:off x="47796450" y="8334375"/>
            <a:ext cx="5095875" cy="4657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320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2026-08-07T03:57:25.1900000Z</dcterms:created>
  <dcterms:modified xsi:type="dcterms:W3CDTF">2026-08-07T03:57:25.1900000Z</dcterms:modified>
</coreProperties>
</file>