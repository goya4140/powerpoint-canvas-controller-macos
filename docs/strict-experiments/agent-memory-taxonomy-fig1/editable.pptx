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a7a4b67609224a7a" /><Relationship Type="http://schemas.openxmlformats.org/officeDocument/2006/relationships/extended-properties" Target="/docProps/app.xml" Id="Rc9ca128492fc4937" /><Relationship Type="http://schemas.openxmlformats.org/officeDocument/2006/relationships/officeDocument" Target="/ppt/presentation.xml" Id="R93b2f1552eb74e63" /></Relationships>
</file>

<file path=ppt/presentation.xml><?xml version="1.0" encoding="utf-8"?>
<p:presentation xmlns:p="http://schemas.openxmlformats.org/presentationml/2006/main">
  <p:sldMasterIdLst>
    <p:sldMasterId xmlns:r="http://schemas.openxmlformats.org/officeDocument/2006/relationships" id="2147483648" r:id="R24120b75998246ce"/>
  </p:sldMasterIdLst>
  <p:notesMasterIdLst>
    <p:notesMasterId xmlns:r="http://schemas.openxmlformats.org/officeDocument/2006/relationships" r:id="R15f5a95b305441db"/>
  </p:notesMasterIdLst>
  <p:sldIdLst>
    <p:sldId xmlns:r="http://schemas.openxmlformats.org/officeDocument/2006/relationships" id="256" r:id="R80a49a7c9c55403e"/>
  </p:sldIdLst>
  <p:sldSz cx="18326100" cy="1331595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d5ee86768efd4c77" /><Relationship Type="http://schemas.openxmlformats.org/officeDocument/2006/relationships/slideMaster" Target="/ppt/slideMasters/slideMaster1.xml" Id="R24120b75998246ce" /><Relationship Type="http://schemas.openxmlformats.org/officeDocument/2006/relationships/notesMaster" Target="/ppt/notesMasters/notesMaster1.xml" Id="R15f5a95b305441db" /><Relationship Type="http://schemas.openxmlformats.org/officeDocument/2006/relationships/presProps" Target="/ppt/presProps.xml" Id="Rcd865b0aa97d4c69" /><Relationship Type="http://schemas.openxmlformats.org/officeDocument/2006/relationships/tableStyles" Target="/ppt/tableStyles.xml" Id="R1018e69f81b24d58" /><Relationship Type="http://schemas.openxmlformats.org/officeDocument/2006/relationships/slide" Target="/ppt/slides/slide1.xml" Id="R80a49a7c9c55403e"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5aae8fa652be419f"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6770007154bc49e5" /><Relationship Type="http://schemas.openxmlformats.org/officeDocument/2006/relationships/notesMaster" Target="/ppt/notesMasters/notesMaster1.xml" Id="R8f65c7c4e08d4d66"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User-provided screenshot: 截屏2026-07-31 13.46.26.png</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8348c8feb6584c71"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643bfbf89ba54310" /><Relationship Type="http://schemas.openxmlformats.org/officeDocument/2006/relationships/slideLayout" Target="/ppt/slideLayouts/slideLayout1.xml" Id="Rd33bfa6d641e438a"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d33bfa6d641e438a"/>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8328164d18e74c2e" /><Relationship Type="http://schemas.openxmlformats.org/officeDocument/2006/relationships/image" Target="/ppt/media/image.png" Id="Rb1872c9feb194d82" /><Relationship Type="http://schemas.openxmlformats.org/officeDocument/2006/relationships/image" Target="/ppt/media/image2.png" Id="R46d1cc54bfb840ce" /><Relationship Type="http://schemas.openxmlformats.org/officeDocument/2006/relationships/image" Target="/ppt/media/image3.png" Id="R8c2b2371459742fb" /><Relationship Type="http://schemas.openxmlformats.org/officeDocument/2006/relationships/image" Target="/ppt/media/image4.png" Id="R18bbd734fbe94a5e" /><Relationship Type="http://schemas.openxmlformats.org/officeDocument/2006/relationships/image" Target="/ppt/media/image5.png" Id="Rbcd2c98eaeae4b62" /><Relationship Type="http://schemas.openxmlformats.org/officeDocument/2006/relationships/image" Target="/ppt/media/image6.png" Id="R7def7771321842a9" /><Relationship Type="http://schemas.openxmlformats.org/officeDocument/2006/relationships/image" Target="/ppt/media/image7.png" Id="Rd4a3a412d8a84205" /><Relationship Type="http://schemas.openxmlformats.org/officeDocument/2006/relationships/image" Target="/ppt/media/image8.png" Id="Rcc48354031e945e8" /><Relationship Type="http://schemas.openxmlformats.org/officeDocument/2006/relationships/image" Target="/ppt/media/image9.png" Id="Reced09cc12174999" /><Relationship Type="http://schemas.openxmlformats.org/officeDocument/2006/relationships/image" Target="/ppt/media/image10.png" Id="Rf5164cadf15643d5" /><Relationship Type="http://schemas.openxmlformats.org/officeDocument/2006/relationships/image" Target="/ppt/media/image11.png" Id="R191527529d7a4964" /><Relationship Type="http://schemas.openxmlformats.org/officeDocument/2006/relationships/image" Target="/ppt/media/image12.png" Id="Rcf2ebbf03d3245c2" /><Relationship Type="http://schemas.openxmlformats.org/officeDocument/2006/relationships/notesSlide" Target="/ppt/notesSlides/notesSlide1.xml" Id="Rd9df86c22e5a430b"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48" name=""/>
          <p:cNvPicPr>
            <a:picLocks xmlns:a="http://schemas.openxmlformats.org/drawingml/2006/main" noChangeAspect="1"/>
          </p:cNvPicPr>
          <p:nvPr/>
        </p:nvPicPr>
        <p:blipFill>
          <a:blip xmlns:r="http://schemas.openxmlformats.org/officeDocument/2006/relationships" xmlns:a="http://schemas.openxmlformats.org/drawingml/2006/main" r:embed="Rb1872c9feb194d82"/>
          <a:stretch xmlns:a="http://schemas.openxmlformats.org/drawingml/2006/main"/>
        </p:blipFill>
        <p:spPr>
          <a:xfrm xmlns:a="http://schemas.openxmlformats.org/drawingml/2006/main">
            <a:off x="514350" y="695325"/>
            <a:ext cx="4181475" cy="1390650"/>
          </a:xfrm>
          <a:prstGeom xmlns:a="http://schemas.openxmlformats.org/drawingml/2006/main" prst="rect">
            <a:avLst/>
          </a:prstGeom>
        </p:spPr>
      </p:pic>
      <p:pic>
        <p:nvPicPr>
          <p:cNvPr id="149" name=""/>
          <p:cNvPicPr>
            <a:picLocks xmlns:a="http://schemas.openxmlformats.org/drawingml/2006/main" noChangeAspect="1"/>
          </p:cNvPicPr>
          <p:nvPr/>
        </p:nvPicPr>
        <p:blipFill>
          <a:blip xmlns:r="http://schemas.openxmlformats.org/officeDocument/2006/relationships" xmlns:a="http://schemas.openxmlformats.org/drawingml/2006/main" r:embed="R46d1cc54bfb840ce"/>
          <a:stretch xmlns:a="http://schemas.openxmlformats.org/drawingml/2006/main"/>
        </p:blipFill>
        <p:spPr>
          <a:xfrm xmlns:a="http://schemas.openxmlformats.org/drawingml/2006/main">
            <a:off x="5010150" y="695325"/>
            <a:ext cx="1924050" cy="1323975"/>
          </a:xfrm>
          <a:prstGeom xmlns:a="http://schemas.openxmlformats.org/drawingml/2006/main" prst="rect">
            <a:avLst/>
          </a:prstGeom>
        </p:spPr>
      </p:pic>
      <p:pic>
        <p:nvPicPr>
          <p:cNvPr id="150" name=""/>
          <p:cNvPicPr>
            <a:picLocks xmlns:a="http://schemas.openxmlformats.org/drawingml/2006/main" noChangeAspect="1"/>
          </p:cNvPicPr>
          <p:nvPr/>
        </p:nvPicPr>
        <p:blipFill>
          <a:blip xmlns:r="http://schemas.openxmlformats.org/officeDocument/2006/relationships" xmlns:a="http://schemas.openxmlformats.org/drawingml/2006/main" r:embed="R8c2b2371459742fb"/>
          <a:stretch xmlns:a="http://schemas.openxmlformats.org/drawingml/2006/main"/>
        </p:blipFill>
        <p:spPr>
          <a:xfrm xmlns:a="http://schemas.openxmlformats.org/drawingml/2006/main">
            <a:off x="7686675" y="723900"/>
            <a:ext cx="6267450" cy="1104900"/>
          </a:xfrm>
          <a:prstGeom xmlns:a="http://schemas.openxmlformats.org/drawingml/2006/main" prst="rect">
            <a:avLst/>
          </a:prstGeom>
        </p:spPr>
      </p:pic>
      <p:pic>
        <p:nvPicPr>
          <p:cNvPr id="151" name=""/>
          <p:cNvPicPr>
            <a:picLocks xmlns:a="http://schemas.openxmlformats.org/drawingml/2006/main" noChangeAspect="1"/>
          </p:cNvPicPr>
          <p:nvPr/>
        </p:nvPicPr>
        <p:blipFill>
          <a:blip xmlns:r="http://schemas.openxmlformats.org/officeDocument/2006/relationships" xmlns:a="http://schemas.openxmlformats.org/drawingml/2006/main" r:embed="R18bbd734fbe94a5e"/>
          <a:stretch xmlns:a="http://schemas.openxmlformats.org/drawingml/2006/main"/>
        </p:blipFill>
        <p:spPr>
          <a:xfrm xmlns:a="http://schemas.openxmlformats.org/drawingml/2006/main">
            <a:off x="14154150" y="742950"/>
            <a:ext cx="3228975" cy="1076325"/>
          </a:xfrm>
          <a:prstGeom xmlns:a="http://schemas.openxmlformats.org/drawingml/2006/main" prst="rect">
            <a:avLst/>
          </a:prstGeom>
        </p:spPr>
      </p:pic>
      <p:pic>
        <p:nvPicPr>
          <p:cNvPr id="152" name=""/>
          <p:cNvPicPr>
            <a:picLocks xmlns:a="http://schemas.openxmlformats.org/drawingml/2006/main" noChangeAspect="1"/>
          </p:cNvPicPr>
          <p:nvPr/>
        </p:nvPicPr>
        <p:blipFill>
          <a:blip xmlns:r="http://schemas.openxmlformats.org/officeDocument/2006/relationships" xmlns:a="http://schemas.openxmlformats.org/drawingml/2006/main" r:embed="Rbcd2c98eaeae4b62"/>
          <a:stretch xmlns:a="http://schemas.openxmlformats.org/drawingml/2006/main"/>
        </p:blipFill>
        <p:spPr>
          <a:xfrm xmlns:a="http://schemas.openxmlformats.org/drawingml/2006/main">
            <a:off x="542925" y="2371725"/>
            <a:ext cx="3724275" cy="2409825"/>
          </a:xfrm>
          <a:prstGeom xmlns:a="http://schemas.openxmlformats.org/drawingml/2006/main" prst="rect">
            <a:avLst/>
          </a:prstGeom>
        </p:spPr>
      </p:pic>
      <p:pic>
        <p:nvPicPr>
          <p:cNvPr id="153" name=""/>
          <p:cNvPicPr>
            <a:picLocks xmlns:a="http://schemas.openxmlformats.org/drawingml/2006/main" noChangeAspect="1"/>
          </p:cNvPicPr>
          <p:nvPr/>
        </p:nvPicPr>
        <p:blipFill>
          <a:blip xmlns:r="http://schemas.openxmlformats.org/officeDocument/2006/relationships" xmlns:a="http://schemas.openxmlformats.org/drawingml/2006/main" r:embed="R7def7771321842a9"/>
          <a:stretch xmlns:a="http://schemas.openxmlformats.org/drawingml/2006/main"/>
        </p:blipFill>
        <p:spPr>
          <a:xfrm xmlns:a="http://schemas.openxmlformats.org/drawingml/2006/main">
            <a:off x="523875" y="5162550"/>
            <a:ext cx="3962400" cy="1314450"/>
          </a:xfrm>
          <a:prstGeom xmlns:a="http://schemas.openxmlformats.org/drawingml/2006/main" prst="rect">
            <a:avLst/>
          </a:prstGeom>
        </p:spPr>
      </p:pic>
      <p:pic>
        <p:nvPicPr>
          <p:cNvPr id="154" name=""/>
          <p:cNvPicPr>
            <a:picLocks xmlns:a="http://schemas.openxmlformats.org/drawingml/2006/main" noChangeAspect="1"/>
          </p:cNvPicPr>
          <p:nvPr/>
        </p:nvPicPr>
        <p:blipFill>
          <a:blip xmlns:r="http://schemas.openxmlformats.org/officeDocument/2006/relationships" xmlns:a="http://schemas.openxmlformats.org/drawingml/2006/main" r:embed="Rd4a3a412d8a84205"/>
          <a:stretch xmlns:a="http://schemas.openxmlformats.org/drawingml/2006/main"/>
        </p:blipFill>
        <p:spPr>
          <a:xfrm xmlns:a="http://schemas.openxmlformats.org/drawingml/2006/main">
            <a:off x="533400" y="6905625"/>
            <a:ext cx="3638550" cy="1343025"/>
          </a:xfrm>
          <a:prstGeom xmlns:a="http://schemas.openxmlformats.org/drawingml/2006/main" prst="rect">
            <a:avLst/>
          </a:prstGeom>
        </p:spPr>
      </p:pic>
      <p:pic>
        <p:nvPicPr>
          <p:cNvPr id="155" name=""/>
          <p:cNvPicPr>
            <a:picLocks xmlns:a="http://schemas.openxmlformats.org/drawingml/2006/main" noChangeAspect="1"/>
          </p:cNvPicPr>
          <p:nvPr/>
        </p:nvPicPr>
        <p:blipFill>
          <a:blip xmlns:r="http://schemas.openxmlformats.org/officeDocument/2006/relationships" xmlns:a="http://schemas.openxmlformats.org/drawingml/2006/main" r:embed="Rcc48354031e945e8"/>
          <a:stretch xmlns:a="http://schemas.openxmlformats.org/drawingml/2006/main"/>
        </p:blipFill>
        <p:spPr>
          <a:xfrm xmlns:a="http://schemas.openxmlformats.org/drawingml/2006/main">
            <a:off x="523875" y="8629650"/>
            <a:ext cx="2800350" cy="1524000"/>
          </a:xfrm>
          <a:prstGeom xmlns:a="http://schemas.openxmlformats.org/drawingml/2006/main" prst="rect">
            <a:avLst/>
          </a:prstGeom>
        </p:spPr>
      </p:pic>
      <p:pic>
        <p:nvPicPr>
          <p:cNvPr id="156" name=""/>
          <p:cNvPicPr>
            <a:picLocks xmlns:a="http://schemas.openxmlformats.org/drawingml/2006/main" noChangeAspect="1"/>
          </p:cNvPicPr>
          <p:nvPr/>
        </p:nvPicPr>
        <p:blipFill>
          <a:blip xmlns:r="http://schemas.openxmlformats.org/officeDocument/2006/relationships" xmlns:a="http://schemas.openxmlformats.org/drawingml/2006/main" r:embed="Reced09cc12174999"/>
          <a:stretch xmlns:a="http://schemas.openxmlformats.org/drawingml/2006/main"/>
        </p:blipFill>
        <p:spPr>
          <a:xfrm xmlns:a="http://schemas.openxmlformats.org/drawingml/2006/main">
            <a:off x="14163675" y="2190750"/>
            <a:ext cx="3238500" cy="1419225"/>
          </a:xfrm>
          <a:prstGeom xmlns:a="http://schemas.openxmlformats.org/drawingml/2006/main" prst="rect">
            <a:avLst/>
          </a:prstGeom>
        </p:spPr>
      </p:pic>
      <p:pic>
        <p:nvPicPr>
          <p:cNvPr id="157" name=""/>
          <p:cNvPicPr>
            <a:picLocks xmlns:a="http://schemas.openxmlformats.org/drawingml/2006/main" noChangeAspect="1"/>
          </p:cNvPicPr>
          <p:nvPr/>
        </p:nvPicPr>
        <p:blipFill>
          <a:blip xmlns:r="http://schemas.openxmlformats.org/officeDocument/2006/relationships" xmlns:a="http://schemas.openxmlformats.org/drawingml/2006/main" r:embed="Rf5164cadf15643d5"/>
          <a:stretch xmlns:a="http://schemas.openxmlformats.org/drawingml/2006/main"/>
        </p:blipFill>
        <p:spPr>
          <a:xfrm xmlns:a="http://schemas.openxmlformats.org/drawingml/2006/main">
            <a:off x="14725650" y="3971925"/>
            <a:ext cx="2695575" cy="1476375"/>
          </a:xfrm>
          <a:prstGeom xmlns:a="http://schemas.openxmlformats.org/drawingml/2006/main" prst="rect">
            <a:avLst/>
          </a:prstGeom>
        </p:spPr>
      </p:pic>
      <p:pic>
        <p:nvPicPr>
          <p:cNvPr id="158" name=""/>
          <p:cNvPicPr>
            <a:picLocks xmlns:a="http://schemas.openxmlformats.org/drawingml/2006/main" noChangeAspect="1"/>
          </p:cNvPicPr>
          <p:nvPr/>
        </p:nvPicPr>
        <p:blipFill>
          <a:blip xmlns:r="http://schemas.openxmlformats.org/officeDocument/2006/relationships" xmlns:a="http://schemas.openxmlformats.org/drawingml/2006/main" r:embed="R191527529d7a4964"/>
          <a:stretch xmlns:a="http://schemas.openxmlformats.org/drawingml/2006/main"/>
        </p:blipFill>
        <p:spPr>
          <a:xfrm xmlns:a="http://schemas.openxmlformats.org/drawingml/2006/main">
            <a:off x="15306675" y="5734050"/>
            <a:ext cx="2133600" cy="2657475"/>
          </a:xfrm>
          <a:prstGeom xmlns:a="http://schemas.openxmlformats.org/drawingml/2006/main" prst="rect">
            <a:avLst/>
          </a:prstGeom>
        </p:spPr>
      </p:pic>
      <p:pic>
        <p:nvPicPr>
          <p:cNvPr id="159" name=""/>
          <p:cNvPicPr>
            <a:picLocks xmlns:a="http://schemas.openxmlformats.org/drawingml/2006/main" noChangeAspect="1"/>
          </p:cNvPicPr>
          <p:nvPr/>
        </p:nvPicPr>
        <p:blipFill>
          <a:blip xmlns:r="http://schemas.openxmlformats.org/officeDocument/2006/relationships" xmlns:a="http://schemas.openxmlformats.org/drawingml/2006/main" r:embed="Rcf2ebbf03d3245c2"/>
          <a:stretch xmlns:a="http://schemas.openxmlformats.org/drawingml/2006/main"/>
        </p:blipFill>
        <p:spPr>
          <a:xfrm xmlns:a="http://schemas.openxmlformats.org/drawingml/2006/main">
            <a:off x="14135100" y="8839200"/>
            <a:ext cx="3248025" cy="1247775"/>
          </a:xfrm>
          <a:prstGeom xmlns:a="http://schemas.openxmlformats.org/drawingml/2006/main" prst="rect">
            <a:avLst/>
          </a:prstGeom>
        </p:spPr>
      </p:pic>
      <p:sp>
        <p:nvSpPr>
          <p:cNvPr id="13" name="title.Context Condensation">
            <a:extLst xmlns:a="http://schemas.openxmlformats.org/drawingml/2006/main">
              <a:ext uri="{FF2B5EF4-FFF2-40B4-BE49-F238E27FC236}">
                <a16:creationId xmlns:a16="http://schemas.microsoft.com/office/drawing/2014/main" id="{0EB873C2-F328-43B8-831D-888EC54EBB25}"/>
              </a:ext>
            </a:extLst>
          </p:cNvPr>
          <p:cNvSpPr>
            <a:spLocks xmlns:a="http://schemas.openxmlformats.org/drawingml/2006/main" noGrp="1"/>
          </p:cNvSpPr>
          <p:nvPr/>
        </p:nvSpPr>
        <p:spPr>
          <a:xfrm xmlns:a="http://schemas.openxmlformats.org/drawingml/2006/main">
            <a:off x="552450" y="371475"/>
            <a:ext cx="4000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763" b="0" i="0">
                <a:solidFill>
                  <a:srgbClr val="111111"/>
                </a:solidFill>
              </a:defRPr>
            </a:pPr>
            <a:r>
              <a:rPr sz="1763" b="0" i="0">
                <a:solidFill>
                  <a:srgbClr val="111111"/>
                </a:solidFill>
              </a:rPr>
              <a:t>Context Condensation</a:t>
            </a:r>
          </a:p>
        </p:txBody>
      </p:sp>
      <p:sp>
        <p:nvSpPr>
          <p:cNvPr id="14" name="title.Context Branching">
            <a:extLst xmlns:a="http://schemas.openxmlformats.org/drawingml/2006/main">
              <a:ext uri="{FF2B5EF4-FFF2-40B4-BE49-F238E27FC236}">
                <a16:creationId xmlns:a16="http://schemas.microsoft.com/office/drawing/2014/main" id="{2245BBB1-5EB6-4A1C-9BDB-C60E2317CD35}"/>
              </a:ext>
            </a:extLst>
          </p:cNvPr>
          <p:cNvSpPr>
            <a:spLocks xmlns:a="http://schemas.openxmlformats.org/drawingml/2006/main" noGrp="1"/>
          </p:cNvSpPr>
          <p:nvPr/>
        </p:nvSpPr>
        <p:spPr>
          <a:xfrm xmlns:a="http://schemas.openxmlformats.org/drawingml/2006/main">
            <a:off x="5000625" y="419100"/>
            <a:ext cx="2476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763" b="0" i="0">
                <a:solidFill>
                  <a:srgbClr val="111111"/>
                </a:solidFill>
              </a:defRPr>
            </a:pPr>
            <a:r>
              <a:rPr sz="1763" b="0" i="0">
                <a:solidFill>
                  <a:srgbClr val="111111"/>
                </a:solidFill>
              </a:rPr>
              <a:t>Context Branching</a:t>
            </a:r>
          </a:p>
        </p:txBody>
      </p:sp>
      <p:sp>
        <p:nvSpPr>
          <p:cNvPr id="15" name="title.Internalizing Experiences">
            <a:extLst xmlns:a="http://schemas.openxmlformats.org/drawingml/2006/main">
              <a:ext uri="{FF2B5EF4-FFF2-40B4-BE49-F238E27FC236}">
                <a16:creationId xmlns:a16="http://schemas.microsoft.com/office/drawing/2014/main" id="{14ECE7E0-109E-4B36-8427-2A7D946D58DA}"/>
              </a:ext>
            </a:extLst>
          </p:cNvPr>
          <p:cNvSpPr>
            <a:spLocks xmlns:a="http://schemas.openxmlformats.org/drawingml/2006/main" noGrp="1"/>
          </p:cNvSpPr>
          <p:nvPr/>
        </p:nvSpPr>
        <p:spPr>
          <a:xfrm xmlns:a="http://schemas.openxmlformats.org/drawingml/2006/main">
            <a:off x="7791450" y="400050"/>
            <a:ext cx="3714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763" b="0" i="0">
                <a:solidFill>
                  <a:srgbClr val="111111"/>
                </a:solidFill>
              </a:defRPr>
            </a:pPr>
            <a:r>
              <a:rPr sz="1763" b="0" i="0">
                <a:solidFill>
                  <a:srgbClr val="111111"/>
                </a:solidFill>
              </a:rPr>
              <a:t>Internalizing Experiences</a:t>
            </a:r>
          </a:p>
        </p:txBody>
      </p:sp>
      <p:sp>
        <p:nvSpPr>
          <p:cNvPr id="16" name="title.KV Generation">
            <a:extLst xmlns:a="http://schemas.openxmlformats.org/drawingml/2006/main">
              <a:ext uri="{FF2B5EF4-FFF2-40B4-BE49-F238E27FC236}">
                <a16:creationId xmlns:a16="http://schemas.microsoft.com/office/drawing/2014/main" id="{71561CF2-9F48-48AC-8707-C84745ADEF1F}"/>
              </a:ext>
            </a:extLst>
          </p:cNvPr>
          <p:cNvSpPr>
            <a:spLocks xmlns:a="http://schemas.openxmlformats.org/drawingml/2006/main" noGrp="1"/>
          </p:cNvSpPr>
          <p:nvPr/>
        </p:nvSpPr>
        <p:spPr>
          <a:xfrm xmlns:a="http://schemas.openxmlformats.org/drawingml/2006/main">
            <a:off x="15144750" y="457200"/>
            <a:ext cx="2381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763" b="0" i="0">
                <a:solidFill>
                  <a:srgbClr val="111111"/>
                </a:solidFill>
              </a:defRPr>
            </a:pPr>
            <a:r>
              <a:rPr sz="1763" b="0" i="0">
                <a:solidFill>
                  <a:srgbClr val="111111"/>
                </a:solidFill>
              </a:rPr>
              <a:t>KV Generation</a:t>
            </a:r>
          </a:p>
        </p:txBody>
      </p:sp>
      <p:sp>
        <p:nvSpPr>
          <p:cNvPr id="17" name="title.Extract Insights">
            <a:extLst xmlns:a="http://schemas.openxmlformats.org/drawingml/2006/main">
              <a:ext uri="{FF2B5EF4-FFF2-40B4-BE49-F238E27FC236}">
                <a16:creationId xmlns:a16="http://schemas.microsoft.com/office/drawing/2014/main" id="{A86A2ACD-3CB3-4001-96AE-7E76A89AC766}"/>
              </a:ext>
            </a:extLst>
          </p:cNvPr>
          <p:cNvSpPr>
            <a:spLocks xmlns:a="http://schemas.openxmlformats.org/drawingml/2006/main" noGrp="1"/>
          </p:cNvSpPr>
          <p:nvPr/>
        </p:nvSpPr>
        <p:spPr>
          <a:xfrm xmlns:a="http://schemas.openxmlformats.org/drawingml/2006/main">
            <a:off x="552450" y="2095500"/>
            <a:ext cx="2476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763" b="0" i="0">
                <a:solidFill>
                  <a:srgbClr val="111111"/>
                </a:solidFill>
              </a:defRPr>
            </a:pPr>
            <a:r>
              <a:rPr sz="1763" b="0" i="0">
                <a:solidFill>
                  <a:srgbClr val="111111"/>
                </a:solidFill>
              </a:rPr>
              <a:t>Extract Insights</a:t>
            </a:r>
          </a:p>
        </p:txBody>
      </p:sp>
      <p:sp>
        <p:nvSpPr>
          <p:cNvPr id="18" name="title.Multimodal RAG">
            <a:extLst xmlns:a="http://schemas.openxmlformats.org/drawingml/2006/main">
              <a:ext uri="{FF2B5EF4-FFF2-40B4-BE49-F238E27FC236}">
                <a16:creationId xmlns:a16="http://schemas.microsoft.com/office/drawing/2014/main" id="{99BD9AA4-B7AB-4AC1-8E86-4A9E23113D29}"/>
              </a:ext>
            </a:extLst>
          </p:cNvPr>
          <p:cNvSpPr>
            <a:spLocks xmlns:a="http://schemas.openxmlformats.org/drawingml/2006/main" noGrp="1"/>
          </p:cNvSpPr>
          <p:nvPr/>
        </p:nvSpPr>
        <p:spPr>
          <a:xfrm xmlns:a="http://schemas.openxmlformats.org/drawingml/2006/main">
            <a:off x="552450" y="4838700"/>
            <a:ext cx="2381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763" b="0" i="0">
                <a:solidFill>
                  <a:srgbClr val="111111"/>
                </a:solidFill>
              </a:defRPr>
            </a:pPr>
            <a:r>
              <a:rPr sz="1763" b="0" i="0">
                <a:solidFill>
                  <a:srgbClr val="111111"/>
                </a:solidFill>
              </a:rPr>
              <a:t>Multimodal RAG</a:t>
            </a:r>
          </a:p>
        </p:txBody>
      </p:sp>
      <p:sp>
        <p:nvSpPr>
          <p:cNvPr id="19" name="title.Knowledge Graph">
            <a:extLst xmlns:a="http://schemas.openxmlformats.org/drawingml/2006/main">
              <a:ext uri="{FF2B5EF4-FFF2-40B4-BE49-F238E27FC236}">
                <a16:creationId xmlns:a16="http://schemas.microsoft.com/office/drawing/2014/main" id="{AC203E42-09A3-4D99-A624-02A9700C681E}"/>
              </a:ext>
            </a:extLst>
          </p:cNvPr>
          <p:cNvSpPr>
            <a:spLocks xmlns:a="http://schemas.openxmlformats.org/drawingml/2006/main" noGrp="1"/>
          </p:cNvSpPr>
          <p:nvPr/>
        </p:nvSpPr>
        <p:spPr>
          <a:xfrm xmlns:a="http://schemas.openxmlformats.org/drawingml/2006/main">
            <a:off x="552450" y="6629400"/>
            <a:ext cx="2381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763" b="0" i="0">
                <a:solidFill>
                  <a:srgbClr val="111111"/>
                </a:solidFill>
              </a:defRPr>
            </a:pPr>
            <a:r>
              <a:rPr sz="1763" b="0" i="0">
                <a:solidFill>
                  <a:srgbClr val="111111"/>
                </a:solidFill>
              </a:rPr>
              <a:t>Knowledge Graph</a:t>
            </a:r>
          </a:p>
        </p:txBody>
      </p:sp>
      <p:sp>
        <p:nvSpPr>
          <p:cNvPr id="20" name="title.Model &amp; Knowledge Editing">
            <a:extLst xmlns:a="http://schemas.openxmlformats.org/drawingml/2006/main">
              <a:ext uri="{FF2B5EF4-FFF2-40B4-BE49-F238E27FC236}">
                <a16:creationId xmlns:a16="http://schemas.microsoft.com/office/drawing/2014/main" id="{1C254E64-CBFE-4C4F-AA27-850DEDF6EA1C}"/>
              </a:ext>
            </a:extLst>
          </p:cNvPr>
          <p:cNvSpPr>
            <a:spLocks xmlns:a="http://schemas.openxmlformats.org/drawingml/2006/main" noGrp="1"/>
          </p:cNvSpPr>
          <p:nvPr/>
        </p:nvSpPr>
        <p:spPr>
          <a:xfrm xmlns:a="http://schemas.openxmlformats.org/drawingml/2006/main">
            <a:off x="552450" y="8334375"/>
            <a:ext cx="3143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763" b="0" i="0">
                <a:solidFill>
                  <a:srgbClr val="111111"/>
                </a:solidFill>
              </a:defRPr>
            </a:pPr>
            <a:r>
              <a:rPr sz="1763" b="0" i="0">
                <a:solidFill>
                  <a:srgbClr val="111111"/>
                </a:solidFill>
              </a:rPr>
              <a:t>Model &amp; Knowledge Editing</a:t>
            </a:r>
          </a:p>
        </p:txBody>
      </p:sp>
      <p:sp>
        <p:nvSpPr>
          <p:cNvPr id="21" name="title.KV Reuse/Compression">
            <a:extLst xmlns:a="http://schemas.openxmlformats.org/drawingml/2006/main">
              <a:ext uri="{FF2B5EF4-FFF2-40B4-BE49-F238E27FC236}">
                <a16:creationId xmlns:a16="http://schemas.microsoft.com/office/drawing/2014/main" id="{7DB80F44-1817-4F4F-9DED-7B843E5A23FA}"/>
              </a:ext>
            </a:extLst>
          </p:cNvPr>
          <p:cNvSpPr>
            <a:spLocks xmlns:a="http://schemas.openxmlformats.org/drawingml/2006/main" noGrp="1"/>
          </p:cNvSpPr>
          <p:nvPr/>
        </p:nvSpPr>
        <p:spPr>
          <a:xfrm xmlns:a="http://schemas.openxmlformats.org/drawingml/2006/main">
            <a:off x="14382750" y="1847850"/>
            <a:ext cx="2952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763" b="0" i="0">
                <a:solidFill>
                  <a:srgbClr val="111111"/>
                </a:solidFill>
              </a:defRPr>
            </a:pPr>
            <a:r>
              <a:rPr sz="1763" b="0" i="0">
                <a:solidFill>
                  <a:srgbClr val="111111"/>
                </a:solidFill>
              </a:rPr>
              <a:t>KV Reuse/Compression</a:t>
            </a:r>
          </a:p>
        </p:txBody>
      </p:sp>
      <p:sp>
        <p:nvSpPr>
          <p:cNvPr id="22" name="title.Latent Memory Generation">
            <a:extLst xmlns:a="http://schemas.openxmlformats.org/drawingml/2006/main">
              <a:ext uri="{FF2B5EF4-FFF2-40B4-BE49-F238E27FC236}">
                <a16:creationId xmlns:a16="http://schemas.microsoft.com/office/drawing/2014/main" id="{C32A4A78-ADC7-4CD4-9733-523FC8338BBB}"/>
              </a:ext>
            </a:extLst>
          </p:cNvPr>
          <p:cNvSpPr>
            <a:spLocks xmlns:a="http://schemas.openxmlformats.org/drawingml/2006/main" noGrp="1"/>
          </p:cNvSpPr>
          <p:nvPr/>
        </p:nvSpPr>
        <p:spPr>
          <a:xfrm xmlns:a="http://schemas.openxmlformats.org/drawingml/2006/main">
            <a:off x="14649450" y="3648075"/>
            <a:ext cx="3143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763" b="0" i="0">
                <a:solidFill>
                  <a:srgbClr val="111111"/>
                </a:solidFill>
              </a:defRPr>
            </a:pPr>
            <a:r>
              <a:rPr sz="1763" b="0" i="0">
                <a:solidFill>
                  <a:srgbClr val="111111"/>
                </a:solidFill>
              </a:rPr>
              <a:t>Latent Memory Generation</a:t>
            </a:r>
          </a:p>
        </p:txBody>
      </p:sp>
      <p:sp>
        <p:nvSpPr>
          <p:cNvPr id="23" name="title.Latent Repository">
            <a:extLst xmlns:a="http://schemas.openxmlformats.org/drawingml/2006/main">
              <a:ext uri="{FF2B5EF4-FFF2-40B4-BE49-F238E27FC236}">
                <a16:creationId xmlns:a16="http://schemas.microsoft.com/office/drawing/2014/main" id="{D55E3442-8E0E-453C-871F-D3789D2F927C}"/>
              </a:ext>
            </a:extLst>
          </p:cNvPr>
          <p:cNvSpPr>
            <a:spLocks xmlns:a="http://schemas.openxmlformats.org/drawingml/2006/main" noGrp="1"/>
          </p:cNvSpPr>
          <p:nvPr/>
        </p:nvSpPr>
        <p:spPr>
          <a:xfrm xmlns:a="http://schemas.openxmlformats.org/drawingml/2006/main">
            <a:off x="15182850" y="8524875"/>
            <a:ext cx="2476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763" b="0" i="0">
                <a:solidFill>
                  <a:srgbClr val="111111"/>
                </a:solidFill>
              </a:defRPr>
            </a:pPr>
            <a:r>
              <a:rPr sz="1763" b="0" i="0">
                <a:solidFill>
                  <a:srgbClr val="111111"/>
                </a:solidFill>
              </a:rPr>
              <a:t>Latent Repository</a:t>
            </a:r>
          </a:p>
        </p:txBody>
      </p:sp>
      <p:sp>
        <p:nvSpPr>
          <p:cNvPr id="24" name="memory-plane.cell.0.0">
            <a:extLst xmlns:a="http://schemas.openxmlformats.org/drawingml/2006/main">
              <a:ext uri="{FF2B5EF4-FFF2-40B4-BE49-F238E27FC236}">
                <a16:creationId xmlns:a16="http://schemas.microsoft.com/office/drawing/2014/main" id="{0A766987-6D08-4A25-B23D-4258435CAAEA}"/>
              </a:ext>
            </a:extLst>
          </p:cNvPr>
          <p:cNvSpPr>
            <a:spLocks xmlns:a="http://schemas.openxmlformats.org/drawingml/2006/main" noGrp="1"/>
          </p:cNvSpPr>
          <p:nvPr/>
        </p:nvSpPr>
        <p:spPr>
          <a:xfrm xmlns:a="http://schemas.openxmlformats.org/drawingml/2006/main">
            <a:off x="6711950" y="5743575"/>
            <a:ext cx="3359150" cy="1241425"/>
          </a:xfrm>
          <a:custGeom xmlns:a="http://schemas.openxmlformats.org/drawingml/2006/main">
            <a:pathLst>
              <a:path w="3359150" h="1241425">
                <a:moveTo>
                  <a:pt x="1184275" y="0"/>
                </a:moveTo>
                <a:lnTo>
                  <a:pt x="3359150" y="0"/>
                </a:lnTo>
                <a:lnTo>
                  <a:pt x="2152650" y="1241425"/>
                </a:lnTo>
                <a:lnTo>
                  <a:pt x="0" y="1241425"/>
                </a:lnTo>
                <a:close/>
              </a:path>
            </a:pathLst>
          </a:custGeom>
          <a:solidFill xmlns:a="http://schemas.openxmlformats.org/drawingml/2006/main">
            <a:srgbClr val="DDE9E6"/>
          </a:solidFill>
          <a:ln xmlns:a="http://schemas.openxmlformats.org/drawingml/2006/main" w="953">
            <a:solidFill>
              <a:srgbClr val="DDE9E6"/>
            </a:solidFill>
            <a:prstDash val="solid"/>
          </a:ln>
        </p:spPr>
      </p:sp>
      <p:sp>
        <p:nvSpPr>
          <p:cNvPr id="25" name="memory-plane.cell.0.1">
            <a:extLst xmlns:a="http://schemas.openxmlformats.org/drawingml/2006/main">
              <a:ext uri="{FF2B5EF4-FFF2-40B4-BE49-F238E27FC236}">
                <a16:creationId xmlns:a16="http://schemas.microsoft.com/office/drawing/2014/main" id="{B851CF91-B3E1-4779-93B5-E652E09A8C9C}"/>
              </a:ext>
            </a:extLst>
          </p:cNvPr>
          <p:cNvSpPr>
            <a:spLocks xmlns:a="http://schemas.openxmlformats.org/drawingml/2006/main" noGrp="1"/>
          </p:cNvSpPr>
          <p:nvPr/>
        </p:nvSpPr>
        <p:spPr>
          <a:xfrm xmlns:a="http://schemas.openxmlformats.org/drawingml/2006/main">
            <a:off x="8864600" y="5743575"/>
            <a:ext cx="3381375" cy="1241425"/>
          </a:xfrm>
          <a:custGeom xmlns:a="http://schemas.openxmlformats.org/drawingml/2006/main">
            <a:pathLst>
              <a:path w="3381375" h="1241425">
                <a:moveTo>
                  <a:pt x="1206500" y="0"/>
                </a:moveTo>
                <a:lnTo>
                  <a:pt x="3381375" y="0"/>
                </a:lnTo>
                <a:lnTo>
                  <a:pt x="2152650" y="1241425"/>
                </a:lnTo>
                <a:lnTo>
                  <a:pt x="0" y="1241425"/>
                </a:lnTo>
                <a:close/>
              </a:path>
            </a:pathLst>
          </a:custGeom>
          <a:solidFill xmlns:a="http://schemas.openxmlformats.org/drawingml/2006/main">
            <a:srgbClr val="BED6D3"/>
          </a:solidFill>
          <a:ln xmlns:a="http://schemas.openxmlformats.org/drawingml/2006/main" w="953">
            <a:solidFill>
              <a:srgbClr val="BED6D3"/>
            </a:solidFill>
            <a:prstDash val="solid"/>
          </a:ln>
        </p:spPr>
      </p:sp>
      <p:sp>
        <p:nvSpPr>
          <p:cNvPr id="26" name="memory-plane.cell.0.2">
            <a:extLst xmlns:a="http://schemas.openxmlformats.org/drawingml/2006/main">
              <a:ext uri="{FF2B5EF4-FFF2-40B4-BE49-F238E27FC236}">
                <a16:creationId xmlns:a16="http://schemas.microsoft.com/office/drawing/2014/main" id="{733F49C7-14CE-4122-B538-A61BA77DD3F9}"/>
              </a:ext>
            </a:extLst>
          </p:cNvPr>
          <p:cNvSpPr>
            <a:spLocks xmlns:a="http://schemas.openxmlformats.org/drawingml/2006/main" noGrp="1"/>
          </p:cNvSpPr>
          <p:nvPr/>
        </p:nvSpPr>
        <p:spPr>
          <a:xfrm xmlns:a="http://schemas.openxmlformats.org/drawingml/2006/main">
            <a:off x="11017250" y="5743575"/>
            <a:ext cx="3403600" cy="1241425"/>
          </a:xfrm>
          <a:custGeom xmlns:a="http://schemas.openxmlformats.org/drawingml/2006/main">
            <a:pathLst>
              <a:path w="3403600" h="1241425">
                <a:moveTo>
                  <a:pt x="1228725" y="0"/>
                </a:moveTo>
                <a:lnTo>
                  <a:pt x="3403600" y="0"/>
                </a:lnTo>
                <a:lnTo>
                  <a:pt x="2152650" y="1241425"/>
                </a:lnTo>
                <a:lnTo>
                  <a:pt x="0" y="1241425"/>
                </a:lnTo>
                <a:close/>
              </a:path>
            </a:pathLst>
          </a:custGeom>
          <a:solidFill xmlns:a="http://schemas.openxmlformats.org/drawingml/2006/main">
            <a:srgbClr val="9FC2C0"/>
          </a:solidFill>
          <a:ln xmlns:a="http://schemas.openxmlformats.org/drawingml/2006/main" w="953">
            <a:solidFill>
              <a:srgbClr val="9FC2C0"/>
            </a:solidFill>
            <a:prstDash val="solid"/>
          </a:ln>
        </p:spPr>
      </p:sp>
      <p:sp>
        <p:nvSpPr>
          <p:cNvPr id="27" name="memory-plane.cell.1.0">
            <a:extLst xmlns:a="http://schemas.openxmlformats.org/drawingml/2006/main">
              <a:ext uri="{FF2B5EF4-FFF2-40B4-BE49-F238E27FC236}">
                <a16:creationId xmlns:a16="http://schemas.microsoft.com/office/drawing/2014/main" id="{04C39391-563D-4FCF-947E-CC49D2CD2371}"/>
              </a:ext>
            </a:extLst>
          </p:cNvPr>
          <p:cNvSpPr>
            <a:spLocks xmlns:a="http://schemas.openxmlformats.org/drawingml/2006/main" noGrp="1"/>
          </p:cNvSpPr>
          <p:nvPr/>
        </p:nvSpPr>
        <p:spPr>
          <a:xfrm xmlns:a="http://schemas.openxmlformats.org/drawingml/2006/main">
            <a:off x="5527675" y="6985000"/>
            <a:ext cx="3336925" cy="1241425"/>
          </a:xfrm>
          <a:custGeom xmlns:a="http://schemas.openxmlformats.org/drawingml/2006/main">
            <a:pathLst>
              <a:path w="3336925" h="1241425">
                <a:moveTo>
                  <a:pt x="1184275" y="0"/>
                </a:moveTo>
                <a:lnTo>
                  <a:pt x="3336925" y="0"/>
                </a:lnTo>
                <a:lnTo>
                  <a:pt x="2130425" y="1241425"/>
                </a:lnTo>
                <a:lnTo>
                  <a:pt x="0" y="1241425"/>
                </a:lnTo>
                <a:close/>
              </a:path>
            </a:pathLst>
          </a:custGeom>
          <a:solidFill xmlns:a="http://schemas.openxmlformats.org/drawingml/2006/main">
            <a:srgbClr val="E8E1DB"/>
          </a:solidFill>
          <a:ln xmlns:a="http://schemas.openxmlformats.org/drawingml/2006/main" w="953">
            <a:solidFill>
              <a:srgbClr val="E8E1DB"/>
            </a:solidFill>
            <a:prstDash val="solid"/>
          </a:ln>
        </p:spPr>
      </p:sp>
      <p:sp>
        <p:nvSpPr>
          <p:cNvPr id="28" name="memory-plane.cell.1.1">
            <a:extLst xmlns:a="http://schemas.openxmlformats.org/drawingml/2006/main">
              <a:ext uri="{FF2B5EF4-FFF2-40B4-BE49-F238E27FC236}">
                <a16:creationId xmlns:a16="http://schemas.microsoft.com/office/drawing/2014/main" id="{EB7E3167-940F-49E6-8480-AA785B74C9D4}"/>
              </a:ext>
            </a:extLst>
          </p:cNvPr>
          <p:cNvSpPr>
            <a:spLocks xmlns:a="http://schemas.openxmlformats.org/drawingml/2006/main" noGrp="1"/>
          </p:cNvSpPr>
          <p:nvPr/>
        </p:nvSpPr>
        <p:spPr>
          <a:xfrm xmlns:a="http://schemas.openxmlformats.org/drawingml/2006/main">
            <a:off x="7658100" y="6985000"/>
            <a:ext cx="3359150" cy="1241425"/>
          </a:xfrm>
          <a:custGeom xmlns:a="http://schemas.openxmlformats.org/drawingml/2006/main">
            <a:pathLst>
              <a:path w="3359150" h="1241425">
                <a:moveTo>
                  <a:pt x="1206500" y="0"/>
                </a:moveTo>
                <a:lnTo>
                  <a:pt x="3359150" y="0"/>
                </a:lnTo>
                <a:lnTo>
                  <a:pt x="2130425" y="1241425"/>
                </a:lnTo>
                <a:lnTo>
                  <a:pt x="0" y="1241425"/>
                </a:lnTo>
                <a:close/>
              </a:path>
            </a:pathLst>
          </a:custGeom>
          <a:solidFill xmlns:a="http://schemas.openxmlformats.org/drawingml/2006/main">
            <a:srgbClr val="D9D4CE"/>
          </a:solidFill>
          <a:ln xmlns:a="http://schemas.openxmlformats.org/drawingml/2006/main" w="953">
            <a:solidFill>
              <a:srgbClr val="D9D4CE"/>
            </a:solidFill>
            <a:prstDash val="solid"/>
          </a:ln>
        </p:spPr>
      </p:sp>
      <p:sp>
        <p:nvSpPr>
          <p:cNvPr id="29" name="memory-plane.cell.1.2">
            <a:extLst xmlns:a="http://schemas.openxmlformats.org/drawingml/2006/main">
              <a:ext uri="{FF2B5EF4-FFF2-40B4-BE49-F238E27FC236}">
                <a16:creationId xmlns:a16="http://schemas.microsoft.com/office/drawing/2014/main" id="{751359CD-A206-48E5-AD63-6E272699164B}"/>
              </a:ext>
            </a:extLst>
          </p:cNvPr>
          <p:cNvSpPr>
            <a:spLocks xmlns:a="http://schemas.openxmlformats.org/drawingml/2006/main" noGrp="1"/>
          </p:cNvSpPr>
          <p:nvPr/>
        </p:nvSpPr>
        <p:spPr>
          <a:xfrm xmlns:a="http://schemas.openxmlformats.org/drawingml/2006/main">
            <a:off x="9788525" y="6985000"/>
            <a:ext cx="3381375" cy="1241425"/>
          </a:xfrm>
          <a:custGeom xmlns:a="http://schemas.openxmlformats.org/drawingml/2006/main">
            <a:pathLst>
              <a:path w="3381375" h="1241425">
                <a:moveTo>
                  <a:pt x="1228725" y="0"/>
                </a:moveTo>
                <a:lnTo>
                  <a:pt x="3381375" y="0"/>
                </a:lnTo>
                <a:lnTo>
                  <a:pt x="2130425" y="1241425"/>
                </a:lnTo>
                <a:lnTo>
                  <a:pt x="0" y="1241425"/>
                </a:lnTo>
                <a:close/>
              </a:path>
            </a:pathLst>
          </a:custGeom>
          <a:solidFill xmlns:a="http://schemas.openxmlformats.org/drawingml/2006/main">
            <a:srgbClr val="AEB9B7"/>
          </a:solidFill>
          <a:ln xmlns:a="http://schemas.openxmlformats.org/drawingml/2006/main" w="953">
            <a:solidFill>
              <a:srgbClr val="AEB9B7"/>
            </a:solidFill>
            <a:prstDash val="solid"/>
          </a:ln>
        </p:spPr>
      </p:sp>
      <p:sp>
        <p:nvSpPr>
          <p:cNvPr id="30" name="memory-plane.cell.2.0">
            <a:extLst xmlns:a="http://schemas.openxmlformats.org/drawingml/2006/main">
              <a:ext uri="{FF2B5EF4-FFF2-40B4-BE49-F238E27FC236}">
                <a16:creationId xmlns:a16="http://schemas.microsoft.com/office/drawing/2014/main" id="{1A4D66C2-06D5-4FF5-AA63-71C945EF73E3}"/>
              </a:ext>
            </a:extLst>
          </p:cNvPr>
          <p:cNvSpPr>
            <a:spLocks xmlns:a="http://schemas.openxmlformats.org/drawingml/2006/main" noGrp="1"/>
          </p:cNvSpPr>
          <p:nvPr/>
        </p:nvSpPr>
        <p:spPr>
          <a:xfrm xmlns:a="http://schemas.openxmlformats.org/drawingml/2006/main">
            <a:off x="4343400" y="8226425"/>
            <a:ext cx="3314700" cy="1241425"/>
          </a:xfrm>
          <a:custGeom xmlns:a="http://schemas.openxmlformats.org/drawingml/2006/main">
            <a:pathLst>
              <a:path w="3314700" h="1241425">
                <a:moveTo>
                  <a:pt x="1184275" y="0"/>
                </a:moveTo>
                <a:lnTo>
                  <a:pt x="3314700" y="0"/>
                </a:lnTo>
                <a:lnTo>
                  <a:pt x="2108200" y="1241425"/>
                </a:lnTo>
                <a:lnTo>
                  <a:pt x="0" y="1241425"/>
                </a:lnTo>
                <a:close/>
              </a:path>
            </a:pathLst>
          </a:custGeom>
          <a:solidFill xmlns:a="http://schemas.openxmlformats.org/drawingml/2006/main">
            <a:srgbClr val="E6D6CF"/>
          </a:solidFill>
          <a:ln xmlns:a="http://schemas.openxmlformats.org/drawingml/2006/main" w="953">
            <a:solidFill>
              <a:srgbClr val="E6D6CF"/>
            </a:solidFill>
            <a:prstDash val="solid"/>
          </a:ln>
        </p:spPr>
      </p:sp>
      <p:sp>
        <p:nvSpPr>
          <p:cNvPr id="31" name="memory-plane.cell.2.1">
            <a:extLst xmlns:a="http://schemas.openxmlformats.org/drawingml/2006/main">
              <a:ext uri="{FF2B5EF4-FFF2-40B4-BE49-F238E27FC236}">
                <a16:creationId xmlns:a16="http://schemas.microsoft.com/office/drawing/2014/main" id="{BFA6074C-22E9-4712-9A35-94AD20EE44D2}"/>
              </a:ext>
            </a:extLst>
          </p:cNvPr>
          <p:cNvSpPr>
            <a:spLocks xmlns:a="http://schemas.openxmlformats.org/drawingml/2006/main" noGrp="1"/>
          </p:cNvSpPr>
          <p:nvPr/>
        </p:nvSpPr>
        <p:spPr>
          <a:xfrm xmlns:a="http://schemas.openxmlformats.org/drawingml/2006/main">
            <a:off x="6451600" y="8226425"/>
            <a:ext cx="3336925" cy="1241425"/>
          </a:xfrm>
          <a:custGeom xmlns:a="http://schemas.openxmlformats.org/drawingml/2006/main">
            <a:pathLst>
              <a:path w="3336925" h="1241425">
                <a:moveTo>
                  <a:pt x="1206500" y="0"/>
                </a:moveTo>
                <a:lnTo>
                  <a:pt x="3336925" y="0"/>
                </a:lnTo>
                <a:lnTo>
                  <a:pt x="2108200" y="1241425"/>
                </a:lnTo>
                <a:lnTo>
                  <a:pt x="0" y="1241425"/>
                </a:lnTo>
                <a:close/>
              </a:path>
            </a:pathLst>
          </a:custGeom>
          <a:solidFill xmlns:a="http://schemas.openxmlformats.org/drawingml/2006/main">
            <a:srgbClr val="D8BBB5"/>
          </a:solidFill>
          <a:ln xmlns:a="http://schemas.openxmlformats.org/drawingml/2006/main" w="953">
            <a:solidFill>
              <a:srgbClr val="D8BBB5"/>
            </a:solidFill>
            <a:prstDash val="solid"/>
          </a:ln>
        </p:spPr>
      </p:sp>
      <p:sp>
        <p:nvSpPr>
          <p:cNvPr id="32" name="memory-plane.cell.2.2">
            <a:extLst xmlns:a="http://schemas.openxmlformats.org/drawingml/2006/main">
              <a:ext uri="{FF2B5EF4-FFF2-40B4-BE49-F238E27FC236}">
                <a16:creationId xmlns:a16="http://schemas.microsoft.com/office/drawing/2014/main" id="{ABA4D3B2-4D53-451A-BC21-E9AC6DE5D584}"/>
              </a:ext>
            </a:extLst>
          </p:cNvPr>
          <p:cNvSpPr>
            <a:spLocks xmlns:a="http://schemas.openxmlformats.org/drawingml/2006/main" noGrp="1"/>
          </p:cNvSpPr>
          <p:nvPr/>
        </p:nvSpPr>
        <p:spPr>
          <a:xfrm xmlns:a="http://schemas.openxmlformats.org/drawingml/2006/main">
            <a:off x="8559800" y="8226425"/>
            <a:ext cx="3359150" cy="1241425"/>
          </a:xfrm>
          <a:custGeom xmlns:a="http://schemas.openxmlformats.org/drawingml/2006/main">
            <a:pathLst>
              <a:path w="3359150" h="1241425">
                <a:moveTo>
                  <a:pt x="1228725" y="0"/>
                </a:moveTo>
                <a:lnTo>
                  <a:pt x="3359150" y="0"/>
                </a:lnTo>
                <a:lnTo>
                  <a:pt x="2108200" y="1241425"/>
                </a:lnTo>
                <a:lnTo>
                  <a:pt x="0" y="1241425"/>
                </a:lnTo>
                <a:close/>
              </a:path>
            </a:pathLst>
          </a:custGeom>
          <a:solidFill xmlns:a="http://schemas.openxmlformats.org/drawingml/2006/main">
            <a:srgbClr val="C69E98"/>
          </a:solidFill>
          <a:ln xmlns:a="http://schemas.openxmlformats.org/drawingml/2006/main" w="953">
            <a:solidFill>
              <a:srgbClr val="C69E98"/>
            </a:solidFill>
            <a:prstDash val="solid"/>
          </a:ln>
        </p:spPr>
      </p:sp>
      <p:sp>
        <p:nvSpPr>
          <p:cNvPr id="33" name="memory-plane.border.0">
            <a:extLst xmlns:a="http://schemas.openxmlformats.org/drawingml/2006/main">
              <a:ext uri="{FF2B5EF4-FFF2-40B4-BE49-F238E27FC236}">
                <a16:creationId xmlns:a16="http://schemas.microsoft.com/office/drawing/2014/main" id="{89C192B1-D1FE-4056-872C-68650176733D}"/>
              </a:ext>
            </a:extLst>
          </p:cNvPr>
          <p:cNvSpPr>
            <a:spLocks xmlns:a="http://schemas.openxmlformats.org/drawingml/2006/main" noGrp="1"/>
          </p:cNvSpPr>
          <p:nvPr/>
        </p:nvSpPr>
        <p:spPr>
          <a:xfrm xmlns:a="http://schemas.openxmlformats.org/drawingml/2006/main" rot="0">
            <a:off x="7896225" y="5743575"/>
            <a:ext cx="6524625" cy="0"/>
          </a:xfrm>
          <a:prstGeom xmlns:a="http://schemas.openxmlformats.org/drawingml/2006/main" prst="line">
            <a:avLst/>
          </a:prstGeom>
          <a:noFill xmlns:a="http://schemas.openxmlformats.org/drawingml/2006/main"/>
          <a:ln xmlns:a="http://schemas.openxmlformats.org/drawingml/2006/main" w="20955">
            <a:solidFill>
              <a:srgbClr val="333333"/>
            </a:solidFill>
            <a:prstDash val="dash"/>
          </a:ln>
        </p:spPr>
      </p:sp>
      <p:sp>
        <p:nvSpPr>
          <p:cNvPr id="34" name="memory-plane.border.1">
            <a:extLst xmlns:a="http://schemas.openxmlformats.org/drawingml/2006/main">
              <a:ext uri="{FF2B5EF4-FFF2-40B4-BE49-F238E27FC236}">
                <a16:creationId xmlns:a16="http://schemas.microsoft.com/office/drawing/2014/main" id="{0B888B47-FB5F-4703-9AB6-A0868A181EDB}"/>
              </a:ext>
            </a:extLst>
          </p:cNvPr>
          <p:cNvSpPr>
            <a:spLocks xmlns:a="http://schemas.openxmlformats.org/drawingml/2006/main" noGrp="1"/>
          </p:cNvSpPr>
          <p:nvPr/>
        </p:nvSpPr>
        <p:spPr>
          <a:xfrm xmlns:a="http://schemas.openxmlformats.org/drawingml/2006/main" rot="8113138">
            <a:off x="9900843" y="7605713"/>
            <a:ext cx="5287164" cy="0"/>
          </a:xfrm>
          <a:prstGeom xmlns:a="http://schemas.openxmlformats.org/drawingml/2006/main" prst="line">
            <a:avLst/>
          </a:prstGeom>
          <a:noFill xmlns:a="http://schemas.openxmlformats.org/drawingml/2006/main"/>
          <a:ln xmlns:a="http://schemas.openxmlformats.org/drawingml/2006/main" w="20955">
            <a:solidFill>
              <a:srgbClr val="333333"/>
            </a:solidFill>
            <a:prstDash val="dash"/>
          </a:ln>
        </p:spPr>
      </p:sp>
      <p:sp>
        <p:nvSpPr>
          <p:cNvPr id="35" name="memory-plane.border.2">
            <a:extLst xmlns:a="http://schemas.openxmlformats.org/drawingml/2006/main">
              <a:ext uri="{FF2B5EF4-FFF2-40B4-BE49-F238E27FC236}">
                <a16:creationId xmlns:a16="http://schemas.microsoft.com/office/drawing/2014/main" id="{AB9564F5-A5FD-4158-9895-274E06074B8C}"/>
              </a:ext>
            </a:extLst>
          </p:cNvPr>
          <p:cNvSpPr>
            <a:spLocks xmlns:a="http://schemas.openxmlformats.org/drawingml/2006/main" noGrp="1"/>
          </p:cNvSpPr>
          <p:nvPr/>
        </p:nvSpPr>
        <p:spPr>
          <a:xfrm xmlns:a="http://schemas.openxmlformats.org/drawingml/2006/main" rot="10800000">
            <a:off x="4343400" y="9467850"/>
            <a:ext cx="6324600" cy="0"/>
          </a:xfrm>
          <a:prstGeom xmlns:a="http://schemas.openxmlformats.org/drawingml/2006/main" prst="line">
            <a:avLst/>
          </a:prstGeom>
          <a:noFill xmlns:a="http://schemas.openxmlformats.org/drawingml/2006/main"/>
          <a:ln xmlns:a="http://schemas.openxmlformats.org/drawingml/2006/main" w="20955">
            <a:solidFill>
              <a:srgbClr val="333333"/>
            </a:solidFill>
            <a:prstDash val="dash"/>
          </a:ln>
        </p:spPr>
      </p:sp>
      <p:sp>
        <p:nvSpPr>
          <p:cNvPr id="36" name="memory-plane.border.3">
            <a:extLst xmlns:a="http://schemas.openxmlformats.org/drawingml/2006/main">
              <a:ext uri="{FF2B5EF4-FFF2-40B4-BE49-F238E27FC236}">
                <a16:creationId xmlns:a16="http://schemas.microsoft.com/office/drawing/2014/main" id="{94314690-2642-4B03-ABE0-02E65E555470}"/>
              </a:ext>
            </a:extLst>
          </p:cNvPr>
          <p:cNvSpPr>
            <a:spLocks xmlns:a="http://schemas.openxmlformats.org/drawingml/2006/main" noGrp="1"/>
          </p:cNvSpPr>
          <p:nvPr/>
        </p:nvSpPr>
        <p:spPr>
          <a:xfrm xmlns:a="http://schemas.openxmlformats.org/drawingml/2006/main" rot="-2780979">
            <a:off x="3546255" y="7605713"/>
            <a:ext cx="5147115" cy="0"/>
          </a:xfrm>
          <a:prstGeom xmlns:a="http://schemas.openxmlformats.org/drawingml/2006/main" prst="line">
            <a:avLst/>
          </a:prstGeom>
          <a:noFill xmlns:a="http://schemas.openxmlformats.org/drawingml/2006/main"/>
          <a:ln xmlns:a="http://schemas.openxmlformats.org/drawingml/2006/main" w="20955">
            <a:solidFill>
              <a:srgbClr val="333333"/>
            </a:solidFill>
            <a:prstDash val="dash"/>
          </a:ln>
        </p:spPr>
      </p:sp>
      <p:sp>
        <p:nvSpPr>
          <p:cNvPr id="37" name="memory-plane.front.token">
            <a:extLst xmlns:a="http://schemas.openxmlformats.org/drawingml/2006/main">
              <a:ext uri="{FF2B5EF4-FFF2-40B4-BE49-F238E27FC236}">
                <a16:creationId xmlns:a16="http://schemas.microsoft.com/office/drawing/2014/main" id="{C738D7B8-BD0D-4F8E-9489-4EA381C13E40}"/>
              </a:ext>
            </a:extLst>
          </p:cNvPr>
          <p:cNvSpPr>
            <a:spLocks xmlns:a="http://schemas.openxmlformats.org/drawingml/2006/main" noGrp="1"/>
          </p:cNvSpPr>
          <p:nvPr/>
        </p:nvSpPr>
        <p:spPr>
          <a:xfrm xmlns:a="http://schemas.openxmlformats.org/drawingml/2006/main">
            <a:off x="4343400" y="9467850"/>
            <a:ext cx="2181225" cy="419100"/>
          </a:xfrm>
          <a:prstGeom xmlns:a="http://schemas.openxmlformats.org/drawingml/2006/main" prst="rect">
            <a:avLst/>
          </a:prstGeom>
          <a:solidFill xmlns:a="http://schemas.openxmlformats.org/drawingml/2006/main">
            <a:srgbClr val="EFF4F2"/>
          </a:solidFill>
          <a:ln xmlns:a="http://schemas.openxmlformats.org/drawingml/2006/main" w="3810">
            <a:solidFill>
              <a:srgbClr val="333333"/>
            </a:solidFill>
            <a:prstDash val="solid"/>
          </a:ln>
        </p:spPr>
      </p:sp>
      <p:sp>
        <p:nvSpPr>
          <p:cNvPr id="38" name="memory-plane.front.parametric">
            <a:extLst xmlns:a="http://schemas.openxmlformats.org/drawingml/2006/main">
              <a:ext uri="{FF2B5EF4-FFF2-40B4-BE49-F238E27FC236}">
                <a16:creationId xmlns:a16="http://schemas.microsoft.com/office/drawing/2014/main" id="{42F18502-0EC6-4675-A77B-258347E6B502}"/>
              </a:ext>
            </a:extLst>
          </p:cNvPr>
          <p:cNvSpPr>
            <a:spLocks xmlns:a="http://schemas.openxmlformats.org/drawingml/2006/main" noGrp="1"/>
          </p:cNvSpPr>
          <p:nvPr/>
        </p:nvSpPr>
        <p:spPr>
          <a:xfrm xmlns:a="http://schemas.openxmlformats.org/drawingml/2006/main">
            <a:off x="6524625" y="9467850"/>
            <a:ext cx="2171700" cy="419100"/>
          </a:xfrm>
          <a:prstGeom xmlns:a="http://schemas.openxmlformats.org/drawingml/2006/main" prst="rect">
            <a:avLst/>
          </a:prstGeom>
          <a:solidFill xmlns:a="http://schemas.openxmlformats.org/drawingml/2006/main">
            <a:srgbClr val="C4E2DF"/>
          </a:solidFill>
          <a:ln xmlns:a="http://schemas.openxmlformats.org/drawingml/2006/main" w="3810">
            <a:solidFill>
              <a:srgbClr val="333333"/>
            </a:solidFill>
            <a:prstDash val="solid"/>
          </a:ln>
        </p:spPr>
      </p:sp>
      <p:sp>
        <p:nvSpPr>
          <p:cNvPr id="39" name="memory-plane.front.latent">
            <a:extLst xmlns:a="http://schemas.openxmlformats.org/drawingml/2006/main">
              <a:ext uri="{FF2B5EF4-FFF2-40B4-BE49-F238E27FC236}">
                <a16:creationId xmlns:a16="http://schemas.microsoft.com/office/drawing/2014/main" id="{4C31C6B9-C760-42B9-A7C2-59F5E2341490}"/>
              </a:ext>
            </a:extLst>
          </p:cNvPr>
          <p:cNvSpPr>
            <a:spLocks xmlns:a="http://schemas.openxmlformats.org/drawingml/2006/main" noGrp="1"/>
          </p:cNvSpPr>
          <p:nvPr/>
        </p:nvSpPr>
        <p:spPr>
          <a:xfrm xmlns:a="http://schemas.openxmlformats.org/drawingml/2006/main">
            <a:off x="8696325" y="9467850"/>
            <a:ext cx="1971675" cy="419100"/>
          </a:xfrm>
          <a:prstGeom xmlns:a="http://schemas.openxmlformats.org/drawingml/2006/main" prst="rect">
            <a:avLst/>
          </a:prstGeom>
          <a:solidFill xmlns:a="http://schemas.openxmlformats.org/drawingml/2006/main">
            <a:srgbClr val="5BA7AC"/>
          </a:solidFill>
          <a:ln xmlns:a="http://schemas.openxmlformats.org/drawingml/2006/main" w="3810">
            <a:solidFill>
              <a:srgbClr val="333333"/>
            </a:solidFill>
            <a:prstDash val="solid"/>
          </a:ln>
        </p:spPr>
      </p:sp>
      <p:sp>
        <p:nvSpPr>
          <p:cNvPr id="40" name="memory-plane.front.bottom">
            <a:extLst xmlns:a="http://schemas.openxmlformats.org/drawingml/2006/main">
              <a:ext uri="{FF2B5EF4-FFF2-40B4-BE49-F238E27FC236}">
                <a16:creationId xmlns:a16="http://schemas.microsoft.com/office/drawing/2014/main" id="{F91D7315-9AB4-4E5B-96E4-5BC871427869}"/>
              </a:ext>
            </a:extLst>
          </p:cNvPr>
          <p:cNvSpPr>
            <a:spLocks xmlns:a="http://schemas.openxmlformats.org/drawingml/2006/main" noGrp="1"/>
          </p:cNvSpPr>
          <p:nvPr/>
        </p:nvSpPr>
        <p:spPr>
          <a:xfrm xmlns:a="http://schemas.openxmlformats.org/drawingml/2006/main" rot="0">
            <a:off x="4343400" y="9886950"/>
            <a:ext cx="6324600" cy="0"/>
          </a:xfrm>
          <a:prstGeom xmlns:a="http://schemas.openxmlformats.org/drawingml/2006/main" prst="line">
            <a:avLst/>
          </a:prstGeom>
          <a:noFill xmlns:a="http://schemas.openxmlformats.org/drawingml/2006/main"/>
          <a:ln xmlns:a="http://schemas.openxmlformats.org/drawingml/2006/main" w="19050">
            <a:solidFill>
              <a:srgbClr val="333333"/>
            </a:solidFill>
            <a:prstDash val="dash"/>
          </a:ln>
        </p:spPr>
      </p:sp>
      <p:sp>
        <p:nvSpPr>
          <p:cNvPr id="41" name="projection.0">
            <a:extLst xmlns:a="http://schemas.openxmlformats.org/drawingml/2006/main">
              <a:ext uri="{FF2B5EF4-FFF2-40B4-BE49-F238E27FC236}">
                <a16:creationId xmlns:a16="http://schemas.microsoft.com/office/drawing/2014/main" id="{81AC79E0-425E-431F-8570-0C3F44FFE36E}"/>
              </a:ext>
            </a:extLst>
          </p:cNvPr>
          <p:cNvSpPr>
            <a:spLocks xmlns:a="http://schemas.openxmlformats.org/drawingml/2006/main" noGrp="1"/>
          </p:cNvSpPr>
          <p:nvPr/>
        </p:nvSpPr>
        <p:spPr>
          <a:xfrm xmlns:a="http://schemas.openxmlformats.org/drawingml/2006/main" rot="5045935">
            <a:off x="1580562" y="5753100"/>
            <a:ext cx="7411625" cy="0"/>
          </a:xfrm>
          <a:prstGeom xmlns:a="http://schemas.openxmlformats.org/drawingml/2006/main" prst="line">
            <a:avLst/>
          </a:prstGeom>
          <a:noFill xmlns:a="http://schemas.openxmlformats.org/drawingml/2006/main"/>
          <a:ln xmlns:a="http://schemas.openxmlformats.org/drawingml/2006/main" w="24765">
            <a:solidFill>
              <a:srgbClr val="6A6A6A"/>
            </a:solidFill>
            <a:prstDash val="dash"/>
          </a:ln>
        </p:spPr>
      </p:sp>
      <p:sp>
        <p:nvSpPr>
          <p:cNvPr id="42" name="projection.1">
            <a:extLst xmlns:a="http://schemas.openxmlformats.org/drawingml/2006/main">
              <a:ext uri="{FF2B5EF4-FFF2-40B4-BE49-F238E27FC236}">
                <a16:creationId xmlns:a16="http://schemas.microsoft.com/office/drawing/2014/main" id="{381F7A67-FEEC-4780-BE3E-0E9483ABF4E0}"/>
              </a:ext>
            </a:extLst>
          </p:cNvPr>
          <p:cNvSpPr>
            <a:spLocks xmlns:a="http://schemas.openxmlformats.org/drawingml/2006/main" noGrp="1"/>
          </p:cNvSpPr>
          <p:nvPr/>
        </p:nvSpPr>
        <p:spPr>
          <a:xfrm xmlns:a="http://schemas.openxmlformats.org/drawingml/2006/main" rot="4762131">
            <a:off x="3707541" y="4876800"/>
            <a:ext cx="5834193" cy="0"/>
          </a:xfrm>
          <a:prstGeom xmlns:a="http://schemas.openxmlformats.org/drawingml/2006/main" prst="line">
            <a:avLst/>
          </a:prstGeom>
          <a:noFill xmlns:a="http://schemas.openxmlformats.org/drawingml/2006/main"/>
          <a:ln xmlns:a="http://schemas.openxmlformats.org/drawingml/2006/main" w="24765">
            <a:solidFill>
              <a:srgbClr val="6A6A6A"/>
            </a:solidFill>
            <a:prstDash val="dash"/>
          </a:ln>
        </p:spPr>
      </p:sp>
      <p:sp>
        <p:nvSpPr>
          <p:cNvPr id="43" name="projection.2">
            <a:extLst xmlns:a="http://schemas.openxmlformats.org/drawingml/2006/main">
              <a:ext uri="{FF2B5EF4-FFF2-40B4-BE49-F238E27FC236}">
                <a16:creationId xmlns:a16="http://schemas.microsoft.com/office/drawing/2014/main" id="{7F1C8066-0592-4EE7-8065-43F4389A483D}"/>
              </a:ext>
            </a:extLst>
          </p:cNvPr>
          <p:cNvSpPr>
            <a:spLocks xmlns:a="http://schemas.openxmlformats.org/drawingml/2006/main" noGrp="1"/>
          </p:cNvSpPr>
          <p:nvPr/>
        </p:nvSpPr>
        <p:spPr>
          <a:xfrm xmlns:a="http://schemas.openxmlformats.org/drawingml/2006/main" rot="4593651">
            <a:off x="5862540" y="4200525"/>
            <a:ext cx="4876995" cy="0"/>
          </a:xfrm>
          <a:prstGeom xmlns:a="http://schemas.openxmlformats.org/drawingml/2006/main" prst="line">
            <a:avLst/>
          </a:prstGeom>
          <a:noFill xmlns:a="http://schemas.openxmlformats.org/drawingml/2006/main"/>
          <a:ln xmlns:a="http://schemas.openxmlformats.org/drawingml/2006/main" w="24765">
            <a:solidFill>
              <a:srgbClr val="6A6A6A"/>
            </a:solidFill>
            <a:prstDash val="dash"/>
          </a:ln>
        </p:spPr>
      </p:sp>
      <p:sp>
        <p:nvSpPr>
          <p:cNvPr id="44" name="projection.3">
            <a:extLst xmlns:a="http://schemas.openxmlformats.org/drawingml/2006/main">
              <a:ext uri="{FF2B5EF4-FFF2-40B4-BE49-F238E27FC236}">
                <a16:creationId xmlns:a16="http://schemas.microsoft.com/office/drawing/2014/main" id="{32FB583E-6353-4640-A63F-9A0BF3B5D7EA}"/>
              </a:ext>
            </a:extLst>
          </p:cNvPr>
          <p:cNvSpPr>
            <a:spLocks xmlns:a="http://schemas.openxmlformats.org/drawingml/2006/main" noGrp="1"/>
          </p:cNvSpPr>
          <p:nvPr/>
        </p:nvSpPr>
        <p:spPr>
          <a:xfrm xmlns:a="http://schemas.openxmlformats.org/drawingml/2006/main" rot="4748824">
            <a:off x="5777511" y="4933950"/>
            <a:ext cx="6323402" cy="0"/>
          </a:xfrm>
          <a:prstGeom xmlns:a="http://schemas.openxmlformats.org/drawingml/2006/main" prst="line">
            <a:avLst/>
          </a:prstGeom>
          <a:noFill xmlns:a="http://schemas.openxmlformats.org/drawingml/2006/main"/>
          <a:ln xmlns:a="http://schemas.openxmlformats.org/drawingml/2006/main" w="24765">
            <a:solidFill>
              <a:srgbClr val="6A6A6A"/>
            </a:solidFill>
            <a:prstDash val="dash"/>
          </a:ln>
        </p:spPr>
      </p:sp>
      <p:sp>
        <p:nvSpPr>
          <p:cNvPr id="45" name="projection.4">
            <a:extLst xmlns:a="http://schemas.openxmlformats.org/drawingml/2006/main">
              <a:ext uri="{FF2B5EF4-FFF2-40B4-BE49-F238E27FC236}">
                <a16:creationId xmlns:a16="http://schemas.microsoft.com/office/drawing/2014/main" id="{4574DD60-4042-48FB-A239-A30C05485C2F}"/>
              </a:ext>
            </a:extLst>
          </p:cNvPr>
          <p:cNvSpPr>
            <a:spLocks xmlns:a="http://schemas.openxmlformats.org/drawingml/2006/main" noGrp="1"/>
          </p:cNvSpPr>
          <p:nvPr/>
        </p:nvSpPr>
        <p:spPr>
          <a:xfrm xmlns:a="http://schemas.openxmlformats.org/drawingml/2006/main" rot="4374328">
            <a:off x="7864343" y="4148138"/>
            <a:ext cx="4892940" cy="0"/>
          </a:xfrm>
          <a:prstGeom xmlns:a="http://schemas.openxmlformats.org/drawingml/2006/main" prst="line">
            <a:avLst/>
          </a:prstGeom>
          <a:noFill xmlns:a="http://schemas.openxmlformats.org/drawingml/2006/main"/>
          <a:ln xmlns:a="http://schemas.openxmlformats.org/drawingml/2006/main" w="24765">
            <a:solidFill>
              <a:srgbClr val="6A6A6A"/>
            </a:solidFill>
            <a:prstDash val="dash"/>
          </a:ln>
        </p:spPr>
      </p:sp>
      <p:sp>
        <p:nvSpPr>
          <p:cNvPr id="46" name="projection.5">
            <a:extLst xmlns:a="http://schemas.openxmlformats.org/drawingml/2006/main">
              <a:ext uri="{FF2B5EF4-FFF2-40B4-BE49-F238E27FC236}">
                <a16:creationId xmlns:a16="http://schemas.microsoft.com/office/drawing/2014/main" id="{BF3E3EDB-AC27-4828-88CC-92E1A1011074}"/>
              </a:ext>
            </a:extLst>
          </p:cNvPr>
          <p:cNvSpPr>
            <a:spLocks xmlns:a="http://schemas.openxmlformats.org/drawingml/2006/main" noGrp="1"/>
          </p:cNvSpPr>
          <p:nvPr/>
        </p:nvSpPr>
        <p:spPr>
          <a:xfrm xmlns:a="http://schemas.openxmlformats.org/drawingml/2006/main" rot="4556510">
            <a:off x="7715306" y="4748213"/>
            <a:ext cx="6038737" cy="0"/>
          </a:xfrm>
          <a:prstGeom xmlns:a="http://schemas.openxmlformats.org/drawingml/2006/main" prst="line">
            <a:avLst/>
          </a:prstGeom>
          <a:noFill xmlns:a="http://schemas.openxmlformats.org/drawingml/2006/main"/>
          <a:ln xmlns:a="http://schemas.openxmlformats.org/drawingml/2006/main" w="24765">
            <a:solidFill>
              <a:srgbClr val="6A6A6A"/>
            </a:solidFill>
            <a:prstDash val="dash"/>
          </a:ln>
        </p:spPr>
      </p:sp>
      <p:sp>
        <p:nvSpPr>
          <p:cNvPr id="47" name="projection.6">
            <a:extLst xmlns:a="http://schemas.openxmlformats.org/drawingml/2006/main">
              <a:ext uri="{FF2B5EF4-FFF2-40B4-BE49-F238E27FC236}">
                <a16:creationId xmlns:a16="http://schemas.microsoft.com/office/drawing/2014/main" id="{3033F2D8-91D2-47C7-9F0A-20B1948E559C}"/>
              </a:ext>
            </a:extLst>
          </p:cNvPr>
          <p:cNvSpPr>
            <a:spLocks xmlns:a="http://schemas.openxmlformats.org/drawingml/2006/main" noGrp="1"/>
          </p:cNvSpPr>
          <p:nvPr/>
        </p:nvSpPr>
        <p:spPr>
          <a:xfrm xmlns:a="http://schemas.openxmlformats.org/drawingml/2006/main" rot="4843396">
            <a:off x="9390212" y="4433888"/>
            <a:ext cx="5317825" cy="0"/>
          </a:xfrm>
          <a:prstGeom xmlns:a="http://schemas.openxmlformats.org/drawingml/2006/main" prst="line">
            <a:avLst/>
          </a:prstGeom>
          <a:noFill xmlns:a="http://schemas.openxmlformats.org/drawingml/2006/main"/>
          <a:ln xmlns:a="http://schemas.openxmlformats.org/drawingml/2006/main" w="24765">
            <a:solidFill>
              <a:srgbClr val="6A6A6A"/>
            </a:solidFill>
            <a:prstDash val="dash"/>
          </a:ln>
        </p:spPr>
      </p:sp>
      <p:sp>
        <p:nvSpPr>
          <p:cNvPr id="48" name="projection.7">
            <a:extLst xmlns:a="http://schemas.openxmlformats.org/drawingml/2006/main">
              <a:ext uri="{FF2B5EF4-FFF2-40B4-BE49-F238E27FC236}">
                <a16:creationId xmlns:a16="http://schemas.microsoft.com/office/drawing/2014/main" id="{BB53A74C-6CC3-4F12-9D61-B173E35E9C6D}"/>
              </a:ext>
            </a:extLst>
          </p:cNvPr>
          <p:cNvSpPr>
            <a:spLocks xmlns:a="http://schemas.openxmlformats.org/drawingml/2006/main" noGrp="1"/>
          </p:cNvSpPr>
          <p:nvPr/>
        </p:nvSpPr>
        <p:spPr>
          <a:xfrm xmlns:a="http://schemas.openxmlformats.org/drawingml/2006/main" rot="4277296">
            <a:off x="3846673" y="6267450"/>
            <a:ext cx="3117528" cy="0"/>
          </a:xfrm>
          <a:prstGeom xmlns:a="http://schemas.openxmlformats.org/drawingml/2006/main" prst="line">
            <a:avLst/>
          </a:prstGeom>
          <a:noFill xmlns:a="http://schemas.openxmlformats.org/drawingml/2006/main"/>
          <a:ln xmlns:a="http://schemas.openxmlformats.org/drawingml/2006/main" w="24765">
            <a:solidFill>
              <a:srgbClr val="6A6A6A"/>
            </a:solidFill>
            <a:prstDash val="dash"/>
          </a:ln>
        </p:spPr>
      </p:sp>
      <p:sp>
        <p:nvSpPr>
          <p:cNvPr id="49" name="projection.8">
            <a:extLst xmlns:a="http://schemas.openxmlformats.org/drawingml/2006/main">
              <a:ext uri="{FF2B5EF4-FFF2-40B4-BE49-F238E27FC236}">
                <a16:creationId xmlns:a16="http://schemas.microsoft.com/office/drawing/2014/main" id="{D8E55013-7986-44D9-AE5B-D0C3807F7870}"/>
              </a:ext>
            </a:extLst>
          </p:cNvPr>
          <p:cNvSpPr>
            <a:spLocks xmlns:a="http://schemas.openxmlformats.org/drawingml/2006/main" noGrp="1"/>
          </p:cNvSpPr>
          <p:nvPr/>
        </p:nvSpPr>
        <p:spPr>
          <a:xfrm xmlns:a="http://schemas.openxmlformats.org/drawingml/2006/main" rot="4644686">
            <a:off x="4457696" y="4919663"/>
            <a:ext cx="5943608" cy="0"/>
          </a:xfrm>
          <a:prstGeom xmlns:a="http://schemas.openxmlformats.org/drawingml/2006/main" prst="line">
            <a:avLst/>
          </a:prstGeom>
          <a:noFill xmlns:a="http://schemas.openxmlformats.org/drawingml/2006/main"/>
          <a:ln xmlns:a="http://schemas.openxmlformats.org/drawingml/2006/main" w="24765">
            <a:solidFill>
              <a:srgbClr val="6A6A6A"/>
            </a:solidFill>
            <a:prstDash val="dash"/>
          </a:ln>
        </p:spPr>
      </p:sp>
      <p:sp>
        <p:nvSpPr>
          <p:cNvPr id="50" name="projection.9">
            <a:extLst xmlns:a="http://schemas.openxmlformats.org/drawingml/2006/main">
              <a:ext uri="{FF2B5EF4-FFF2-40B4-BE49-F238E27FC236}">
                <a16:creationId xmlns:a16="http://schemas.microsoft.com/office/drawing/2014/main" id="{5E0ABBD0-D47E-4E73-9FDF-1520583102FA}"/>
              </a:ext>
            </a:extLst>
          </p:cNvPr>
          <p:cNvSpPr>
            <a:spLocks xmlns:a="http://schemas.openxmlformats.org/drawingml/2006/main" noGrp="1"/>
          </p:cNvSpPr>
          <p:nvPr/>
        </p:nvSpPr>
        <p:spPr>
          <a:xfrm xmlns:a="http://schemas.openxmlformats.org/drawingml/2006/main" rot="4697460">
            <a:off x="8133383" y="4029075"/>
            <a:ext cx="3754784" cy="0"/>
          </a:xfrm>
          <a:prstGeom xmlns:a="http://schemas.openxmlformats.org/drawingml/2006/main" prst="line">
            <a:avLst/>
          </a:prstGeom>
          <a:noFill xmlns:a="http://schemas.openxmlformats.org/drawingml/2006/main"/>
          <a:ln xmlns:a="http://schemas.openxmlformats.org/drawingml/2006/main" w="24765">
            <a:solidFill>
              <a:srgbClr val="6A6A6A"/>
            </a:solidFill>
            <a:prstDash val="dash"/>
          </a:ln>
        </p:spPr>
      </p:sp>
      <p:sp>
        <p:nvSpPr>
          <p:cNvPr id="51" name="projection.10">
            <a:extLst xmlns:a="http://schemas.openxmlformats.org/drawingml/2006/main">
              <a:ext uri="{FF2B5EF4-FFF2-40B4-BE49-F238E27FC236}">
                <a16:creationId xmlns:a16="http://schemas.microsoft.com/office/drawing/2014/main" id="{B9AB1F4C-28A7-4664-B619-68D518794F55}"/>
              </a:ext>
            </a:extLst>
          </p:cNvPr>
          <p:cNvSpPr>
            <a:spLocks xmlns:a="http://schemas.openxmlformats.org/drawingml/2006/main" noGrp="1"/>
          </p:cNvSpPr>
          <p:nvPr/>
        </p:nvSpPr>
        <p:spPr>
          <a:xfrm xmlns:a="http://schemas.openxmlformats.org/drawingml/2006/main" rot="4954116">
            <a:off x="11079677" y="4476750"/>
            <a:ext cx="1767446" cy="0"/>
          </a:xfrm>
          <a:prstGeom xmlns:a="http://schemas.openxmlformats.org/drawingml/2006/main" prst="line">
            <a:avLst/>
          </a:prstGeom>
          <a:noFill xmlns:a="http://schemas.openxmlformats.org/drawingml/2006/main"/>
          <a:ln xmlns:a="http://schemas.openxmlformats.org/drawingml/2006/main" w="24765">
            <a:solidFill>
              <a:srgbClr val="6A6A6A"/>
            </a:solidFill>
            <a:prstDash val="dash"/>
          </a:ln>
        </p:spPr>
      </p:sp>
      <p:sp>
        <p:nvSpPr>
          <p:cNvPr id="52" name="flow.condensation.segment.0">
            <a:extLst xmlns:a="http://schemas.openxmlformats.org/drawingml/2006/main">
              <a:ext uri="{FF2B5EF4-FFF2-40B4-BE49-F238E27FC236}">
                <a16:creationId xmlns:a16="http://schemas.microsoft.com/office/drawing/2014/main" id="{20AB7A68-E41F-4077-AD31-7BAC36547511}"/>
              </a:ext>
            </a:extLst>
          </p:cNvPr>
          <p:cNvSpPr>
            <a:spLocks xmlns:a="http://schemas.openxmlformats.org/drawingml/2006/main" noGrp="1"/>
          </p:cNvSpPr>
          <p:nvPr/>
        </p:nvSpPr>
        <p:spPr>
          <a:xfrm xmlns:a="http://schemas.openxmlformats.org/drawingml/2006/main" rot="4900461">
            <a:off x="4536583" y="2166938"/>
            <a:ext cx="394685" cy="0"/>
          </a:xfrm>
          <a:prstGeom xmlns:a="http://schemas.openxmlformats.org/drawingml/2006/main" prst="line">
            <a:avLst/>
          </a:prstGeom>
          <a:noFill xmlns:a="http://schemas.openxmlformats.org/drawingml/2006/main"/>
          <a:ln xmlns:a="http://schemas.openxmlformats.org/drawingml/2006/main" w="22860">
            <a:solidFill>
              <a:srgbClr val="111111"/>
            </a:solidFill>
            <a:prstDash val="solid"/>
          </a:ln>
        </p:spPr>
      </p:sp>
      <p:sp>
        <p:nvSpPr>
          <p:cNvPr id="53" name="flow.condensation.segment.1">
            <a:extLst xmlns:a="http://schemas.openxmlformats.org/drawingml/2006/main">
              <a:ext uri="{FF2B5EF4-FFF2-40B4-BE49-F238E27FC236}">
                <a16:creationId xmlns:a16="http://schemas.microsoft.com/office/drawing/2014/main" id="{243B71C8-75E2-41E3-9AF1-D5A1C84F79A9}"/>
              </a:ext>
            </a:extLst>
          </p:cNvPr>
          <p:cNvSpPr>
            <a:spLocks xmlns:a="http://schemas.openxmlformats.org/drawingml/2006/main" noGrp="1"/>
          </p:cNvSpPr>
          <p:nvPr/>
        </p:nvSpPr>
        <p:spPr>
          <a:xfrm xmlns:a="http://schemas.openxmlformats.org/drawingml/2006/main" rot="1920323">
            <a:off x="4721524" y="2505075"/>
            <a:ext cx="539152" cy="0"/>
          </a:xfrm>
          <a:prstGeom xmlns:a="http://schemas.openxmlformats.org/drawingml/2006/main" prst="line">
            <a:avLst/>
          </a:prstGeom>
          <a:noFill xmlns:a="http://schemas.openxmlformats.org/drawingml/2006/main"/>
          <a:ln xmlns:a="http://schemas.openxmlformats.org/drawingml/2006/main" w="22860">
            <a:solidFill>
              <a:srgbClr val="111111"/>
            </a:solidFill>
            <a:prstDash val="solid"/>
          </a:ln>
        </p:spPr>
      </p:sp>
      <p:sp>
        <p:nvSpPr>
          <p:cNvPr id="54" name="flow.condensation.segment.2">
            <a:extLst xmlns:a="http://schemas.openxmlformats.org/drawingml/2006/main">
              <a:ext uri="{FF2B5EF4-FFF2-40B4-BE49-F238E27FC236}">
                <a16:creationId xmlns:a16="http://schemas.microsoft.com/office/drawing/2014/main" id="{B7A0E3E6-6E0D-4E79-BD24-657AB5291AC3}"/>
              </a:ext>
            </a:extLst>
          </p:cNvPr>
          <p:cNvSpPr>
            <a:spLocks xmlns:a="http://schemas.openxmlformats.org/drawingml/2006/main" noGrp="1"/>
          </p:cNvSpPr>
          <p:nvPr/>
        </p:nvSpPr>
        <p:spPr>
          <a:xfrm xmlns:a="http://schemas.openxmlformats.org/drawingml/2006/main" rot="1196280">
            <a:off x="5188727" y="2824163"/>
            <a:ext cx="1033495" cy="0"/>
          </a:xfrm>
          <a:prstGeom xmlns:a="http://schemas.openxmlformats.org/drawingml/2006/main" prst="line">
            <a:avLst/>
          </a:prstGeom>
          <a:noFill xmlns:a="http://schemas.openxmlformats.org/drawingml/2006/main"/>
          <a:ln xmlns:a="http://schemas.openxmlformats.org/drawingml/2006/main" w="22860">
            <a:solidFill>
              <a:srgbClr val="111111"/>
            </a:solidFill>
            <a:prstDash val="solid"/>
          </a:ln>
        </p:spPr>
      </p:sp>
      <p:sp>
        <p:nvSpPr>
          <p:cNvPr id="55" name="flow.condensation.end.shaft">
            <a:extLst xmlns:a="http://schemas.openxmlformats.org/drawingml/2006/main">
              <a:ext uri="{FF2B5EF4-FFF2-40B4-BE49-F238E27FC236}">
                <a16:creationId xmlns:a16="http://schemas.microsoft.com/office/drawing/2014/main" id="{2686483D-D362-4265-8878-8C8E8D462695}"/>
              </a:ext>
            </a:extLst>
          </p:cNvPr>
          <p:cNvSpPr>
            <a:spLocks xmlns:a="http://schemas.openxmlformats.org/drawingml/2006/main" noGrp="1"/>
          </p:cNvSpPr>
          <p:nvPr/>
        </p:nvSpPr>
        <p:spPr>
          <a:xfrm xmlns:a="http://schemas.openxmlformats.org/drawingml/2006/main" rot="3520278">
            <a:off x="6024451" y="3297175"/>
            <a:ext cx="694920" cy="0"/>
          </a:xfrm>
          <a:prstGeom xmlns:a="http://schemas.openxmlformats.org/drawingml/2006/main" prst="line">
            <a:avLst/>
          </a:prstGeom>
          <a:noFill xmlns:a="http://schemas.openxmlformats.org/drawingml/2006/main"/>
          <a:ln xmlns:a="http://schemas.openxmlformats.org/drawingml/2006/main" w="22860">
            <a:solidFill>
              <a:srgbClr val="111111"/>
            </a:solidFill>
            <a:prstDash val="solid"/>
          </a:ln>
        </p:spPr>
      </p:sp>
      <p:sp>
        <p:nvSpPr>
          <p:cNvPr id="56" name="flow.condensation.end.head">
            <a:extLst xmlns:a="http://schemas.openxmlformats.org/drawingml/2006/main">
              <a:ext uri="{FF2B5EF4-FFF2-40B4-BE49-F238E27FC236}">
                <a16:creationId xmlns:a16="http://schemas.microsoft.com/office/drawing/2014/main" id="{ED5CF574-9EFC-48F1-BD28-D91CD4E66DC6}"/>
              </a:ext>
            </a:extLst>
          </p:cNvPr>
          <p:cNvSpPr>
            <a:spLocks xmlns:a="http://schemas.openxmlformats.org/drawingml/2006/main" noGrp="1"/>
          </p:cNvSpPr>
          <p:nvPr/>
        </p:nvSpPr>
        <p:spPr>
          <a:xfrm xmlns:a="http://schemas.openxmlformats.org/drawingml/2006/main" rot="8920278">
            <a:off x="6510338" y="3576638"/>
            <a:ext cx="161925" cy="161925"/>
          </a:xfrm>
          <a:prstGeom xmlns:a="http://schemas.openxmlformats.org/drawingml/2006/main" prst="triangle">
            <a:avLst/>
          </a:prstGeom>
          <a:solidFill xmlns:a="http://schemas.openxmlformats.org/drawingml/2006/main">
            <a:srgbClr val="111111"/>
          </a:solidFill>
          <a:ln xmlns:a="http://schemas.openxmlformats.org/drawingml/2006/main" w="0">
            <a:solidFill>
              <a:srgbClr val="111111"/>
            </a:solidFill>
            <a:prstDash val="solid"/>
          </a:ln>
        </p:spPr>
      </p:sp>
      <p:sp>
        <p:nvSpPr>
          <p:cNvPr id="57" name="flow.insights.segment.0">
            <a:extLst xmlns:a="http://schemas.openxmlformats.org/drawingml/2006/main">
              <a:ext uri="{FF2B5EF4-FFF2-40B4-BE49-F238E27FC236}">
                <a16:creationId xmlns:a16="http://schemas.microsoft.com/office/drawing/2014/main" id="{F3B5AA59-CF76-42BD-99AA-C00E14AC3D3E}"/>
              </a:ext>
            </a:extLst>
          </p:cNvPr>
          <p:cNvSpPr>
            <a:spLocks xmlns:a="http://schemas.openxmlformats.org/drawingml/2006/main" noGrp="1"/>
          </p:cNvSpPr>
          <p:nvPr/>
        </p:nvSpPr>
        <p:spPr>
          <a:xfrm xmlns:a="http://schemas.openxmlformats.org/drawingml/2006/main" rot="657244">
            <a:off x="4271245" y="2952750"/>
            <a:ext cx="601510" cy="0"/>
          </a:xfrm>
          <a:prstGeom xmlns:a="http://schemas.openxmlformats.org/drawingml/2006/main" prst="line">
            <a:avLst/>
          </a:prstGeom>
          <a:noFill xmlns:a="http://schemas.openxmlformats.org/drawingml/2006/main"/>
          <a:ln xmlns:a="http://schemas.openxmlformats.org/drawingml/2006/main" w="22860">
            <a:solidFill>
              <a:srgbClr val="111111"/>
            </a:solidFill>
            <a:prstDash val="solid"/>
          </a:ln>
        </p:spPr>
      </p:sp>
      <p:sp>
        <p:nvSpPr>
          <p:cNvPr id="58" name="flow.insights.segment.1">
            <a:extLst xmlns:a="http://schemas.openxmlformats.org/drawingml/2006/main">
              <a:ext uri="{FF2B5EF4-FFF2-40B4-BE49-F238E27FC236}">
                <a16:creationId xmlns:a16="http://schemas.microsoft.com/office/drawing/2014/main" id="{E637B962-FA51-4EF8-8B2E-55F56EF69519}"/>
              </a:ext>
            </a:extLst>
          </p:cNvPr>
          <p:cNvSpPr>
            <a:spLocks xmlns:a="http://schemas.openxmlformats.org/drawingml/2006/main" noGrp="1"/>
          </p:cNvSpPr>
          <p:nvPr/>
        </p:nvSpPr>
        <p:spPr>
          <a:xfrm xmlns:a="http://schemas.openxmlformats.org/drawingml/2006/main" rot="2700000">
            <a:off x="4780477" y="3219450"/>
            <a:ext cx="592697" cy="0"/>
          </a:xfrm>
          <a:prstGeom xmlns:a="http://schemas.openxmlformats.org/drawingml/2006/main" prst="line">
            <a:avLst/>
          </a:prstGeom>
          <a:noFill xmlns:a="http://schemas.openxmlformats.org/drawingml/2006/main"/>
          <a:ln xmlns:a="http://schemas.openxmlformats.org/drawingml/2006/main" w="22860">
            <a:solidFill>
              <a:srgbClr val="111111"/>
            </a:solidFill>
            <a:prstDash val="solid"/>
          </a:ln>
        </p:spPr>
      </p:sp>
      <p:sp>
        <p:nvSpPr>
          <p:cNvPr id="59" name="flow.insights.end.shaft">
            <a:extLst xmlns:a="http://schemas.openxmlformats.org/drawingml/2006/main">
              <a:ext uri="{FF2B5EF4-FFF2-40B4-BE49-F238E27FC236}">
                <a16:creationId xmlns:a16="http://schemas.microsoft.com/office/drawing/2014/main" id="{8A436950-3C2A-46B3-81BD-CA2FB768B70E}"/>
              </a:ext>
            </a:extLst>
          </p:cNvPr>
          <p:cNvSpPr>
            <a:spLocks xmlns:a="http://schemas.openxmlformats.org/drawingml/2006/main" noGrp="1"/>
          </p:cNvSpPr>
          <p:nvPr/>
        </p:nvSpPr>
        <p:spPr>
          <a:xfrm xmlns:a="http://schemas.openxmlformats.org/drawingml/2006/main" rot="2452344">
            <a:off x="5215600" y="3618942"/>
            <a:ext cx="580527" cy="0"/>
          </a:xfrm>
          <a:prstGeom xmlns:a="http://schemas.openxmlformats.org/drawingml/2006/main" prst="line">
            <a:avLst/>
          </a:prstGeom>
          <a:noFill xmlns:a="http://schemas.openxmlformats.org/drawingml/2006/main"/>
          <a:ln xmlns:a="http://schemas.openxmlformats.org/drawingml/2006/main" w="22860">
            <a:solidFill>
              <a:srgbClr val="111111"/>
            </a:solidFill>
            <a:prstDash val="solid"/>
          </a:ln>
        </p:spPr>
      </p:sp>
      <p:sp>
        <p:nvSpPr>
          <p:cNvPr id="60" name="flow.insights.end.head">
            <a:extLst xmlns:a="http://schemas.openxmlformats.org/drawingml/2006/main">
              <a:ext uri="{FF2B5EF4-FFF2-40B4-BE49-F238E27FC236}">
                <a16:creationId xmlns:a16="http://schemas.microsoft.com/office/drawing/2014/main" id="{EE8ACB82-54BC-49EF-8B68-3548E80C9E6F}"/>
              </a:ext>
            </a:extLst>
          </p:cNvPr>
          <p:cNvSpPr>
            <a:spLocks xmlns:a="http://schemas.openxmlformats.org/drawingml/2006/main" noGrp="1"/>
          </p:cNvSpPr>
          <p:nvPr/>
        </p:nvSpPr>
        <p:spPr>
          <a:xfrm xmlns:a="http://schemas.openxmlformats.org/drawingml/2006/main" rot="7852344">
            <a:off x="5700713" y="3776663"/>
            <a:ext cx="161925" cy="161925"/>
          </a:xfrm>
          <a:prstGeom xmlns:a="http://schemas.openxmlformats.org/drawingml/2006/main" prst="triangle">
            <a:avLst/>
          </a:prstGeom>
          <a:solidFill xmlns:a="http://schemas.openxmlformats.org/drawingml/2006/main">
            <a:srgbClr val="111111"/>
          </a:solidFill>
          <a:ln xmlns:a="http://schemas.openxmlformats.org/drawingml/2006/main" w="0">
            <a:solidFill>
              <a:srgbClr val="111111"/>
            </a:solidFill>
            <a:prstDash val="solid"/>
          </a:ln>
        </p:spPr>
      </p:sp>
      <p:sp>
        <p:nvSpPr>
          <p:cNvPr id="61" name="flow.multimodal.segment.0">
            <a:extLst xmlns:a="http://schemas.openxmlformats.org/drawingml/2006/main">
              <a:ext uri="{FF2B5EF4-FFF2-40B4-BE49-F238E27FC236}">
                <a16:creationId xmlns:a16="http://schemas.microsoft.com/office/drawing/2014/main" id="{8E3018B9-6569-415A-9A92-C1B4A8EFC50A}"/>
              </a:ext>
            </a:extLst>
          </p:cNvPr>
          <p:cNvSpPr>
            <a:spLocks xmlns:a="http://schemas.openxmlformats.org/drawingml/2006/main" noGrp="1"/>
          </p:cNvSpPr>
          <p:nvPr/>
        </p:nvSpPr>
        <p:spPr>
          <a:xfrm xmlns:a="http://schemas.openxmlformats.org/drawingml/2006/main" rot="-8183831">
            <a:off x="4238625" y="4857750"/>
            <a:ext cx="276225" cy="0"/>
          </a:xfrm>
          <a:prstGeom xmlns:a="http://schemas.openxmlformats.org/drawingml/2006/main" prst="line">
            <a:avLst/>
          </a:prstGeom>
          <a:noFill xmlns:a="http://schemas.openxmlformats.org/drawingml/2006/main"/>
          <a:ln xmlns:a="http://schemas.openxmlformats.org/drawingml/2006/main" w="22860">
            <a:solidFill>
              <a:srgbClr val="111111"/>
            </a:solidFill>
            <a:prstDash val="solid"/>
          </a:ln>
        </p:spPr>
      </p:sp>
      <p:sp>
        <p:nvSpPr>
          <p:cNvPr id="62" name="flow.multimodal.segment.1">
            <a:extLst xmlns:a="http://schemas.openxmlformats.org/drawingml/2006/main">
              <a:ext uri="{FF2B5EF4-FFF2-40B4-BE49-F238E27FC236}">
                <a16:creationId xmlns:a16="http://schemas.microsoft.com/office/drawing/2014/main" id="{C6839476-C47D-486B-AABF-30EF1BF5AE21}"/>
              </a:ext>
            </a:extLst>
          </p:cNvPr>
          <p:cNvSpPr>
            <a:spLocks xmlns:a="http://schemas.openxmlformats.org/drawingml/2006/main" noGrp="1"/>
          </p:cNvSpPr>
          <p:nvPr/>
        </p:nvSpPr>
        <p:spPr>
          <a:xfrm xmlns:a="http://schemas.openxmlformats.org/drawingml/2006/main" rot="6469133">
            <a:off x="4093793" y="4895850"/>
            <a:ext cx="280139" cy="0"/>
          </a:xfrm>
          <a:prstGeom xmlns:a="http://schemas.openxmlformats.org/drawingml/2006/main" prst="line">
            <a:avLst/>
          </a:prstGeom>
          <a:noFill xmlns:a="http://schemas.openxmlformats.org/drawingml/2006/main"/>
          <a:ln xmlns:a="http://schemas.openxmlformats.org/drawingml/2006/main" w="22860">
            <a:solidFill>
              <a:srgbClr val="111111"/>
            </a:solidFill>
            <a:prstDash val="solid"/>
          </a:ln>
        </p:spPr>
      </p:sp>
      <p:sp>
        <p:nvSpPr>
          <p:cNvPr id="63" name="flow.multimodal.end.shaft">
            <a:extLst xmlns:a="http://schemas.openxmlformats.org/drawingml/2006/main">
              <a:ext uri="{FF2B5EF4-FFF2-40B4-BE49-F238E27FC236}">
                <a16:creationId xmlns:a16="http://schemas.microsoft.com/office/drawing/2014/main" id="{5366F33A-127A-44DD-A3FA-B89E286FD72C}"/>
              </a:ext>
            </a:extLst>
          </p:cNvPr>
          <p:cNvSpPr>
            <a:spLocks xmlns:a="http://schemas.openxmlformats.org/drawingml/2006/main" noGrp="1"/>
          </p:cNvSpPr>
          <p:nvPr/>
        </p:nvSpPr>
        <p:spPr>
          <a:xfrm xmlns:a="http://schemas.openxmlformats.org/drawingml/2006/main" rot="-1593903">
            <a:off x="4163452" y="4912505"/>
            <a:ext cx="521874" cy="0"/>
          </a:xfrm>
          <a:prstGeom xmlns:a="http://schemas.openxmlformats.org/drawingml/2006/main" prst="line">
            <a:avLst/>
          </a:prstGeom>
          <a:noFill xmlns:a="http://schemas.openxmlformats.org/drawingml/2006/main"/>
          <a:ln xmlns:a="http://schemas.openxmlformats.org/drawingml/2006/main" w="22860">
            <a:solidFill>
              <a:srgbClr val="111111"/>
            </a:solidFill>
            <a:prstDash val="solid"/>
          </a:ln>
        </p:spPr>
      </p:sp>
      <p:sp>
        <p:nvSpPr>
          <p:cNvPr id="64" name="flow.multimodal.end.head">
            <a:extLst xmlns:a="http://schemas.openxmlformats.org/drawingml/2006/main">
              <a:ext uri="{FF2B5EF4-FFF2-40B4-BE49-F238E27FC236}">
                <a16:creationId xmlns:a16="http://schemas.microsoft.com/office/drawing/2014/main" id="{B978FBF5-CB2A-406C-BB6E-CBFF4B7DDE95}"/>
              </a:ext>
            </a:extLst>
          </p:cNvPr>
          <p:cNvSpPr>
            <a:spLocks xmlns:a="http://schemas.openxmlformats.org/drawingml/2006/main" noGrp="1"/>
          </p:cNvSpPr>
          <p:nvPr/>
        </p:nvSpPr>
        <p:spPr>
          <a:xfrm xmlns:a="http://schemas.openxmlformats.org/drawingml/2006/main" rot="3806097">
            <a:off x="4643438" y="4681538"/>
            <a:ext cx="161925" cy="161925"/>
          </a:xfrm>
          <a:prstGeom xmlns:a="http://schemas.openxmlformats.org/drawingml/2006/main" prst="triangle">
            <a:avLst/>
          </a:prstGeom>
          <a:solidFill xmlns:a="http://schemas.openxmlformats.org/drawingml/2006/main">
            <a:srgbClr val="111111"/>
          </a:solidFill>
          <a:ln xmlns:a="http://schemas.openxmlformats.org/drawingml/2006/main" w="0">
            <a:solidFill>
              <a:srgbClr val="111111"/>
            </a:solidFill>
            <a:prstDash val="solid"/>
          </a:ln>
        </p:spPr>
      </p:sp>
      <p:sp>
        <p:nvSpPr>
          <p:cNvPr id="65" name="flow.knowledge.segment.0">
            <a:extLst xmlns:a="http://schemas.openxmlformats.org/drawingml/2006/main">
              <a:ext uri="{FF2B5EF4-FFF2-40B4-BE49-F238E27FC236}">
                <a16:creationId xmlns:a16="http://schemas.microsoft.com/office/drawing/2014/main" id="{87F242DA-885F-46A2-98C4-84081B260A1E}"/>
              </a:ext>
            </a:extLst>
          </p:cNvPr>
          <p:cNvSpPr>
            <a:spLocks xmlns:a="http://schemas.openxmlformats.org/drawingml/2006/main" noGrp="1"/>
          </p:cNvSpPr>
          <p:nvPr/>
        </p:nvSpPr>
        <p:spPr>
          <a:xfrm xmlns:a="http://schemas.openxmlformats.org/drawingml/2006/main" rot="-3064347">
            <a:off x="4112792" y="7448550"/>
            <a:ext cx="318340" cy="0"/>
          </a:xfrm>
          <a:prstGeom xmlns:a="http://schemas.openxmlformats.org/drawingml/2006/main" prst="line">
            <a:avLst/>
          </a:prstGeom>
          <a:noFill xmlns:a="http://schemas.openxmlformats.org/drawingml/2006/main"/>
          <a:ln xmlns:a="http://schemas.openxmlformats.org/drawingml/2006/main" w="22860">
            <a:solidFill>
              <a:srgbClr val="111111"/>
            </a:solidFill>
            <a:prstDash val="solid"/>
          </a:ln>
        </p:spPr>
      </p:sp>
      <p:sp>
        <p:nvSpPr>
          <p:cNvPr id="66" name="flow.knowledge.segment.1">
            <a:extLst xmlns:a="http://schemas.openxmlformats.org/drawingml/2006/main">
              <a:ext uri="{FF2B5EF4-FFF2-40B4-BE49-F238E27FC236}">
                <a16:creationId xmlns:a16="http://schemas.microsoft.com/office/drawing/2014/main" id="{B460D4F9-0CDB-4E63-9A2B-CB27397382A6}"/>
              </a:ext>
            </a:extLst>
          </p:cNvPr>
          <p:cNvSpPr>
            <a:spLocks xmlns:a="http://schemas.openxmlformats.org/drawingml/2006/main" noGrp="1"/>
          </p:cNvSpPr>
          <p:nvPr/>
        </p:nvSpPr>
        <p:spPr>
          <a:xfrm xmlns:a="http://schemas.openxmlformats.org/drawingml/2006/main" rot="4201014">
            <a:off x="4261894" y="7481888"/>
            <a:ext cx="334462" cy="0"/>
          </a:xfrm>
          <a:prstGeom xmlns:a="http://schemas.openxmlformats.org/drawingml/2006/main" prst="line">
            <a:avLst/>
          </a:prstGeom>
          <a:noFill xmlns:a="http://schemas.openxmlformats.org/drawingml/2006/main"/>
          <a:ln xmlns:a="http://schemas.openxmlformats.org/drawingml/2006/main" w="22860">
            <a:solidFill>
              <a:srgbClr val="111111"/>
            </a:solidFill>
            <a:prstDash val="solid"/>
          </a:ln>
        </p:spPr>
      </p:sp>
      <p:sp>
        <p:nvSpPr>
          <p:cNvPr id="67" name="flow.knowledge.end.shaft">
            <a:extLst xmlns:a="http://schemas.openxmlformats.org/drawingml/2006/main">
              <a:ext uri="{FF2B5EF4-FFF2-40B4-BE49-F238E27FC236}">
                <a16:creationId xmlns:a16="http://schemas.microsoft.com/office/drawing/2014/main" id="{FD7A1A7A-B110-45B4-8AC7-E8723AF0ED72}"/>
              </a:ext>
            </a:extLst>
          </p:cNvPr>
          <p:cNvSpPr>
            <a:spLocks xmlns:a="http://schemas.openxmlformats.org/drawingml/2006/main" noGrp="1"/>
          </p:cNvSpPr>
          <p:nvPr/>
        </p:nvSpPr>
        <p:spPr>
          <a:xfrm xmlns:a="http://schemas.openxmlformats.org/drawingml/2006/main" rot="-2972266">
            <a:off x="4424636" y="7505461"/>
            <a:ext cx="351166" cy="0"/>
          </a:xfrm>
          <a:prstGeom xmlns:a="http://schemas.openxmlformats.org/drawingml/2006/main" prst="line">
            <a:avLst/>
          </a:prstGeom>
          <a:noFill xmlns:a="http://schemas.openxmlformats.org/drawingml/2006/main"/>
          <a:ln xmlns:a="http://schemas.openxmlformats.org/drawingml/2006/main" w="22860">
            <a:solidFill>
              <a:srgbClr val="111111"/>
            </a:solidFill>
            <a:prstDash val="solid"/>
          </a:ln>
        </p:spPr>
      </p:sp>
      <p:sp>
        <p:nvSpPr>
          <p:cNvPr id="68" name="flow.knowledge.end.head">
            <a:extLst xmlns:a="http://schemas.openxmlformats.org/drawingml/2006/main">
              <a:ext uri="{FF2B5EF4-FFF2-40B4-BE49-F238E27FC236}">
                <a16:creationId xmlns:a16="http://schemas.microsoft.com/office/drawing/2014/main" id="{4D3B7866-86B0-45B7-A52F-A24E4A6F62C6}"/>
              </a:ext>
            </a:extLst>
          </p:cNvPr>
          <p:cNvSpPr>
            <a:spLocks xmlns:a="http://schemas.openxmlformats.org/drawingml/2006/main" noGrp="1"/>
          </p:cNvSpPr>
          <p:nvPr/>
        </p:nvSpPr>
        <p:spPr>
          <a:xfrm xmlns:a="http://schemas.openxmlformats.org/drawingml/2006/main" rot="2427734">
            <a:off x="4681538" y="7234238"/>
            <a:ext cx="161925" cy="161925"/>
          </a:xfrm>
          <a:prstGeom xmlns:a="http://schemas.openxmlformats.org/drawingml/2006/main" prst="triangle">
            <a:avLst/>
          </a:prstGeom>
          <a:solidFill xmlns:a="http://schemas.openxmlformats.org/drawingml/2006/main">
            <a:srgbClr val="111111"/>
          </a:solidFill>
          <a:ln xmlns:a="http://schemas.openxmlformats.org/drawingml/2006/main" w="0">
            <a:solidFill>
              <a:srgbClr val="111111"/>
            </a:solidFill>
            <a:prstDash val="solid"/>
          </a:ln>
        </p:spPr>
      </p:sp>
      <p:sp>
        <p:nvSpPr>
          <p:cNvPr id="69" name="flow.editing.segment.0">
            <a:extLst xmlns:a="http://schemas.openxmlformats.org/drawingml/2006/main">
              <a:ext uri="{FF2B5EF4-FFF2-40B4-BE49-F238E27FC236}">
                <a16:creationId xmlns:a16="http://schemas.microsoft.com/office/drawing/2014/main" id="{F399317E-EA70-427B-A4D8-C0850A715C4B}"/>
              </a:ext>
            </a:extLst>
          </p:cNvPr>
          <p:cNvSpPr>
            <a:spLocks xmlns:a="http://schemas.openxmlformats.org/drawingml/2006/main" noGrp="1"/>
          </p:cNvSpPr>
          <p:nvPr/>
        </p:nvSpPr>
        <p:spPr>
          <a:xfrm xmlns:a="http://schemas.openxmlformats.org/drawingml/2006/main" rot="10457364">
            <a:off x="5711199" y="9048750"/>
            <a:ext cx="1531601" cy="0"/>
          </a:xfrm>
          <a:prstGeom xmlns:a="http://schemas.openxmlformats.org/drawingml/2006/main" prst="line">
            <a:avLst/>
          </a:prstGeom>
          <a:noFill xmlns:a="http://schemas.openxmlformats.org/drawingml/2006/main"/>
          <a:ln xmlns:a="http://schemas.openxmlformats.org/drawingml/2006/main" w="22860">
            <a:solidFill>
              <a:srgbClr val="111111"/>
            </a:solidFill>
            <a:prstDash val="solid"/>
          </a:ln>
        </p:spPr>
      </p:sp>
      <p:sp>
        <p:nvSpPr>
          <p:cNvPr id="70" name="flow.editing.segment.1">
            <a:extLst xmlns:a="http://schemas.openxmlformats.org/drawingml/2006/main">
              <a:ext uri="{FF2B5EF4-FFF2-40B4-BE49-F238E27FC236}">
                <a16:creationId xmlns:a16="http://schemas.microsoft.com/office/drawing/2014/main" id="{CD6C4105-D62C-44A6-8677-ACF6CBF8C8D5}"/>
              </a:ext>
            </a:extLst>
          </p:cNvPr>
          <p:cNvSpPr>
            <a:spLocks xmlns:a="http://schemas.openxmlformats.org/drawingml/2006/main" noGrp="1"/>
          </p:cNvSpPr>
          <p:nvPr/>
        </p:nvSpPr>
        <p:spPr>
          <a:xfrm xmlns:a="http://schemas.openxmlformats.org/drawingml/2006/main" rot="-10749074">
            <a:off x="4429054" y="9115425"/>
            <a:ext cx="1286016" cy="0"/>
          </a:xfrm>
          <a:prstGeom xmlns:a="http://schemas.openxmlformats.org/drawingml/2006/main" prst="line">
            <a:avLst/>
          </a:prstGeom>
          <a:noFill xmlns:a="http://schemas.openxmlformats.org/drawingml/2006/main"/>
          <a:ln xmlns:a="http://schemas.openxmlformats.org/drawingml/2006/main" w="22860">
            <a:solidFill>
              <a:srgbClr val="111111"/>
            </a:solidFill>
            <a:prstDash val="solid"/>
          </a:ln>
        </p:spPr>
      </p:sp>
      <p:sp>
        <p:nvSpPr>
          <p:cNvPr id="71" name="flow.editing.end.shaft">
            <a:extLst xmlns:a="http://schemas.openxmlformats.org/drawingml/2006/main">
              <a:ext uri="{FF2B5EF4-FFF2-40B4-BE49-F238E27FC236}">
                <a16:creationId xmlns:a16="http://schemas.microsoft.com/office/drawing/2014/main" id="{1E43844B-EC9F-42AB-9FDC-FDDC4B58DA09}"/>
              </a:ext>
            </a:extLst>
          </p:cNvPr>
          <p:cNvSpPr>
            <a:spLocks xmlns:a="http://schemas.openxmlformats.org/drawingml/2006/main" noGrp="1"/>
          </p:cNvSpPr>
          <p:nvPr/>
        </p:nvSpPr>
        <p:spPr>
          <a:xfrm xmlns:a="http://schemas.openxmlformats.org/drawingml/2006/main" rot="-10504373">
            <a:off x="3396524" y="9061474"/>
            <a:ext cx="1034513" cy="0"/>
          </a:xfrm>
          <a:prstGeom xmlns:a="http://schemas.openxmlformats.org/drawingml/2006/main" prst="line">
            <a:avLst/>
          </a:prstGeom>
          <a:noFill xmlns:a="http://schemas.openxmlformats.org/drawingml/2006/main"/>
          <a:ln xmlns:a="http://schemas.openxmlformats.org/drawingml/2006/main" w="22860">
            <a:solidFill>
              <a:srgbClr val="111111"/>
            </a:solidFill>
            <a:prstDash val="solid"/>
          </a:ln>
        </p:spPr>
      </p:sp>
      <p:sp>
        <p:nvSpPr>
          <p:cNvPr id="72" name="flow.editing.end.head">
            <a:extLst xmlns:a="http://schemas.openxmlformats.org/drawingml/2006/main">
              <a:ext uri="{FF2B5EF4-FFF2-40B4-BE49-F238E27FC236}">
                <a16:creationId xmlns:a16="http://schemas.microsoft.com/office/drawing/2014/main" id="{6313CAB0-4E48-4B57-AE07-D24F7A63A3DE}"/>
              </a:ext>
            </a:extLst>
          </p:cNvPr>
          <p:cNvSpPr>
            <a:spLocks xmlns:a="http://schemas.openxmlformats.org/drawingml/2006/main" noGrp="1"/>
          </p:cNvSpPr>
          <p:nvPr/>
        </p:nvSpPr>
        <p:spPr>
          <a:xfrm xmlns:a="http://schemas.openxmlformats.org/drawingml/2006/main" rot="-5104373">
            <a:off x="3243263" y="8929688"/>
            <a:ext cx="161925" cy="161925"/>
          </a:xfrm>
          <a:prstGeom xmlns:a="http://schemas.openxmlformats.org/drawingml/2006/main" prst="triangle">
            <a:avLst/>
          </a:prstGeom>
          <a:solidFill xmlns:a="http://schemas.openxmlformats.org/drawingml/2006/main">
            <a:srgbClr val="111111"/>
          </a:solidFill>
          <a:ln xmlns:a="http://schemas.openxmlformats.org/drawingml/2006/main" w="0">
            <a:solidFill>
              <a:srgbClr val="111111"/>
            </a:solidFill>
            <a:prstDash val="solid"/>
          </a:ln>
        </p:spPr>
      </p:sp>
      <p:sp>
        <p:nvSpPr>
          <p:cNvPr id="73" name="flow.branching.segment.0">
            <a:extLst xmlns:a="http://schemas.openxmlformats.org/drawingml/2006/main">
              <a:ext uri="{FF2B5EF4-FFF2-40B4-BE49-F238E27FC236}">
                <a16:creationId xmlns:a16="http://schemas.microsoft.com/office/drawing/2014/main" id="{785D570F-19D0-4420-9C6B-CE34F928AB74}"/>
              </a:ext>
            </a:extLst>
          </p:cNvPr>
          <p:cNvSpPr>
            <a:spLocks xmlns:a="http://schemas.openxmlformats.org/drawingml/2006/main" noGrp="1"/>
          </p:cNvSpPr>
          <p:nvPr/>
        </p:nvSpPr>
        <p:spPr>
          <a:xfrm xmlns:a="http://schemas.openxmlformats.org/drawingml/2006/main" rot="2463289">
            <a:off x="6895578" y="1509713"/>
            <a:ext cx="391569" cy="0"/>
          </a:xfrm>
          <a:prstGeom xmlns:a="http://schemas.openxmlformats.org/drawingml/2006/main" prst="line">
            <a:avLst/>
          </a:prstGeom>
          <a:noFill xmlns:a="http://schemas.openxmlformats.org/drawingml/2006/main"/>
          <a:ln xmlns:a="http://schemas.openxmlformats.org/drawingml/2006/main" w="22860">
            <a:solidFill>
              <a:srgbClr val="111111"/>
            </a:solidFill>
            <a:prstDash val="solid"/>
          </a:ln>
        </p:spPr>
      </p:sp>
      <p:sp>
        <p:nvSpPr>
          <p:cNvPr id="74" name="flow.branching.segment.1">
            <a:extLst xmlns:a="http://schemas.openxmlformats.org/drawingml/2006/main">
              <a:ext uri="{FF2B5EF4-FFF2-40B4-BE49-F238E27FC236}">
                <a16:creationId xmlns:a16="http://schemas.microsoft.com/office/drawing/2014/main" id="{3C33A6D3-5C02-4C81-A25B-48575C1D09C0}"/>
              </a:ext>
            </a:extLst>
          </p:cNvPr>
          <p:cNvSpPr>
            <a:spLocks xmlns:a="http://schemas.openxmlformats.org/drawingml/2006/main" noGrp="1"/>
          </p:cNvSpPr>
          <p:nvPr/>
        </p:nvSpPr>
        <p:spPr>
          <a:xfrm xmlns:a="http://schemas.openxmlformats.org/drawingml/2006/main" rot="5556154">
            <a:off x="6800417" y="2057400"/>
            <a:ext cx="839065" cy="0"/>
          </a:xfrm>
          <a:prstGeom xmlns:a="http://schemas.openxmlformats.org/drawingml/2006/main" prst="line">
            <a:avLst/>
          </a:prstGeom>
          <a:noFill xmlns:a="http://schemas.openxmlformats.org/drawingml/2006/main"/>
          <a:ln xmlns:a="http://schemas.openxmlformats.org/drawingml/2006/main" w="22860">
            <a:solidFill>
              <a:srgbClr val="111111"/>
            </a:solidFill>
            <a:prstDash val="solid"/>
          </a:ln>
        </p:spPr>
      </p:sp>
      <p:sp>
        <p:nvSpPr>
          <p:cNvPr id="75" name="flow.branching.end.shaft">
            <a:extLst xmlns:a="http://schemas.openxmlformats.org/drawingml/2006/main">
              <a:ext uri="{FF2B5EF4-FFF2-40B4-BE49-F238E27FC236}">
                <a16:creationId xmlns:a16="http://schemas.microsoft.com/office/drawing/2014/main" id="{71191968-997E-44F6-B97D-0D82FC050776}"/>
              </a:ext>
            </a:extLst>
          </p:cNvPr>
          <p:cNvSpPr>
            <a:spLocks xmlns:a="http://schemas.openxmlformats.org/drawingml/2006/main" noGrp="1"/>
          </p:cNvSpPr>
          <p:nvPr/>
        </p:nvSpPr>
        <p:spPr>
          <a:xfrm xmlns:a="http://schemas.openxmlformats.org/drawingml/2006/main" rot="4539466">
            <a:off x="6578066" y="3278618"/>
            <a:ext cx="1655843" cy="0"/>
          </a:xfrm>
          <a:prstGeom xmlns:a="http://schemas.openxmlformats.org/drawingml/2006/main" prst="line">
            <a:avLst/>
          </a:prstGeom>
          <a:noFill xmlns:a="http://schemas.openxmlformats.org/drawingml/2006/main"/>
          <a:ln xmlns:a="http://schemas.openxmlformats.org/drawingml/2006/main" w="22860">
            <a:solidFill>
              <a:srgbClr val="111111"/>
            </a:solidFill>
            <a:prstDash val="solid"/>
          </a:ln>
        </p:spPr>
      </p:sp>
      <p:sp>
        <p:nvSpPr>
          <p:cNvPr id="76" name="flow.branching.end.head">
            <a:extLst xmlns:a="http://schemas.openxmlformats.org/drawingml/2006/main">
              <a:ext uri="{FF2B5EF4-FFF2-40B4-BE49-F238E27FC236}">
                <a16:creationId xmlns:a16="http://schemas.microsoft.com/office/drawing/2014/main" id="{C25107DF-8284-4383-A1A5-83A11DFA88B3}"/>
              </a:ext>
            </a:extLst>
          </p:cNvPr>
          <p:cNvSpPr>
            <a:spLocks xmlns:a="http://schemas.openxmlformats.org/drawingml/2006/main" noGrp="1"/>
          </p:cNvSpPr>
          <p:nvPr/>
        </p:nvSpPr>
        <p:spPr>
          <a:xfrm xmlns:a="http://schemas.openxmlformats.org/drawingml/2006/main" rot="9939466">
            <a:off x="7548563" y="4071938"/>
            <a:ext cx="161925" cy="161925"/>
          </a:xfrm>
          <a:prstGeom xmlns:a="http://schemas.openxmlformats.org/drawingml/2006/main" prst="triangle">
            <a:avLst/>
          </a:prstGeom>
          <a:solidFill xmlns:a="http://schemas.openxmlformats.org/drawingml/2006/main">
            <a:srgbClr val="111111"/>
          </a:solidFill>
          <a:ln xmlns:a="http://schemas.openxmlformats.org/drawingml/2006/main" w="0">
            <a:solidFill>
              <a:srgbClr val="111111"/>
            </a:solidFill>
            <a:prstDash val="solid"/>
          </a:ln>
        </p:spPr>
      </p:sp>
      <p:sp>
        <p:nvSpPr>
          <p:cNvPr id="77" name="flow.experience.segment.0">
            <a:extLst xmlns:a="http://schemas.openxmlformats.org/drawingml/2006/main">
              <a:ext uri="{FF2B5EF4-FFF2-40B4-BE49-F238E27FC236}">
                <a16:creationId xmlns:a16="http://schemas.microsoft.com/office/drawing/2014/main" id="{40DAE586-3A43-4B74-9C9E-0484D77CBF51}"/>
              </a:ext>
            </a:extLst>
          </p:cNvPr>
          <p:cNvSpPr>
            <a:spLocks xmlns:a="http://schemas.openxmlformats.org/drawingml/2006/main" noGrp="1"/>
          </p:cNvSpPr>
          <p:nvPr/>
        </p:nvSpPr>
        <p:spPr>
          <a:xfrm xmlns:a="http://schemas.openxmlformats.org/drawingml/2006/main" rot="-5764775">
            <a:off x="8058360" y="4976813"/>
            <a:ext cx="1618830" cy="0"/>
          </a:xfrm>
          <a:prstGeom xmlns:a="http://schemas.openxmlformats.org/drawingml/2006/main" prst="line">
            <a:avLst/>
          </a:prstGeom>
          <a:noFill xmlns:a="http://schemas.openxmlformats.org/drawingml/2006/main"/>
          <a:ln xmlns:a="http://schemas.openxmlformats.org/drawingml/2006/main" w="22860">
            <a:solidFill>
              <a:srgbClr val="111111"/>
            </a:solidFill>
            <a:prstDash val="solid"/>
          </a:ln>
        </p:spPr>
      </p:sp>
      <p:sp>
        <p:nvSpPr>
          <p:cNvPr id="78" name="flow.experience.segment.1">
            <a:extLst xmlns:a="http://schemas.openxmlformats.org/drawingml/2006/main">
              <a:ext uri="{FF2B5EF4-FFF2-40B4-BE49-F238E27FC236}">
                <a16:creationId xmlns:a16="http://schemas.microsoft.com/office/drawing/2014/main" id="{41CA8AAB-A8AD-4200-A684-C5CC0C206ECE}"/>
              </a:ext>
            </a:extLst>
          </p:cNvPr>
          <p:cNvSpPr>
            <a:spLocks xmlns:a="http://schemas.openxmlformats.org/drawingml/2006/main" noGrp="1"/>
          </p:cNvSpPr>
          <p:nvPr/>
        </p:nvSpPr>
        <p:spPr>
          <a:xfrm xmlns:a="http://schemas.openxmlformats.org/drawingml/2006/main" rot="-5294581">
            <a:off x="8029210" y="3395663"/>
            <a:ext cx="1553305" cy="0"/>
          </a:xfrm>
          <a:prstGeom xmlns:a="http://schemas.openxmlformats.org/drawingml/2006/main" prst="line">
            <a:avLst/>
          </a:prstGeom>
          <a:noFill xmlns:a="http://schemas.openxmlformats.org/drawingml/2006/main"/>
          <a:ln xmlns:a="http://schemas.openxmlformats.org/drawingml/2006/main" w="22860">
            <a:solidFill>
              <a:srgbClr val="111111"/>
            </a:solidFill>
            <a:prstDash val="solid"/>
          </a:ln>
        </p:spPr>
      </p:sp>
      <p:sp>
        <p:nvSpPr>
          <p:cNvPr id="79" name="flow.experience.end.shaft">
            <a:extLst xmlns:a="http://schemas.openxmlformats.org/drawingml/2006/main">
              <a:ext uri="{FF2B5EF4-FFF2-40B4-BE49-F238E27FC236}">
                <a16:creationId xmlns:a16="http://schemas.microsoft.com/office/drawing/2014/main" id="{48934E1C-184B-400C-81D3-DC5AD268A8EF}"/>
              </a:ext>
            </a:extLst>
          </p:cNvPr>
          <p:cNvSpPr>
            <a:spLocks xmlns:a="http://schemas.openxmlformats.org/drawingml/2006/main" noGrp="1"/>
          </p:cNvSpPr>
          <p:nvPr/>
        </p:nvSpPr>
        <p:spPr>
          <a:xfrm xmlns:a="http://schemas.openxmlformats.org/drawingml/2006/main" rot="-6222418">
            <a:off x="8378520" y="2265032"/>
            <a:ext cx="729461" cy="0"/>
          </a:xfrm>
          <a:prstGeom xmlns:a="http://schemas.openxmlformats.org/drawingml/2006/main" prst="line">
            <a:avLst/>
          </a:prstGeom>
          <a:noFill xmlns:a="http://schemas.openxmlformats.org/drawingml/2006/main"/>
          <a:ln xmlns:a="http://schemas.openxmlformats.org/drawingml/2006/main" w="22860">
            <a:solidFill>
              <a:srgbClr val="111111"/>
            </a:solidFill>
            <a:prstDash val="solid"/>
          </a:ln>
        </p:spPr>
      </p:sp>
      <p:sp>
        <p:nvSpPr>
          <p:cNvPr id="80" name="flow.experience.end.head">
            <a:extLst xmlns:a="http://schemas.openxmlformats.org/drawingml/2006/main">
              <a:ext uri="{FF2B5EF4-FFF2-40B4-BE49-F238E27FC236}">
                <a16:creationId xmlns:a16="http://schemas.microsoft.com/office/drawing/2014/main" id="{74AA2D21-56A1-43AA-A2EC-C7902BFE3193}"/>
              </a:ext>
            </a:extLst>
          </p:cNvPr>
          <p:cNvSpPr>
            <a:spLocks xmlns:a="http://schemas.openxmlformats.org/drawingml/2006/main" noGrp="1"/>
          </p:cNvSpPr>
          <p:nvPr/>
        </p:nvSpPr>
        <p:spPr>
          <a:xfrm xmlns:a="http://schemas.openxmlformats.org/drawingml/2006/main" rot="-822418">
            <a:off x="8558213" y="1757363"/>
            <a:ext cx="161925" cy="161925"/>
          </a:xfrm>
          <a:prstGeom xmlns:a="http://schemas.openxmlformats.org/drawingml/2006/main" prst="triangle">
            <a:avLst/>
          </a:prstGeom>
          <a:solidFill xmlns:a="http://schemas.openxmlformats.org/drawingml/2006/main">
            <a:srgbClr val="111111"/>
          </a:solidFill>
          <a:ln xmlns:a="http://schemas.openxmlformats.org/drawingml/2006/main" w="0">
            <a:solidFill>
              <a:srgbClr val="111111"/>
            </a:solidFill>
            <a:prstDash val="solid"/>
          </a:ln>
        </p:spPr>
      </p:sp>
      <p:sp>
        <p:nvSpPr>
          <p:cNvPr id="81" name="flow.kv-generation.segment.0">
            <a:extLst xmlns:a="http://schemas.openxmlformats.org/drawingml/2006/main">
              <a:ext uri="{FF2B5EF4-FFF2-40B4-BE49-F238E27FC236}">
                <a16:creationId xmlns:a16="http://schemas.microsoft.com/office/drawing/2014/main" id="{49D2AA50-AFEF-4BBA-88F7-16063BDDF417}"/>
              </a:ext>
            </a:extLst>
          </p:cNvPr>
          <p:cNvSpPr>
            <a:spLocks xmlns:a="http://schemas.openxmlformats.org/drawingml/2006/main" noGrp="1"/>
          </p:cNvSpPr>
          <p:nvPr/>
        </p:nvSpPr>
        <p:spPr>
          <a:xfrm xmlns:a="http://schemas.openxmlformats.org/drawingml/2006/main" rot="-1758600">
            <a:off x="12990347" y="2209800"/>
            <a:ext cx="622632" cy="0"/>
          </a:xfrm>
          <a:prstGeom xmlns:a="http://schemas.openxmlformats.org/drawingml/2006/main" prst="line">
            <a:avLst/>
          </a:prstGeom>
          <a:noFill xmlns:a="http://schemas.openxmlformats.org/drawingml/2006/main"/>
          <a:ln xmlns:a="http://schemas.openxmlformats.org/drawingml/2006/main" w="22860">
            <a:solidFill>
              <a:srgbClr val="111111"/>
            </a:solidFill>
            <a:prstDash val="solid"/>
          </a:ln>
        </p:spPr>
      </p:sp>
      <p:sp>
        <p:nvSpPr>
          <p:cNvPr id="82" name="flow.kv-generation.segment.1">
            <a:extLst xmlns:a="http://schemas.openxmlformats.org/drawingml/2006/main">
              <a:ext uri="{FF2B5EF4-FFF2-40B4-BE49-F238E27FC236}">
                <a16:creationId xmlns:a16="http://schemas.microsoft.com/office/drawing/2014/main" id="{B91251F4-98B4-4CD7-9944-3B2863BB8575}"/>
              </a:ext>
            </a:extLst>
          </p:cNvPr>
          <p:cNvSpPr>
            <a:spLocks xmlns:a="http://schemas.openxmlformats.org/drawingml/2006/main" noGrp="1"/>
          </p:cNvSpPr>
          <p:nvPr/>
        </p:nvSpPr>
        <p:spPr>
          <a:xfrm xmlns:a="http://schemas.openxmlformats.org/drawingml/2006/main" rot="-2700000">
            <a:off x="13519862" y="1928813"/>
            <a:ext cx="363700" cy="0"/>
          </a:xfrm>
          <a:prstGeom xmlns:a="http://schemas.openxmlformats.org/drawingml/2006/main" prst="line">
            <a:avLst/>
          </a:prstGeom>
          <a:noFill xmlns:a="http://schemas.openxmlformats.org/drawingml/2006/main"/>
          <a:ln xmlns:a="http://schemas.openxmlformats.org/drawingml/2006/main" w="22860">
            <a:solidFill>
              <a:srgbClr val="111111"/>
            </a:solidFill>
            <a:prstDash val="solid"/>
          </a:ln>
        </p:spPr>
      </p:sp>
      <p:sp>
        <p:nvSpPr>
          <p:cNvPr id="83" name="flow.kv-generation.end.shaft">
            <a:extLst xmlns:a="http://schemas.openxmlformats.org/drawingml/2006/main">
              <a:ext uri="{FF2B5EF4-FFF2-40B4-BE49-F238E27FC236}">
                <a16:creationId xmlns:a16="http://schemas.microsoft.com/office/drawing/2014/main" id="{B033060B-2901-430F-A436-CDBFABAEAAA3}"/>
              </a:ext>
            </a:extLst>
          </p:cNvPr>
          <p:cNvSpPr>
            <a:spLocks xmlns:a="http://schemas.openxmlformats.org/drawingml/2006/main" noGrp="1"/>
          </p:cNvSpPr>
          <p:nvPr/>
        </p:nvSpPr>
        <p:spPr>
          <a:xfrm xmlns:a="http://schemas.openxmlformats.org/drawingml/2006/main" rot="-101081">
            <a:off x="13830246" y="1796557"/>
            <a:ext cx="249505" cy="0"/>
          </a:xfrm>
          <a:prstGeom xmlns:a="http://schemas.openxmlformats.org/drawingml/2006/main" prst="line">
            <a:avLst/>
          </a:prstGeom>
          <a:noFill xmlns:a="http://schemas.openxmlformats.org/drawingml/2006/main"/>
          <a:ln xmlns:a="http://schemas.openxmlformats.org/drawingml/2006/main" w="22860">
            <a:solidFill>
              <a:srgbClr val="111111"/>
            </a:solidFill>
            <a:prstDash val="solid"/>
          </a:ln>
        </p:spPr>
      </p:sp>
      <p:sp>
        <p:nvSpPr>
          <p:cNvPr id="84" name="flow.kv-generation.end.head">
            <a:extLst xmlns:a="http://schemas.openxmlformats.org/drawingml/2006/main">
              <a:ext uri="{FF2B5EF4-FFF2-40B4-BE49-F238E27FC236}">
                <a16:creationId xmlns:a16="http://schemas.microsoft.com/office/drawing/2014/main" id="{7B3FC749-61D8-4446-B10C-12E9EC6C6B0C}"/>
              </a:ext>
            </a:extLst>
          </p:cNvPr>
          <p:cNvSpPr>
            <a:spLocks xmlns:a="http://schemas.openxmlformats.org/drawingml/2006/main" noGrp="1"/>
          </p:cNvSpPr>
          <p:nvPr/>
        </p:nvSpPr>
        <p:spPr>
          <a:xfrm xmlns:a="http://schemas.openxmlformats.org/drawingml/2006/main" rot="5298919">
            <a:off x="14073188" y="1709738"/>
            <a:ext cx="161925" cy="161925"/>
          </a:xfrm>
          <a:prstGeom xmlns:a="http://schemas.openxmlformats.org/drawingml/2006/main" prst="triangle">
            <a:avLst/>
          </a:prstGeom>
          <a:solidFill xmlns:a="http://schemas.openxmlformats.org/drawingml/2006/main">
            <a:srgbClr val="111111"/>
          </a:solidFill>
          <a:ln xmlns:a="http://schemas.openxmlformats.org/drawingml/2006/main" w="0">
            <a:solidFill>
              <a:srgbClr val="111111"/>
            </a:solidFill>
            <a:prstDash val="solid"/>
          </a:ln>
        </p:spPr>
      </p:sp>
      <p:sp>
        <p:nvSpPr>
          <p:cNvPr id="85" name="flow.kv-reuse.segment.0">
            <a:extLst xmlns:a="http://schemas.openxmlformats.org/drawingml/2006/main">
              <a:ext uri="{FF2B5EF4-FFF2-40B4-BE49-F238E27FC236}">
                <a16:creationId xmlns:a16="http://schemas.microsoft.com/office/drawing/2014/main" id="{449D3F97-D710-4262-BEA1-0253BE4ACBDE}"/>
              </a:ext>
            </a:extLst>
          </p:cNvPr>
          <p:cNvSpPr>
            <a:spLocks xmlns:a="http://schemas.openxmlformats.org/drawingml/2006/main" noGrp="1"/>
          </p:cNvSpPr>
          <p:nvPr/>
        </p:nvSpPr>
        <p:spPr>
          <a:xfrm xmlns:a="http://schemas.openxmlformats.org/drawingml/2006/main" rot="-2734724">
            <a:off x="12053853" y="4533900"/>
            <a:ext cx="666818" cy="0"/>
          </a:xfrm>
          <a:prstGeom xmlns:a="http://schemas.openxmlformats.org/drawingml/2006/main" prst="line">
            <a:avLst/>
          </a:prstGeom>
          <a:noFill xmlns:a="http://schemas.openxmlformats.org/drawingml/2006/main"/>
          <a:ln xmlns:a="http://schemas.openxmlformats.org/drawingml/2006/main" w="22860">
            <a:solidFill>
              <a:srgbClr val="111111"/>
            </a:solidFill>
            <a:prstDash val="solid"/>
          </a:ln>
        </p:spPr>
      </p:sp>
      <p:sp>
        <p:nvSpPr>
          <p:cNvPr id="86" name="flow.kv-reuse.segment.1">
            <a:extLst xmlns:a="http://schemas.openxmlformats.org/drawingml/2006/main">
              <a:ext uri="{FF2B5EF4-FFF2-40B4-BE49-F238E27FC236}">
                <a16:creationId xmlns:a16="http://schemas.microsoft.com/office/drawing/2014/main" id="{F17F4AE4-A455-48EC-AF8D-CEBADC27D2CD}"/>
              </a:ext>
            </a:extLst>
          </p:cNvPr>
          <p:cNvSpPr>
            <a:spLocks xmlns:a="http://schemas.openxmlformats.org/drawingml/2006/main" noGrp="1"/>
          </p:cNvSpPr>
          <p:nvPr/>
        </p:nvSpPr>
        <p:spPr>
          <a:xfrm xmlns:a="http://schemas.openxmlformats.org/drawingml/2006/main" rot="-4116683">
            <a:off x="12230691" y="3724275"/>
            <a:ext cx="1227543" cy="0"/>
          </a:xfrm>
          <a:prstGeom xmlns:a="http://schemas.openxmlformats.org/drawingml/2006/main" prst="line">
            <a:avLst/>
          </a:prstGeom>
          <a:noFill xmlns:a="http://schemas.openxmlformats.org/drawingml/2006/main"/>
          <a:ln xmlns:a="http://schemas.openxmlformats.org/drawingml/2006/main" w="22860">
            <a:solidFill>
              <a:srgbClr val="111111"/>
            </a:solidFill>
            <a:prstDash val="solid"/>
          </a:ln>
        </p:spPr>
      </p:sp>
      <p:sp>
        <p:nvSpPr>
          <p:cNvPr id="87" name="flow.kv-reuse.end.shaft">
            <a:extLst xmlns:a="http://schemas.openxmlformats.org/drawingml/2006/main">
              <a:ext uri="{FF2B5EF4-FFF2-40B4-BE49-F238E27FC236}">
                <a16:creationId xmlns:a16="http://schemas.microsoft.com/office/drawing/2014/main" id="{92115AE8-A529-4369-82C4-90C0BC27DDBC}"/>
              </a:ext>
            </a:extLst>
          </p:cNvPr>
          <p:cNvSpPr>
            <a:spLocks xmlns:a="http://schemas.openxmlformats.org/drawingml/2006/main" noGrp="1"/>
          </p:cNvSpPr>
          <p:nvPr/>
        </p:nvSpPr>
        <p:spPr>
          <a:xfrm xmlns:a="http://schemas.openxmlformats.org/drawingml/2006/main" rot="-735886">
            <a:off x="13056358" y="3041624"/>
            <a:ext cx="1046474" cy="0"/>
          </a:xfrm>
          <a:prstGeom xmlns:a="http://schemas.openxmlformats.org/drawingml/2006/main" prst="line">
            <a:avLst/>
          </a:prstGeom>
          <a:noFill xmlns:a="http://schemas.openxmlformats.org/drawingml/2006/main"/>
          <a:ln xmlns:a="http://schemas.openxmlformats.org/drawingml/2006/main" w="22860">
            <a:solidFill>
              <a:srgbClr val="111111"/>
            </a:solidFill>
            <a:prstDash val="solid"/>
          </a:ln>
        </p:spPr>
      </p:sp>
      <p:sp>
        <p:nvSpPr>
          <p:cNvPr id="88" name="flow.kv-reuse.end.head">
            <a:extLst xmlns:a="http://schemas.openxmlformats.org/drawingml/2006/main">
              <a:ext uri="{FF2B5EF4-FFF2-40B4-BE49-F238E27FC236}">
                <a16:creationId xmlns:a16="http://schemas.microsoft.com/office/drawing/2014/main" id="{37FA4315-F22D-4C76-AE89-CDFC0E90780E}"/>
              </a:ext>
            </a:extLst>
          </p:cNvPr>
          <p:cNvSpPr>
            <a:spLocks xmlns:a="http://schemas.openxmlformats.org/drawingml/2006/main" noGrp="1"/>
          </p:cNvSpPr>
          <p:nvPr/>
        </p:nvSpPr>
        <p:spPr>
          <a:xfrm xmlns:a="http://schemas.openxmlformats.org/drawingml/2006/main" rot="4664114">
            <a:off x="14082713" y="2833688"/>
            <a:ext cx="161925" cy="161925"/>
          </a:xfrm>
          <a:prstGeom xmlns:a="http://schemas.openxmlformats.org/drawingml/2006/main" prst="triangle">
            <a:avLst/>
          </a:prstGeom>
          <a:solidFill xmlns:a="http://schemas.openxmlformats.org/drawingml/2006/main">
            <a:srgbClr val="111111"/>
          </a:solidFill>
          <a:ln xmlns:a="http://schemas.openxmlformats.org/drawingml/2006/main" w="0">
            <a:solidFill>
              <a:srgbClr val="111111"/>
            </a:solidFill>
            <a:prstDash val="solid"/>
          </a:ln>
        </p:spPr>
      </p:sp>
      <p:sp>
        <p:nvSpPr>
          <p:cNvPr id="89" name="flow.latent-generation.segment.0">
            <a:extLst xmlns:a="http://schemas.openxmlformats.org/drawingml/2006/main">
              <a:ext uri="{FF2B5EF4-FFF2-40B4-BE49-F238E27FC236}">
                <a16:creationId xmlns:a16="http://schemas.microsoft.com/office/drawing/2014/main" id="{B8E4D6AF-8E84-4809-813F-2F87880C7A3B}"/>
              </a:ext>
            </a:extLst>
          </p:cNvPr>
          <p:cNvSpPr>
            <a:spLocks xmlns:a="http://schemas.openxmlformats.org/drawingml/2006/main" noGrp="1"/>
          </p:cNvSpPr>
          <p:nvPr/>
        </p:nvSpPr>
        <p:spPr>
          <a:xfrm xmlns:a="http://schemas.openxmlformats.org/drawingml/2006/main" rot="140812">
            <a:off x="11048512" y="5976938"/>
            <a:ext cx="1163026" cy="0"/>
          </a:xfrm>
          <a:prstGeom xmlns:a="http://schemas.openxmlformats.org/drawingml/2006/main" prst="line">
            <a:avLst/>
          </a:prstGeom>
          <a:noFill xmlns:a="http://schemas.openxmlformats.org/drawingml/2006/main"/>
          <a:ln xmlns:a="http://schemas.openxmlformats.org/drawingml/2006/main" w="22860">
            <a:solidFill>
              <a:srgbClr val="111111"/>
            </a:solidFill>
            <a:prstDash val="solid"/>
          </a:ln>
        </p:spPr>
      </p:sp>
      <p:sp>
        <p:nvSpPr>
          <p:cNvPr id="90" name="flow.latent-generation.segment.1">
            <a:extLst xmlns:a="http://schemas.openxmlformats.org/drawingml/2006/main">
              <a:ext uri="{FF2B5EF4-FFF2-40B4-BE49-F238E27FC236}">
                <a16:creationId xmlns:a16="http://schemas.microsoft.com/office/drawing/2014/main" id="{B4731E08-AABC-4FB3-BBD0-B7A74F8FEFEA}"/>
              </a:ext>
            </a:extLst>
          </p:cNvPr>
          <p:cNvSpPr>
            <a:spLocks xmlns:a="http://schemas.openxmlformats.org/drawingml/2006/main" noGrp="1"/>
          </p:cNvSpPr>
          <p:nvPr/>
        </p:nvSpPr>
        <p:spPr>
          <a:xfrm xmlns:a="http://schemas.openxmlformats.org/drawingml/2006/main" rot="-2319588">
            <a:off x="12017261" y="5448300"/>
            <a:ext cx="1768703" cy="0"/>
          </a:xfrm>
          <a:prstGeom xmlns:a="http://schemas.openxmlformats.org/drawingml/2006/main" prst="line">
            <a:avLst/>
          </a:prstGeom>
          <a:noFill xmlns:a="http://schemas.openxmlformats.org/drawingml/2006/main"/>
          <a:ln xmlns:a="http://schemas.openxmlformats.org/drawingml/2006/main" w="22860">
            <a:solidFill>
              <a:srgbClr val="111111"/>
            </a:solidFill>
            <a:prstDash val="solid"/>
          </a:ln>
        </p:spPr>
      </p:sp>
      <p:sp>
        <p:nvSpPr>
          <p:cNvPr id="91" name="flow.latent-generation.end.shaft">
            <a:extLst xmlns:a="http://schemas.openxmlformats.org/drawingml/2006/main">
              <a:ext uri="{FF2B5EF4-FFF2-40B4-BE49-F238E27FC236}">
                <a16:creationId xmlns:a16="http://schemas.microsoft.com/office/drawing/2014/main" id="{C6D61F82-8EEA-45D8-B8A8-41CFB8D06BAD}"/>
              </a:ext>
            </a:extLst>
          </p:cNvPr>
          <p:cNvSpPr>
            <a:spLocks xmlns:a="http://schemas.openxmlformats.org/drawingml/2006/main" noGrp="1"/>
          </p:cNvSpPr>
          <p:nvPr/>
        </p:nvSpPr>
        <p:spPr>
          <a:xfrm xmlns:a="http://schemas.openxmlformats.org/drawingml/2006/main" rot="-1628394">
            <a:off x="13526154" y="4622326"/>
            <a:ext cx="1199232" cy="0"/>
          </a:xfrm>
          <a:prstGeom xmlns:a="http://schemas.openxmlformats.org/drawingml/2006/main" prst="line">
            <a:avLst/>
          </a:prstGeom>
          <a:noFill xmlns:a="http://schemas.openxmlformats.org/drawingml/2006/main"/>
          <a:ln xmlns:a="http://schemas.openxmlformats.org/drawingml/2006/main" w="22860">
            <a:solidFill>
              <a:srgbClr val="111111"/>
            </a:solidFill>
            <a:prstDash val="solid"/>
          </a:ln>
        </p:spPr>
      </p:sp>
      <p:sp>
        <p:nvSpPr>
          <p:cNvPr id="92" name="flow.latent-generation.end.head">
            <a:extLst xmlns:a="http://schemas.openxmlformats.org/drawingml/2006/main">
              <a:ext uri="{FF2B5EF4-FFF2-40B4-BE49-F238E27FC236}">
                <a16:creationId xmlns:a16="http://schemas.microsoft.com/office/drawing/2014/main" id="{1A496EF4-2032-4D3A-8F83-36EAFC3D01BC}"/>
              </a:ext>
            </a:extLst>
          </p:cNvPr>
          <p:cNvSpPr>
            <a:spLocks xmlns:a="http://schemas.openxmlformats.org/drawingml/2006/main" noGrp="1"/>
          </p:cNvSpPr>
          <p:nvPr/>
        </p:nvSpPr>
        <p:spPr>
          <a:xfrm xmlns:a="http://schemas.openxmlformats.org/drawingml/2006/main" rot="3771606">
            <a:off x="14644688" y="4233863"/>
            <a:ext cx="161925" cy="161925"/>
          </a:xfrm>
          <a:prstGeom xmlns:a="http://schemas.openxmlformats.org/drawingml/2006/main" prst="triangle">
            <a:avLst/>
          </a:prstGeom>
          <a:solidFill xmlns:a="http://schemas.openxmlformats.org/drawingml/2006/main">
            <a:srgbClr val="111111"/>
          </a:solidFill>
          <a:ln xmlns:a="http://schemas.openxmlformats.org/drawingml/2006/main" w="0">
            <a:solidFill>
              <a:srgbClr val="111111"/>
            </a:solidFill>
            <a:prstDash val="solid"/>
          </a:ln>
        </p:spPr>
      </p:sp>
      <p:sp>
        <p:nvSpPr>
          <p:cNvPr id="93" name="flow.latent-repository.segment.0">
            <a:extLst xmlns:a="http://schemas.openxmlformats.org/drawingml/2006/main">
              <a:ext uri="{FF2B5EF4-FFF2-40B4-BE49-F238E27FC236}">
                <a16:creationId xmlns:a16="http://schemas.microsoft.com/office/drawing/2014/main" id="{1150316E-CBF1-434C-917F-3FB3DFDF3FCD}"/>
              </a:ext>
            </a:extLst>
          </p:cNvPr>
          <p:cNvSpPr>
            <a:spLocks xmlns:a="http://schemas.openxmlformats.org/drawingml/2006/main" noGrp="1"/>
          </p:cNvSpPr>
          <p:nvPr/>
        </p:nvSpPr>
        <p:spPr>
          <a:xfrm xmlns:a="http://schemas.openxmlformats.org/drawingml/2006/main" rot="4042808">
            <a:off x="9601200" y="8896350"/>
            <a:ext cx="1733550" cy="0"/>
          </a:xfrm>
          <a:prstGeom xmlns:a="http://schemas.openxmlformats.org/drawingml/2006/main" prst="line">
            <a:avLst/>
          </a:prstGeom>
          <a:noFill xmlns:a="http://schemas.openxmlformats.org/drawingml/2006/main"/>
          <a:ln xmlns:a="http://schemas.openxmlformats.org/drawingml/2006/main" w="22860">
            <a:solidFill>
              <a:srgbClr val="111111"/>
            </a:solidFill>
            <a:prstDash val="solid"/>
          </a:ln>
        </p:spPr>
      </p:sp>
      <p:sp>
        <p:nvSpPr>
          <p:cNvPr id="94" name="flow.latent-repository.segment.1">
            <a:extLst xmlns:a="http://schemas.openxmlformats.org/drawingml/2006/main">
              <a:ext uri="{FF2B5EF4-FFF2-40B4-BE49-F238E27FC236}">
                <a16:creationId xmlns:a16="http://schemas.microsoft.com/office/drawing/2014/main" id="{668E797B-942D-413D-9C1B-608C9A10FB34}"/>
              </a:ext>
            </a:extLst>
          </p:cNvPr>
          <p:cNvSpPr>
            <a:spLocks xmlns:a="http://schemas.openxmlformats.org/drawingml/2006/main" noGrp="1"/>
          </p:cNvSpPr>
          <p:nvPr/>
        </p:nvSpPr>
        <p:spPr>
          <a:xfrm xmlns:a="http://schemas.openxmlformats.org/drawingml/2006/main" rot="1639433">
            <a:off x="10729577" y="9991725"/>
            <a:ext cx="1286545" cy="0"/>
          </a:xfrm>
          <a:prstGeom xmlns:a="http://schemas.openxmlformats.org/drawingml/2006/main" prst="line">
            <a:avLst/>
          </a:prstGeom>
          <a:noFill xmlns:a="http://schemas.openxmlformats.org/drawingml/2006/main"/>
          <a:ln xmlns:a="http://schemas.openxmlformats.org/drawingml/2006/main" w="22860">
            <a:solidFill>
              <a:srgbClr val="111111"/>
            </a:solidFill>
            <a:prstDash val="solid"/>
          </a:ln>
        </p:spPr>
      </p:sp>
      <p:sp>
        <p:nvSpPr>
          <p:cNvPr id="95" name="flow.latent-repository.end.shaft">
            <a:extLst xmlns:a="http://schemas.openxmlformats.org/drawingml/2006/main">
              <a:ext uri="{FF2B5EF4-FFF2-40B4-BE49-F238E27FC236}">
                <a16:creationId xmlns:a16="http://schemas.microsoft.com/office/drawing/2014/main" id="{24808C5A-5D16-4366-A85B-5B978324DA34}"/>
              </a:ext>
            </a:extLst>
          </p:cNvPr>
          <p:cNvSpPr>
            <a:spLocks xmlns:a="http://schemas.openxmlformats.org/drawingml/2006/main" noGrp="1"/>
          </p:cNvSpPr>
          <p:nvPr/>
        </p:nvSpPr>
        <p:spPr>
          <a:xfrm xmlns:a="http://schemas.openxmlformats.org/drawingml/2006/main" rot="-1434975">
            <a:off x="11844664" y="9816323"/>
            <a:ext cx="2322032" cy="0"/>
          </a:xfrm>
          <a:prstGeom xmlns:a="http://schemas.openxmlformats.org/drawingml/2006/main" prst="line">
            <a:avLst/>
          </a:prstGeom>
          <a:noFill xmlns:a="http://schemas.openxmlformats.org/drawingml/2006/main"/>
          <a:ln xmlns:a="http://schemas.openxmlformats.org/drawingml/2006/main" w="22860">
            <a:solidFill>
              <a:srgbClr val="111111"/>
            </a:solidFill>
            <a:prstDash val="solid"/>
          </a:ln>
        </p:spPr>
      </p:sp>
      <p:sp>
        <p:nvSpPr>
          <p:cNvPr id="96" name="flow.latent-repository.end.head">
            <a:extLst xmlns:a="http://schemas.openxmlformats.org/drawingml/2006/main">
              <a:ext uri="{FF2B5EF4-FFF2-40B4-BE49-F238E27FC236}">
                <a16:creationId xmlns:a16="http://schemas.microsoft.com/office/drawing/2014/main" id="{003F33B4-1597-4C44-9107-7C141352740C}"/>
              </a:ext>
            </a:extLst>
          </p:cNvPr>
          <p:cNvSpPr>
            <a:spLocks xmlns:a="http://schemas.openxmlformats.org/drawingml/2006/main" noGrp="1"/>
          </p:cNvSpPr>
          <p:nvPr/>
        </p:nvSpPr>
        <p:spPr>
          <a:xfrm xmlns:a="http://schemas.openxmlformats.org/drawingml/2006/main" rot="3965025">
            <a:off x="14054138" y="9234488"/>
            <a:ext cx="161925" cy="161925"/>
          </a:xfrm>
          <a:prstGeom xmlns:a="http://schemas.openxmlformats.org/drawingml/2006/main" prst="triangle">
            <a:avLst/>
          </a:prstGeom>
          <a:solidFill xmlns:a="http://schemas.openxmlformats.org/drawingml/2006/main">
            <a:srgbClr val="111111"/>
          </a:solidFill>
          <a:ln xmlns:a="http://schemas.openxmlformats.org/drawingml/2006/main" w="0">
            <a:solidFill>
              <a:srgbClr val="111111"/>
            </a:solidFill>
            <a:prstDash val="solid"/>
          </a:ln>
        </p:spPr>
      </p:sp>
      <p:sp>
        <p:nvSpPr>
          <p:cNvPr id="97" name="oval.brain">
            <a:extLst xmlns:a="http://schemas.openxmlformats.org/drawingml/2006/main">
              <a:ext uri="{FF2B5EF4-FFF2-40B4-BE49-F238E27FC236}">
                <a16:creationId xmlns:a16="http://schemas.microsoft.com/office/drawing/2014/main" id="{10639747-4B4B-403E-9FC6-4F860BEC16EC}"/>
              </a:ext>
            </a:extLst>
          </p:cNvPr>
          <p:cNvSpPr>
            <a:spLocks xmlns:a="http://schemas.openxmlformats.org/drawingml/2006/main" noGrp="1"/>
          </p:cNvSpPr>
          <p:nvPr/>
        </p:nvSpPr>
        <p:spPr>
          <a:xfrm xmlns:a="http://schemas.openxmlformats.org/drawingml/2006/main">
            <a:off x="5734050" y="3629025"/>
            <a:ext cx="1066800" cy="647700"/>
          </a:xfrm>
          <a:prstGeom xmlns:a="http://schemas.openxmlformats.org/drawingml/2006/main" prst="ellipse">
            <a:avLst/>
          </a:prstGeom>
          <a:solidFill xmlns:a="http://schemas.openxmlformats.org/drawingml/2006/main">
            <a:srgbClr val="E9DEDA"/>
          </a:solidFill>
          <a:ln xmlns:a="http://schemas.openxmlformats.org/drawingml/2006/main" w="22860">
            <a:solidFill>
              <a:srgbClr val="111111"/>
            </a:solidFill>
            <a:prstDash val="solid"/>
          </a:ln>
        </p:spPr>
      </p:sp>
      <p:sp>
        <p:nvSpPr>
          <p:cNvPr id="98" name="oval.brain.icon">
            <a:extLst xmlns:a="http://schemas.openxmlformats.org/drawingml/2006/main">
              <a:ext uri="{FF2B5EF4-FFF2-40B4-BE49-F238E27FC236}">
                <a16:creationId xmlns:a16="http://schemas.microsoft.com/office/drawing/2014/main" id="{2AEACB35-91D1-4DCF-A709-D6C76FF0CCA2}"/>
              </a:ext>
            </a:extLst>
          </p:cNvPr>
          <p:cNvSpPr>
            <a:spLocks xmlns:a="http://schemas.openxmlformats.org/drawingml/2006/main" noGrp="1"/>
          </p:cNvSpPr>
          <p:nvPr/>
        </p:nvSpPr>
        <p:spPr>
          <a:xfrm xmlns:a="http://schemas.openxmlformats.org/drawingml/2006/main">
            <a:off x="6010275" y="3733800"/>
            <a:ext cx="45720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2400" b="0" i="0">
                <a:solidFill>
                  <a:srgbClr val="111111"/>
                </a:solidFill>
              </a:defRPr>
            </a:pPr>
            <a:r>
              <a:rPr sz="2400" b="0" i="0">
                <a:solidFill>
                  <a:srgbClr val="111111"/>
                </a:solidFill>
              </a:rPr>
              <a:t>💭</a:t>
            </a:r>
          </a:p>
        </p:txBody>
      </p:sp>
      <p:sp>
        <p:nvSpPr>
          <p:cNvPr id="99" name="oval.image">
            <a:extLst xmlns:a="http://schemas.openxmlformats.org/drawingml/2006/main">
              <a:ext uri="{FF2B5EF4-FFF2-40B4-BE49-F238E27FC236}">
                <a16:creationId xmlns:a16="http://schemas.microsoft.com/office/drawing/2014/main" id="{20C7DFD7-B15C-4A65-A1F8-E6F86DBAE8DF}"/>
              </a:ext>
            </a:extLst>
          </p:cNvPr>
          <p:cNvSpPr>
            <a:spLocks xmlns:a="http://schemas.openxmlformats.org/drawingml/2006/main" noGrp="1"/>
          </p:cNvSpPr>
          <p:nvPr/>
        </p:nvSpPr>
        <p:spPr>
          <a:xfrm xmlns:a="http://schemas.openxmlformats.org/drawingml/2006/main">
            <a:off x="4667250" y="4533900"/>
            <a:ext cx="990600" cy="514350"/>
          </a:xfrm>
          <a:prstGeom xmlns:a="http://schemas.openxmlformats.org/drawingml/2006/main" prst="ellipse">
            <a:avLst/>
          </a:prstGeom>
          <a:solidFill xmlns:a="http://schemas.openxmlformats.org/drawingml/2006/main">
            <a:srgbClr val="E6D0CE"/>
          </a:solidFill>
          <a:ln xmlns:a="http://schemas.openxmlformats.org/drawingml/2006/main" w="22860">
            <a:solidFill>
              <a:srgbClr val="111111"/>
            </a:solidFill>
            <a:prstDash val="solid"/>
          </a:ln>
        </p:spPr>
      </p:sp>
      <p:sp>
        <p:nvSpPr>
          <p:cNvPr id="100" name="oval.image.icon">
            <a:extLst xmlns:a="http://schemas.openxmlformats.org/drawingml/2006/main">
              <a:ext uri="{FF2B5EF4-FFF2-40B4-BE49-F238E27FC236}">
                <a16:creationId xmlns:a16="http://schemas.microsoft.com/office/drawing/2014/main" id="{9F569DBF-D4E6-4ED7-B87D-1594FAF3DE64}"/>
              </a:ext>
            </a:extLst>
          </p:cNvPr>
          <p:cNvSpPr>
            <a:spLocks xmlns:a="http://schemas.openxmlformats.org/drawingml/2006/main" noGrp="1"/>
          </p:cNvSpPr>
          <p:nvPr/>
        </p:nvSpPr>
        <p:spPr>
          <a:xfrm xmlns:a="http://schemas.openxmlformats.org/drawingml/2006/main">
            <a:off x="5000625" y="4610100"/>
            <a:ext cx="45720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2400" b="0" i="0">
                <a:solidFill>
                  <a:srgbClr val="111111"/>
                </a:solidFill>
              </a:defRPr>
            </a:pPr>
            <a:r>
              <a:rPr sz="2400" b="0" i="0">
                <a:solidFill>
                  <a:srgbClr val="111111"/>
                </a:solidFill>
              </a:rPr>
              <a:t>🖼</a:t>
            </a:r>
          </a:p>
        </p:txBody>
      </p:sp>
      <p:sp>
        <p:nvSpPr>
          <p:cNvPr id="101" name="oval.previous">
            <a:extLst xmlns:a="http://schemas.openxmlformats.org/drawingml/2006/main">
              <a:ext uri="{FF2B5EF4-FFF2-40B4-BE49-F238E27FC236}">
                <a16:creationId xmlns:a16="http://schemas.microsoft.com/office/drawing/2014/main" id="{DCAB2BE6-615A-43CC-A9AA-E9DC5AF0555E}"/>
              </a:ext>
            </a:extLst>
          </p:cNvPr>
          <p:cNvSpPr>
            <a:spLocks xmlns:a="http://schemas.openxmlformats.org/drawingml/2006/main" noGrp="1"/>
          </p:cNvSpPr>
          <p:nvPr/>
        </p:nvSpPr>
        <p:spPr>
          <a:xfrm xmlns:a="http://schemas.openxmlformats.org/drawingml/2006/main">
            <a:off x="6057900" y="5153025"/>
            <a:ext cx="1152525" cy="723900"/>
          </a:xfrm>
          <a:prstGeom xmlns:a="http://schemas.openxmlformats.org/drawingml/2006/main" prst="ellipse">
            <a:avLst/>
          </a:prstGeom>
          <a:solidFill xmlns:a="http://schemas.openxmlformats.org/drawingml/2006/main">
            <a:srgbClr val="E7DDD8"/>
          </a:solidFill>
          <a:ln xmlns:a="http://schemas.openxmlformats.org/drawingml/2006/main" w="22860">
            <a:solidFill>
              <a:srgbClr val="111111"/>
            </a:solidFill>
            <a:prstDash val="solid"/>
          </a:ln>
        </p:spPr>
      </p:sp>
      <p:sp>
        <p:nvSpPr>
          <p:cNvPr id="102" name="oval.previous.icon">
            <a:extLst xmlns:a="http://schemas.openxmlformats.org/drawingml/2006/main">
              <a:ext uri="{FF2B5EF4-FFF2-40B4-BE49-F238E27FC236}">
                <a16:creationId xmlns:a16="http://schemas.microsoft.com/office/drawing/2014/main" id="{31C89021-0801-4ACF-8705-4DB78600E517}"/>
              </a:ext>
            </a:extLst>
          </p:cNvPr>
          <p:cNvSpPr>
            <a:spLocks xmlns:a="http://schemas.openxmlformats.org/drawingml/2006/main" noGrp="1"/>
          </p:cNvSpPr>
          <p:nvPr/>
        </p:nvSpPr>
        <p:spPr>
          <a:xfrm xmlns:a="http://schemas.openxmlformats.org/drawingml/2006/main">
            <a:off x="6486525" y="5276850"/>
            <a:ext cx="45720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2400" b="0" i="0">
                <a:solidFill>
                  <a:srgbClr val="111111"/>
                </a:solidFill>
              </a:defRPr>
            </a:pPr>
            <a:r>
              <a:rPr sz="2400" b="0" i="0">
                <a:solidFill>
                  <a:srgbClr val="111111"/>
                </a:solidFill>
              </a:rPr>
              <a:t>↪</a:t>
            </a:r>
          </a:p>
        </p:txBody>
      </p:sp>
      <p:sp>
        <p:nvSpPr>
          <p:cNvPr id="103" name="oval.graph">
            <a:extLst xmlns:a="http://schemas.openxmlformats.org/drawingml/2006/main">
              <a:ext uri="{FF2B5EF4-FFF2-40B4-BE49-F238E27FC236}">
                <a16:creationId xmlns:a16="http://schemas.microsoft.com/office/drawing/2014/main" id="{746F66A8-8EC8-40CB-9EA0-8212EA3C9CEB}"/>
              </a:ext>
            </a:extLst>
          </p:cNvPr>
          <p:cNvSpPr>
            <a:spLocks xmlns:a="http://schemas.openxmlformats.org/drawingml/2006/main" noGrp="1"/>
          </p:cNvSpPr>
          <p:nvPr/>
        </p:nvSpPr>
        <p:spPr>
          <a:xfrm xmlns:a="http://schemas.openxmlformats.org/drawingml/2006/main">
            <a:off x="4638675" y="6496050"/>
            <a:ext cx="1695450" cy="1066800"/>
          </a:xfrm>
          <a:prstGeom xmlns:a="http://schemas.openxmlformats.org/drawingml/2006/main" prst="ellipse">
            <a:avLst/>
          </a:prstGeom>
          <a:solidFill xmlns:a="http://schemas.openxmlformats.org/drawingml/2006/main">
            <a:srgbClr val="E1D2CF"/>
          </a:solidFill>
          <a:ln xmlns:a="http://schemas.openxmlformats.org/drawingml/2006/main" w="22860">
            <a:solidFill>
              <a:srgbClr val="111111"/>
            </a:solidFill>
            <a:prstDash val="solid"/>
          </a:ln>
        </p:spPr>
      </p:sp>
      <p:sp>
        <p:nvSpPr>
          <p:cNvPr id="104" name="oval.graph.icon">
            <a:extLst xmlns:a="http://schemas.openxmlformats.org/drawingml/2006/main">
              <a:ext uri="{FF2B5EF4-FFF2-40B4-BE49-F238E27FC236}">
                <a16:creationId xmlns:a16="http://schemas.microsoft.com/office/drawing/2014/main" id="{C80CD3BD-A886-4982-80A7-3645C679F045}"/>
              </a:ext>
            </a:extLst>
          </p:cNvPr>
          <p:cNvSpPr>
            <a:spLocks xmlns:a="http://schemas.openxmlformats.org/drawingml/2006/main" noGrp="1"/>
          </p:cNvSpPr>
          <p:nvPr/>
        </p:nvSpPr>
        <p:spPr>
          <a:xfrm xmlns:a="http://schemas.openxmlformats.org/drawingml/2006/main">
            <a:off x="5200650" y="6810375"/>
            <a:ext cx="45720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2400" b="0" i="0">
                <a:solidFill>
                  <a:srgbClr val="111111"/>
                </a:solidFill>
              </a:defRPr>
            </a:pPr>
            <a:r>
              <a:rPr sz="2400" b="0" i="0">
                <a:solidFill>
                  <a:srgbClr val="111111"/>
                </a:solidFill>
              </a:rPr>
              <a:t>🕸</a:t>
            </a:r>
          </a:p>
        </p:txBody>
      </p:sp>
      <p:sp>
        <p:nvSpPr>
          <p:cNvPr id="105" name="oval.database">
            <a:extLst xmlns:a="http://schemas.openxmlformats.org/drawingml/2006/main">
              <a:ext uri="{FF2B5EF4-FFF2-40B4-BE49-F238E27FC236}">
                <a16:creationId xmlns:a16="http://schemas.microsoft.com/office/drawing/2014/main" id="{8E92FA60-95D1-449D-AFB4-A805CD3DD5DB}"/>
              </a:ext>
            </a:extLst>
          </p:cNvPr>
          <p:cNvSpPr>
            <a:spLocks xmlns:a="http://schemas.openxmlformats.org/drawingml/2006/main" noGrp="1"/>
          </p:cNvSpPr>
          <p:nvPr/>
        </p:nvSpPr>
        <p:spPr>
          <a:xfrm xmlns:a="http://schemas.openxmlformats.org/drawingml/2006/main">
            <a:off x="4914900" y="7743825"/>
            <a:ext cx="1257300" cy="790575"/>
          </a:xfrm>
          <a:prstGeom xmlns:a="http://schemas.openxmlformats.org/drawingml/2006/main" prst="ellipse">
            <a:avLst/>
          </a:prstGeom>
          <a:solidFill xmlns:a="http://schemas.openxmlformats.org/drawingml/2006/main">
            <a:srgbClr val="E8D9D5"/>
          </a:solidFill>
          <a:ln xmlns:a="http://schemas.openxmlformats.org/drawingml/2006/main" w="22860">
            <a:solidFill>
              <a:srgbClr val="111111"/>
            </a:solidFill>
            <a:prstDash val="solid"/>
          </a:ln>
        </p:spPr>
      </p:sp>
      <p:sp>
        <p:nvSpPr>
          <p:cNvPr id="106" name="oval.database.icon">
            <a:extLst xmlns:a="http://schemas.openxmlformats.org/drawingml/2006/main">
              <a:ext uri="{FF2B5EF4-FFF2-40B4-BE49-F238E27FC236}">
                <a16:creationId xmlns:a16="http://schemas.microsoft.com/office/drawing/2014/main" id="{4C68A661-D4D2-45BC-9114-B06FD32DFB26}"/>
              </a:ext>
            </a:extLst>
          </p:cNvPr>
          <p:cNvSpPr>
            <a:spLocks xmlns:a="http://schemas.openxmlformats.org/drawingml/2006/main" noGrp="1"/>
          </p:cNvSpPr>
          <p:nvPr/>
        </p:nvSpPr>
        <p:spPr>
          <a:xfrm xmlns:a="http://schemas.openxmlformats.org/drawingml/2006/main">
            <a:off x="5314950" y="7915275"/>
            <a:ext cx="45720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2400" b="0" i="0">
                <a:solidFill>
                  <a:srgbClr val="111111"/>
                </a:solidFill>
              </a:defRPr>
            </a:pPr>
            <a:r>
              <a:rPr sz="2400" b="0" i="0">
                <a:solidFill>
                  <a:srgbClr val="111111"/>
                </a:solidFill>
              </a:rPr>
              <a:t>🗄</a:t>
            </a:r>
          </a:p>
        </p:txBody>
      </p:sp>
      <p:sp>
        <p:nvSpPr>
          <p:cNvPr id="107" name="oval.editing">
            <a:extLst xmlns:a="http://schemas.openxmlformats.org/drawingml/2006/main">
              <a:ext uri="{FF2B5EF4-FFF2-40B4-BE49-F238E27FC236}">
                <a16:creationId xmlns:a16="http://schemas.microsoft.com/office/drawing/2014/main" id="{6EEBB401-E6C4-40B2-B0C6-B060A35F9A0A}"/>
              </a:ext>
            </a:extLst>
          </p:cNvPr>
          <p:cNvSpPr>
            <a:spLocks xmlns:a="http://schemas.openxmlformats.org/drawingml/2006/main" noGrp="1"/>
          </p:cNvSpPr>
          <p:nvPr/>
        </p:nvSpPr>
        <p:spPr>
          <a:xfrm xmlns:a="http://schemas.openxmlformats.org/drawingml/2006/main">
            <a:off x="7124700" y="7639050"/>
            <a:ext cx="1876425" cy="1085850"/>
          </a:xfrm>
          <a:prstGeom xmlns:a="http://schemas.openxmlformats.org/drawingml/2006/main" prst="ellipse">
            <a:avLst/>
          </a:prstGeom>
          <a:solidFill xmlns:a="http://schemas.openxmlformats.org/drawingml/2006/main">
            <a:srgbClr val="DFC8C4"/>
          </a:solidFill>
          <a:ln xmlns:a="http://schemas.openxmlformats.org/drawingml/2006/main" w="22860">
            <a:solidFill>
              <a:srgbClr val="111111"/>
            </a:solidFill>
            <a:prstDash val="solid"/>
          </a:ln>
        </p:spPr>
      </p:sp>
      <p:sp>
        <p:nvSpPr>
          <p:cNvPr id="108" name="oval.editing.icon">
            <a:extLst xmlns:a="http://schemas.openxmlformats.org/drawingml/2006/main">
              <a:ext uri="{FF2B5EF4-FFF2-40B4-BE49-F238E27FC236}">
                <a16:creationId xmlns:a16="http://schemas.microsoft.com/office/drawing/2014/main" id="{37697ED6-D974-461F-940B-CBBD54F11E0D}"/>
              </a:ext>
            </a:extLst>
          </p:cNvPr>
          <p:cNvSpPr>
            <a:spLocks xmlns:a="http://schemas.openxmlformats.org/drawingml/2006/main" noGrp="1"/>
          </p:cNvSpPr>
          <p:nvPr/>
        </p:nvSpPr>
        <p:spPr>
          <a:xfrm xmlns:a="http://schemas.openxmlformats.org/drawingml/2006/main">
            <a:off x="7686675" y="7867650"/>
            <a:ext cx="45720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2400" b="0" i="0">
                <a:solidFill>
                  <a:srgbClr val="111111"/>
                </a:solidFill>
              </a:defRPr>
            </a:pPr>
            <a:r>
              <a:rPr sz="2400" b="0" i="0">
                <a:solidFill>
                  <a:srgbClr val="111111"/>
                </a:solidFill>
              </a:rPr>
              <a:t>📖</a:t>
            </a:r>
          </a:p>
        </p:txBody>
      </p:sp>
      <p:sp>
        <p:nvSpPr>
          <p:cNvPr id="109" name="oval.experience">
            <a:extLst xmlns:a="http://schemas.openxmlformats.org/drawingml/2006/main">
              <a:ext uri="{FF2B5EF4-FFF2-40B4-BE49-F238E27FC236}">
                <a16:creationId xmlns:a16="http://schemas.microsoft.com/office/drawing/2014/main" id="{F1C9A08E-8E4F-4D76-8A49-D43842A75E68}"/>
              </a:ext>
            </a:extLst>
          </p:cNvPr>
          <p:cNvSpPr>
            <a:spLocks xmlns:a="http://schemas.openxmlformats.org/drawingml/2006/main" noGrp="1"/>
          </p:cNvSpPr>
          <p:nvPr/>
        </p:nvSpPr>
        <p:spPr>
          <a:xfrm xmlns:a="http://schemas.openxmlformats.org/drawingml/2006/main">
            <a:off x="8058150" y="5772150"/>
            <a:ext cx="1504950" cy="885825"/>
          </a:xfrm>
          <a:prstGeom xmlns:a="http://schemas.openxmlformats.org/drawingml/2006/main" prst="ellipse">
            <a:avLst/>
          </a:prstGeom>
          <a:solidFill xmlns:a="http://schemas.openxmlformats.org/drawingml/2006/main">
            <a:srgbClr val="E9DED8"/>
          </a:solidFill>
          <a:ln xmlns:a="http://schemas.openxmlformats.org/drawingml/2006/main" w="22860">
            <a:solidFill>
              <a:srgbClr val="111111"/>
            </a:solidFill>
            <a:prstDash val="solid"/>
          </a:ln>
        </p:spPr>
      </p:sp>
      <p:sp>
        <p:nvSpPr>
          <p:cNvPr id="110" name="oval.experience.icon">
            <a:extLst xmlns:a="http://schemas.openxmlformats.org/drawingml/2006/main">
              <a:ext uri="{FF2B5EF4-FFF2-40B4-BE49-F238E27FC236}">
                <a16:creationId xmlns:a16="http://schemas.microsoft.com/office/drawing/2014/main" id="{3E1E7092-AEF0-4249-931A-D994D977B203}"/>
              </a:ext>
            </a:extLst>
          </p:cNvPr>
          <p:cNvSpPr>
            <a:spLocks xmlns:a="http://schemas.openxmlformats.org/drawingml/2006/main" noGrp="1"/>
          </p:cNvSpPr>
          <p:nvPr/>
        </p:nvSpPr>
        <p:spPr>
          <a:xfrm xmlns:a="http://schemas.openxmlformats.org/drawingml/2006/main">
            <a:off x="8562975" y="5981700"/>
            <a:ext cx="45720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2400" b="0" i="0">
                <a:solidFill>
                  <a:srgbClr val="111111"/>
                </a:solidFill>
              </a:defRPr>
            </a:pPr>
            <a:r>
              <a:rPr sz="2400" b="0" i="0">
                <a:solidFill>
                  <a:srgbClr val="111111"/>
                </a:solidFill>
              </a:rPr>
              <a:t>🏅</a:t>
            </a:r>
          </a:p>
        </p:txBody>
      </p:sp>
      <p:sp>
        <p:nvSpPr>
          <p:cNvPr id="111" name="oval.central-small">
            <a:extLst xmlns:a="http://schemas.openxmlformats.org/drawingml/2006/main">
              <a:ext uri="{FF2B5EF4-FFF2-40B4-BE49-F238E27FC236}">
                <a16:creationId xmlns:a16="http://schemas.microsoft.com/office/drawing/2014/main" id="{B31939FC-A377-466B-85E6-D37D7918195D}"/>
              </a:ext>
            </a:extLst>
          </p:cNvPr>
          <p:cNvSpPr>
            <a:spLocks xmlns:a="http://schemas.openxmlformats.org/drawingml/2006/main" noGrp="1"/>
          </p:cNvSpPr>
          <p:nvPr/>
        </p:nvSpPr>
        <p:spPr>
          <a:xfrm xmlns:a="http://schemas.openxmlformats.org/drawingml/2006/main">
            <a:off x="7372350" y="6619875"/>
            <a:ext cx="1019175" cy="533400"/>
          </a:xfrm>
          <a:prstGeom xmlns:a="http://schemas.openxmlformats.org/drawingml/2006/main" prst="ellipse">
            <a:avLst/>
          </a:prstGeom>
          <a:solidFill xmlns:a="http://schemas.openxmlformats.org/drawingml/2006/main">
            <a:srgbClr val="D9BBB6"/>
          </a:solidFill>
          <a:ln xmlns:a="http://schemas.openxmlformats.org/drawingml/2006/main" w="22860">
            <a:solidFill>
              <a:srgbClr val="111111"/>
            </a:solidFill>
            <a:prstDash val="solid"/>
          </a:ln>
        </p:spPr>
      </p:sp>
      <p:sp>
        <p:nvSpPr>
          <p:cNvPr id="112" name="oval.latent-books">
            <a:extLst xmlns:a="http://schemas.openxmlformats.org/drawingml/2006/main">
              <a:ext uri="{FF2B5EF4-FFF2-40B4-BE49-F238E27FC236}">
                <a16:creationId xmlns:a16="http://schemas.microsoft.com/office/drawing/2014/main" id="{C65DE9C9-02BF-4B99-B745-F10BC4117C29}"/>
              </a:ext>
            </a:extLst>
          </p:cNvPr>
          <p:cNvSpPr>
            <a:spLocks xmlns:a="http://schemas.openxmlformats.org/drawingml/2006/main" noGrp="1"/>
          </p:cNvSpPr>
          <p:nvPr/>
        </p:nvSpPr>
        <p:spPr>
          <a:xfrm xmlns:a="http://schemas.openxmlformats.org/drawingml/2006/main">
            <a:off x="9496425" y="7800975"/>
            <a:ext cx="1152525" cy="704850"/>
          </a:xfrm>
          <a:prstGeom xmlns:a="http://schemas.openxmlformats.org/drawingml/2006/main" prst="ellipse">
            <a:avLst/>
          </a:prstGeom>
          <a:solidFill xmlns:a="http://schemas.openxmlformats.org/drawingml/2006/main">
            <a:srgbClr val="5DAAA5"/>
          </a:solidFill>
          <a:ln xmlns:a="http://schemas.openxmlformats.org/drawingml/2006/main" w="22860">
            <a:solidFill>
              <a:srgbClr val="111111"/>
            </a:solidFill>
            <a:prstDash val="solid"/>
          </a:ln>
        </p:spPr>
      </p:sp>
      <p:sp>
        <p:nvSpPr>
          <p:cNvPr id="113" name="oval.latent-books.icon">
            <a:extLst xmlns:a="http://schemas.openxmlformats.org/drawingml/2006/main">
              <a:ext uri="{FF2B5EF4-FFF2-40B4-BE49-F238E27FC236}">
                <a16:creationId xmlns:a16="http://schemas.microsoft.com/office/drawing/2014/main" id="{97E3063C-1C4D-4533-8E0D-19DF4A93AAE5}"/>
              </a:ext>
            </a:extLst>
          </p:cNvPr>
          <p:cNvSpPr>
            <a:spLocks xmlns:a="http://schemas.openxmlformats.org/drawingml/2006/main" noGrp="1"/>
          </p:cNvSpPr>
          <p:nvPr/>
        </p:nvSpPr>
        <p:spPr>
          <a:xfrm xmlns:a="http://schemas.openxmlformats.org/drawingml/2006/main">
            <a:off x="9848850" y="7934325"/>
            <a:ext cx="45720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2400" b="0" i="0">
                <a:solidFill>
                  <a:srgbClr val="111111"/>
                </a:solidFill>
              </a:defRPr>
            </a:pPr>
            <a:r>
              <a:rPr sz="2400" b="0" i="0">
                <a:solidFill>
                  <a:srgbClr val="111111"/>
                </a:solidFill>
              </a:rPr>
              <a:t>📚</a:t>
            </a:r>
          </a:p>
        </p:txBody>
      </p:sp>
      <p:sp>
        <p:nvSpPr>
          <p:cNvPr id="114" name="oval.latent-center">
            <a:extLst xmlns:a="http://schemas.openxmlformats.org/drawingml/2006/main">
              <a:ext uri="{FF2B5EF4-FFF2-40B4-BE49-F238E27FC236}">
                <a16:creationId xmlns:a16="http://schemas.microsoft.com/office/drawing/2014/main" id="{4D6B935A-A96E-4D46-9E67-DAE5246067C7}"/>
              </a:ext>
            </a:extLst>
          </p:cNvPr>
          <p:cNvSpPr>
            <a:spLocks xmlns:a="http://schemas.openxmlformats.org/drawingml/2006/main" noGrp="1"/>
          </p:cNvSpPr>
          <p:nvPr/>
        </p:nvSpPr>
        <p:spPr>
          <a:xfrm xmlns:a="http://schemas.openxmlformats.org/drawingml/2006/main">
            <a:off x="9153525" y="6486525"/>
            <a:ext cx="1543050" cy="809625"/>
          </a:xfrm>
          <a:prstGeom xmlns:a="http://schemas.openxmlformats.org/drawingml/2006/main" prst="ellipse">
            <a:avLst/>
          </a:prstGeom>
          <a:solidFill xmlns:a="http://schemas.openxmlformats.org/drawingml/2006/main">
            <a:srgbClr val="61AAA5"/>
          </a:solidFill>
          <a:ln xmlns:a="http://schemas.openxmlformats.org/drawingml/2006/main" w="22860">
            <a:solidFill>
              <a:srgbClr val="111111"/>
            </a:solidFill>
            <a:prstDash val="solid"/>
          </a:ln>
        </p:spPr>
      </p:sp>
      <p:sp>
        <p:nvSpPr>
          <p:cNvPr id="115" name="oval.repository">
            <a:extLst xmlns:a="http://schemas.openxmlformats.org/drawingml/2006/main">
              <a:ext uri="{FF2B5EF4-FFF2-40B4-BE49-F238E27FC236}">
                <a16:creationId xmlns:a16="http://schemas.microsoft.com/office/drawing/2014/main" id="{AC967E57-04F1-4D37-9555-7BCF0C42324B}"/>
              </a:ext>
            </a:extLst>
          </p:cNvPr>
          <p:cNvSpPr>
            <a:spLocks xmlns:a="http://schemas.openxmlformats.org/drawingml/2006/main" noGrp="1"/>
          </p:cNvSpPr>
          <p:nvPr/>
        </p:nvSpPr>
        <p:spPr>
          <a:xfrm xmlns:a="http://schemas.openxmlformats.org/drawingml/2006/main">
            <a:off x="10144125" y="5324475"/>
            <a:ext cx="1724025" cy="971550"/>
          </a:xfrm>
          <a:prstGeom xmlns:a="http://schemas.openxmlformats.org/drawingml/2006/main" prst="ellipse">
            <a:avLst/>
          </a:prstGeom>
          <a:solidFill xmlns:a="http://schemas.openxmlformats.org/drawingml/2006/main">
            <a:srgbClr val="8AB6B1"/>
          </a:solidFill>
          <a:ln xmlns:a="http://schemas.openxmlformats.org/drawingml/2006/main" w="22860">
            <a:solidFill>
              <a:srgbClr val="111111"/>
            </a:solidFill>
            <a:prstDash val="solid"/>
          </a:ln>
        </p:spPr>
      </p:sp>
      <p:sp>
        <p:nvSpPr>
          <p:cNvPr id="116" name="oval.repository.icon">
            <a:extLst xmlns:a="http://schemas.openxmlformats.org/drawingml/2006/main">
              <a:ext uri="{FF2B5EF4-FFF2-40B4-BE49-F238E27FC236}">
                <a16:creationId xmlns:a16="http://schemas.microsoft.com/office/drawing/2014/main" id="{0E86979D-12A1-4E6A-9ECA-3027FBBBFDD6}"/>
              </a:ext>
            </a:extLst>
          </p:cNvPr>
          <p:cNvSpPr>
            <a:spLocks xmlns:a="http://schemas.openxmlformats.org/drawingml/2006/main" noGrp="1"/>
          </p:cNvSpPr>
          <p:nvPr/>
        </p:nvSpPr>
        <p:spPr>
          <a:xfrm xmlns:a="http://schemas.openxmlformats.org/drawingml/2006/main">
            <a:off x="10734675" y="5495925"/>
            <a:ext cx="45720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2400" b="0" i="0">
                <a:solidFill>
                  <a:srgbClr val="111111"/>
                </a:solidFill>
              </a:defRPr>
            </a:pPr>
            <a:r>
              <a:rPr sz="2400" b="0" i="0">
                <a:solidFill>
                  <a:srgbClr val="111111"/>
                </a:solidFill>
              </a:rPr>
              <a:t>🗄</a:t>
            </a:r>
          </a:p>
        </p:txBody>
      </p:sp>
      <p:sp>
        <p:nvSpPr>
          <p:cNvPr id="117" name="oval.kv-memory">
            <a:extLst xmlns:a="http://schemas.openxmlformats.org/drawingml/2006/main">
              <a:ext uri="{FF2B5EF4-FFF2-40B4-BE49-F238E27FC236}">
                <a16:creationId xmlns:a16="http://schemas.microsoft.com/office/drawing/2014/main" id="{E69EB107-41D5-4914-8294-A4521D6FAD67}"/>
              </a:ext>
            </a:extLst>
          </p:cNvPr>
          <p:cNvSpPr>
            <a:spLocks xmlns:a="http://schemas.openxmlformats.org/drawingml/2006/main" noGrp="1"/>
          </p:cNvSpPr>
          <p:nvPr/>
        </p:nvSpPr>
        <p:spPr>
          <a:xfrm xmlns:a="http://schemas.openxmlformats.org/drawingml/2006/main">
            <a:off x="9810750" y="4438650"/>
            <a:ext cx="1314450" cy="742950"/>
          </a:xfrm>
          <a:prstGeom xmlns:a="http://schemas.openxmlformats.org/drawingml/2006/main" prst="ellipse">
            <a:avLst/>
          </a:prstGeom>
          <a:solidFill xmlns:a="http://schemas.openxmlformats.org/drawingml/2006/main">
            <a:srgbClr val="CDE2D4"/>
          </a:solidFill>
          <a:ln xmlns:a="http://schemas.openxmlformats.org/drawingml/2006/main" w="22860">
            <a:solidFill>
              <a:srgbClr val="111111"/>
            </a:solidFill>
            <a:prstDash val="solid"/>
          </a:ln>
        </p:spPr>
      </p:sp>
      <p:sp>
        <p:nvSpPr>
          <p:cNvPr id="118" name="oval.robot">
            <a:extLst xmlns:a="http://schemas.openxmlformats.org/drawingml/2006/main">
              <a:ext uri="{FF2B5EF4-FFF2-40B4-BE49-F238E27FC236}">
                <a16:creationId xmlns:a16="http://schemas.microsoft.com/office/drawing/2014/main" id="{551F3851-8AF8-40B9-9592-1728C4B9066E}"/>
              </a:ext>
            </a:extLst>
          </p:cNvPr>
          <p:cNvSpPr>
            <a:spLocks xmlns:a="http://schemas.openxmlformats.org/drawingml/2006/main" noGrp="1"/>
          </p:cNvSpPr>
          <p:nvPr/>
        </p:nvSpPr>
        <p:spPr>
          <a:xfrm xmlns:a="http://schemas.openxmlformats.org/drawingml/2006/main">
            <a:off x="7639050" y="4076700"/>
            <a:ext cx="1047750" cy="542925"/>
          </a:xfrm>
          <a:prstGeom xmlns:a="http://schemas.openxmlformats.org/drawingml/2006/main" prst="ellipse">
            <a:avLst/>
          </a:prstGeom>
          <a:solidFill xmlns:a="http://schemas.openxmlformats.org/drawingml/2006/main">
            <a:srgbClr val="75B1A7"/>
          </a:solidFill>
          <a:ln xmlns:a="http://schemas.openxmlformats.org/drawingml/2006/main" w="22860">
            <a:solidFill>
              <a:srgbClr val="111111"/>
            </a:solidFill>
            <a:prstDash val="solid"/>
          </a:ln>
        </p:spPr>
      </p:sp>
      <p:sp>
        <p:nvSpPr>
          <p:cNvPr id="119" name="oval.robot.icon">
            <a:extLst xmlns:a="http://schemas.openxmlformats.org/drawingml/2006/main">
              <a:ext uri="{FF2B5EF4-FFF2-40B4-BE49-F238E27FC236}">
                <a16:creationId xmlns:a16="http://schemas.microsoft.com/office/drawing/2014/main" id="{50425E4D-AF38-47DC-B91D-83F187CDE9DF}"/>
              </a:ext>
            </a:extLst>
          </p:cNvPr>
          <p:cNvSpPr>
            <a:spLocks xmlns:a="http://schemas.openxmlformats.org/drawingml/2006/main" noGrp="1"/>
          </p:cNvSpPr>
          <p:nvPr/>
        </p:nvSpPr>
        <p:spPr>
          <a:xfrm xmlns:a="http://schemas.openxmlformats.org/drawingml/2006/main">
            <a:off x="7981950" y="4162425"/>
            <a:ext cx="45720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2400" b="0" i="0">
                <a:solidFill>
                  <a:srgbClr val="111111"/>
                </a:solidFill>
              </a:defRPr>
            </a:pPr>
            <a:r>
              <a:rPr sz="2400" b="0" i="0">
                <a:solidFill>
                  <a:srgbClr val="111111"/>
                </a:solidFill>
              </a:rPr>
              <a:t>🤖</a:t>
            </a:r>
          </a:p>
        </p:txBody>
      </p:sp>
      <p:sp>
        <p:nvSpPr>
          <p:cNvPr id="120" name="oval.green-small">
            <a:extLst xmlns:a="http://schemas.openxmlformats.org/drawingml/2006/main">
              <a:ext uri="{FF2B5EF4-FFF2-40B4-BE49-F238E27FC236}">
                <a16:creationId xmlns:a16="http://schemas.microsoft.com/office/drawing/2014/main" id="{015A402E-843F-47AE-890A-8E1285EEB111}"/>
              </a:ext>
            </a:extLst>
          </p:cNvPr>
          <p:cNvSpPr>
            <a:spLocks xmlns:a="http://schemas.openxmlformats.org/drawingml/2006/main" noGrp="1"/>
          </p:cNvSpPr>
          <p:nvPr/>
        </p:nvSpPr>
        <p:spPr>
          <a:xfrm xmlns:a="http://schemas.openxmlformats.org/drawingml/2006/main">
            <a:off x="8562975" y="3971925"/>
            <a:ext cx="1009650" cy="523875"/>
          </a:xfrm>
          <a:prstGeom xmlns:a="http://schemas.openxmlformats.org/drawingml/2006/main" prst="ellipse">
            <a:avLst/>
          </a:prstGeom>
          <a:solidFill xmlns:a="http://schemas.openxmlformats.org/drawingml/2006/main">
            <a:srgbClr val="67ACA3"/>
          </a:solidFill>
          <a:ln xmlns:a="http://schemas.openxmlformats.org/drawingml/2006/main" w="22860">
            <a:solidFill>
              <a:srgbClr val="111111"/>
            </a:solidFill>
            <a:prstDash val="solid"/>
          </a:ln>
        </p:spPr>
      </p:sp>
      <p:sp>
        <p:nvSpPr>
          <p:cNvPr id="121" name="oval.bunny">
            <a:extLst xmlns:a="http://schemas.openxmlformats.org/drawingml/2006/main">
              <a:ext uri="{FF2B5EF4-FFF2-40B4-BE49-F238E27FC236}">
                <a16:creationId xmlns:a16="http://schemas.microsoft.com/office/drawing/2014/main" id="{56A32814-6337-4627-AC10-7CBCBB090B84}"/>
              </a:ext>
            </a:extLst>
          </p:cNvPr>
          <p:cNvSpPr>
            <a:spLocks xmlns:a="http://schemas.openxmlformats.org/drawingml/2006/main" noGrp="1"/>
          </p:cNvSpPr>
          <p:nvPr/>
        </p:nvSpPr>
        <p:spPr>
          <a:xfrm xmlns:a="http://schemas.openxmlformats.org/drawingml/2006/main">
            <a:off x="7400925" y="2324100"/>
            <a:ext cx="990600" cy="514350"/>
          </a:xfrm>
          <a:prstGeom xmlns:a="http://schemas.openxmlformats.org/drawingml/2006/main" prst="ellipse">
            <a:avLst/>
          </a:prstGeom>
          <a:solidFill xmlns:a="http://schemas.openxmlformats.org/drawingml/2006/main">
            <a:srgbClr val="E9DDD8"/>
          </a:solidFill>
          <a:ln xmlns:a="http://schemas.openxmlformats.org/drawingml/2006/main" w="22860">
            <a:solidFill>
              <a:srgbClr val="111111"/>
            </a:solidFill>
            <a:prstDash val="solid"/>
          </a:ln>
        </p:spPr>
      </p:sp>
      <p:sp>
        <p:nvSpPr>
          <p:cNvPr id="122" name="oval.bunny.icon">
            <a:extLst xmlns:a="http://schemas.openxmlformats.org/drawingml/2006/main">
              <a:ext uri="{FF2B5EF4-FFF2-40B4-BE49-F238E27FC236}">
                <a16:creationId xmlns:a16="http://schemas.microsoft.com/office/drawing/2014/main" id="{418DFA92-0F5A-4D59-A55A-ABFB1CC6D023}"/>
              </a:ext>
            </a:extLst>
          </p:cNvPr>
          <p:cNvSpPr>
            <a:spLocks xmlns:a="http://schemas.openxmlformats.org/drawingml/2006/main" noGrp="1"/>
          </p:cNvSpPr>
          <p:nvPr/>
        </p:nvSpPr>
        <p:spPr>
          <a:xfrm xmlns:a="http://schemas.openxmlformats.org/drawingml/2006/main">
            <a:off x="7715250" y="2400300"/>
            <a:ext cx="45720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2400" b="0" i="0">
                <a:solidFill>
                  <a:srgbClr val="111111"/>
                </a:solidFill>
              </a:defRPr>
            </a:pPr>
            <a:r>
              <a:rPr sz="2400" b="0" i="0">
                <a:solidFill>
                  <a:srgbClr val="111111"/>
                </a:solidFill>
              </a:rPr>
              <a:t>🐇</a:t>
            </a:r>
          </a:p>
        </p:txBody>
      </p:sp>
      <p:sp>
        <p:nvSpPr>
          <p:cNvPr id="123" name="oval.green-top">
            <a:extLst xmlns:a="http://schemas.openxmlformats.org/drawingml/2006/main">
              <a:ext uri="{FF2B5EF4-FFF2-40B4-BE49-F238E27FC236}">
                <a16:creationId xmlns:a16="http://schemas.microsoft.com/office/drawing/2014/main" id="{42FECD5C-BAFF-4088-B851-9106F4130363}"/>
              </a:ext>
            </a:extLst>
          </p:cNvPr>
          <p:cNvSpPr>
            <a:spLocks xmlns:a="http://schemas.openxmlformats.org/drawingml/2006/main" noGrp="1"/>
          </p:cNvSpPr>
          <p:nvPr/>
        </p:nvSpPr>
        <p:spPr>
          <a:xfrm xmlns:a="http://schemas.openxmlformats.org/drawingml/2006/main">
            <a:off x="9267825" y="2181225"/>
            <a:ext cx="1638300" cy="857250"/>
          </a:xfrm>
          <a:prstGeom xmlns:a="http://schemas.openxmlformats.org/drawingml/2006/main" prst="ellipse">
            <a:avLst/>
          </a:prstGeom>
          <a:solidFill xmlns:a="http://schemas.openxmlformats.org/drawingml/2006/main">
            <a:srgbClr val="CFE2D2"/>
          </a:solidFill>
          <a:ln xmlns:a="http://schemas.openxmlformats.org/drawingml/2006/main" w="22860">
            <a:solidFill>
              <a:srgbClr val="111111"/>
            </a:solidFill>
            <a:prstDash val="solid"/>
          </a:ln>
        </p:spPr>
      </p:sp>
      <p:sp>
        <p:nvSpPr>
          <p:cNvPr id="124" name="oval.gears">
            <a:extLst xmlns:a="http://schemas.openxmlformats.org/drawingml/2006/main">
              <a:ext uri="{FF2B5EF4-FFF2-40B4-BE49-F238E27FC236}">
                <a16:creationId xmlns:a16="http://schemas.microsoft.com/office/drawing/2014/main" id="{60440FCC-670D-402A-9C34-DA8CAF7CADE0}"/>
              </a:ext>
            </a:extLst>
          </p:cNvPr>
          <p:cNvSpPr>
            <a:spLocks xmlns:a="http://schemas.openxmlformats.org/drawingml/2006/main" noGrp="1"/>
          </p:cNvSpPr>
          <p:nvPr/>
        </p:nvSpPr>
        <p:spPr>
          <a:xfrm xmlns:a="http://schemas.openxmlformats.org/drawingml/2006/main">
            <a:off x="11525250" y="3000375"/>
            <a:ext cx="1362075" cy="838200"/>
          </a:xfrm>
          <a:prstGeom xmlns:a="http://schemas.openxmlformats.org/drawingml/2006/main" prst="ellipse">
            <a:avLst/>
          </a:prstGeom>
          <a:solidFill xmlns:a="http://schemas.openxmlformats.org/drawingml/2006/main">
            <a:srgbClr val="C6DEDA"/>
          </a:solidFill>
          <a:ln xmlns:a="http://schemas.openxmlformats.org/drawingml/2006/main" w="22860">
            <a:solidFill>
              <a:srgbClr val="111111"/>
            </a:solidFill>
            <a:prstDash val="solid"/>
          </a:ln>
        </p:spPr>
      </p:sp>
      <p:sp>
        <p:nvSpPr>
          <p:cNvPr id="125" name="oval.gears.icon">
            <a:extLst xmlns:a="http://schemas.openxmlformats.org/drawingml/2006/main">
              <a:ext uri="{FF2B5EF4-FFF2-40B4-BE49-F238E27FC236}">
                <a16:creationId xmlns:a16="http://schemas.microsoft.com/office/drawing/2014/main" id="{74DC3EDF-C85E-44DD-A66E-8E6E5C2E8023}"/>
              </a:ext>
            </a:extLst>
          </p:cNvPr>
          <p:cNvSpPr>
            <a:spLocks xmlns:a="http://schemas.openxmlformats.org/drawingml/2006/main" noGrp="1"/>
          </p:cNvSpPr>
          <p:nvPr/>
        </p:nvSpPr>
        <p:spPr>
          <a:xfrm xmlns:a="http://schemas.openxmlformats.org/drawingml/2006/main">
            <a:off x="11972925" y="3209925"/>
            <a:ext cx="45720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2400" b="0" i="0">
                <a:solidFill>
                  <a:srgbClr val="111111"/>
                </a:solidFill>
              </a:defRPr>
            </a:pPr>
            <a:r>
              <a:rPr sz="2400" b="0" i="0">
                <a:solidFill>
                  <a:srgbClr val="111111"/>
                </a:solidFill>
              </a:rPr>
              <a:t>⚙</a:t>
            </a:r>
          </a:p>
        </p:txBody>
      </p:sp>
      <p:sp>
        <p:nvSpPr>
          <p:cNvPr id="126" name="oval.kv-chip">
            <a:extLst xmlns:a="http://schemas.openxmlformats.org/drawingml/2006/main">
              <a:ext uri="{FF2B5EF4-FFF2-40B4-BE49-F238E27FC236}">
                <a16:creationId xmlns:a16="http://schemas.microsoft.com/office/drawing/2014/main" id="{9A4D1D61-BB38-4734-94ED-3A66A827DE6C}"/>
              </a:ext>
            </a:extLst>
          </p:cNvPr>
          <p:cNvSpPr>
            <a:spLocks xmlns:a="http://schemas.openxmlformats.org/drawingml/2006/main" noGrp="1"/>
          </p:cNvSpPr>
          <p:nvPr/>
        </p:nvSpPr>
        <p:spPr>
          <a:xfrm xmlns:a="http://schemas.openxmlformats.org/drawingml/2006/main">
            <a:off x="11801475" y="4305300"/>
            <a:ext cx="1600200" cy="838200"/>
          </a:xfrm>
          <a:prstGeom xmlns:a="http://schemas.openxmlformats.org/drawingml/2006/main" prst="ellipse">
            <a:avLst/>
          </a:prstGeom>
          <a:solidFill xmlns:a="http://schemas.openxmlformats.org/drawingml/2006/main">
            <a:srgbClr val="BFD8D2"/>
          </a:solidFill>
          <a:ln xmlns:a="http://schemas.openxmlformats.org/drawingml/2006/main" w="22860">
            <a:solidFill>
              <a:srgbClr val="111111"/>
            </a:solidFill>
            <a:prstDash val="solid"/>
          </a:ln>
        </p:spPr>
      </p:sp>
      <p:sp>
        <p:nvSpPr>
          <p:cNvPr id="127" name="oval.kv-chip.icon">
            <a:extLst xmlns:a="http://schemas.openxmlformats.org/drawingml/2006/main">
              <a:ext uri="{FF2B5EF4-FFF2-40B4-BE49-F238E27FC236}">
                <a16:creationId xmlns:a16="http://schemas.microsoft.com/office/drawing/2014/main" id="{C536C719-F533-4E3C-BE5F-543C057FEF63}"/>
              </a:ext>
            </a:extLst>
          </p:cNvPr>
          <p:cNvSpPr>
            <a:spLocks xmlns:a="http://schemas.openxmlformats.org/drawingml/2006/main" noGrp="1"/>
          </p:cNvSpPr>
          <p:nvPr/>
        </p:nvSpPr>
        <p:spPr>
          <a:xfrm xmlns:a="http://schemas.openxmlformats.org/drawingml/2006/main">
            <a:off x="12344400" y="4486275"/>
            <a:ext cx="45720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2400" b="0" i="0">
                <a:solidFill>
                  <a:srgbClr val="111111"/>
                </a:solidFill>
              </a:defRPr>
            </a:pPr>
            <a:r>
              <a:rPr sz="2400" b="0" i="0">
                <a:solidFill>
                  <a:srgbClr val="111111"/>
                </a:solidFill>
              </a:rPr>
              <a:t>🧩</a:t>
            </a:r>
          </a:p>
        </p:txBody>
      </p:sp>
      <p:sp>
        <p:nvSpPr>
          <p:cNvPr id="128" name="label.previous">
            <a:extLst xmlns:a="http://schemas.openxmlformats.org/drawingml/2006/main">
              <a:ext uri="{FF2B5EF4-FFF2-40B4-BE49-F238E27FC236}">
                <a16:creationId xmlns:a16="http://schemas.microsoft.com/office/drawing/2014/main" id="{53905E51-7829-472B-ADC3-EB3D8D1E1AF3}"/>
              </a:ext>
            </a:extLst>
          </p:cNvPr>
          <p:cNvSpPr>
            <a:spLocks xmlns:a="http://schemas.openxmlformats.org/drawingml/2006/main" noGrp="1"/>
          </p:cNvSpPr>
          <p:nvPr/>
        </p:nvSpPr>
        <p:spPr>
          <a:xfrm xmlns:a="http://schemas.openxmlformats.org/drawingml/2006/main">
            <a:off x="5581650" y="5981700"/>
            <a:ext cx="1333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650" b="0" i="0">
                <a:solidFill>
                  <a:srgbClr val="111111"/>
                </a:solidFill>
              </a:defRPr>
            </a:pPr>
            <a:r>
              <a:rPr sz="1650" b="0" i="0">
                <a:solidFill>
                  <a:srgbClr val="111111"/>
                </a:solidFill>
              </a:rPr>
              <a:t>Previous</a:t>
            </a:r>
          </a:p>
          <a:p xmlns:a="http://schemas.openxmlformats.org/drawingml/2006/main">
            <a:pPr algn="ctr">
              <a:defRPr sz="1650" b="0" i="0">
                <a:solidFill>
                  <a:srgbClr val="111111"/>
                </a:solidFill>
              </a:defRPr>
            </a:pPr>
            <a:r>
              <a:rPr sz="1650" b="0" i="0">
                <a:solidFill>
                  <a:srgbClr val="111111"/>
                </a:solidFill>
              </a:rPr>
              <a:t>Traj.</a:t>
            </a:r>
          </a:p>
        </p:txBody>
      </p:sp>
      <p:sp>
        <p:nvSpPr>
          <p:cNvPr id="129" name="label.database">
            <a:extLst xmlns:a="http://schemas.openxmlformats.org/drawingml/2006/main">
              <a:ext uri="{FF2B5EF4-FFF2-40B4-BE49-F238E27FC236}">
                <a16:creationId xmlns:a16="http://schemas.microsoft.com/office/drawing/2014/main" id="{7299FC42-A1F5-4022-AC3D-8CBF6C04EC3D}"/>
              </a:ext>
            </a:extLst>
          </p:cNvPr>
          <p:cNvSpPr>
            <a:spLocks xmlns:a="http://schemas.openxmlformats.org/drawingml/2006/main" noGrp="1"/>
          </p:cNvSpPr>
          <p:nvPr/>
        </p:nvSpPr>
        <p:spPr>
          <a:xfrm xmlns:a="http://schemas.openxmlformats.org/drawingml/2006/main">
            <a:off x="4048125" y="8172450"/>
            <a:ext cx="13335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650" b="0" i="0">
                <a:solidFill>
                  <a:srgbClr val="111111"/>
                </a:solidFill>
              </a:defRPr>
            </a:pPr>
            <a:r>
              <a:rPr sz="1650" b="0" i="0">
                <a:solidFill>
                  <a:srgbClr val="111111"/>
                </a:solidFill>
              </a:rPr>
              <a:t>Vector</a:t>
            </a:r>
          </a:p>
          <a:p xmlns:a="http://schemas.openxmlformats.org/drawingml/2006/main">
            <a:pPr algn="ctr">
              <a:defRPr sz="1650" b="0" i="0">
                <a:solidFill>
                  <a:srgbClr val="111111"/>
                </a:solidFill>
              </a:defRPr>
            </a:pPr>
            <a:r>
              <a:rPr sz="1650" b="0" i="0">
                <a:solidFill>
                  <a:srgbClr val="111111"/>
                </a:solidFill>
              </a:rPr>
              <a:t>Database</a:t>
            </a:r>
          </a:p>
        </p:txBody>
      </p:sp>
      <p:sp>
        <p:nvSpPr>
          <p:cNvPr id="130" name="label.editing">
            <a:extLst xmlns:a="http://schemas.openxmlformats.org/drawingml/2006/main">
              <a:ext uri="{FF2B5EF4-FFF2-40B4-BE49-F238E27FC236}">
                <a16:creationId xmlns:a16="http://schemas.microsoft.com/office/drawing/2014/main" id="{67315507-FEBD-431A-BF23-E789022D6E3D}"/>
              </a:ext>
            </a:extLst>
          </p:cNvPr>
          <p:cNvSpPr>
            <a:spLocks xmlns:a="http://schemas.openxmlformats.org/drawingml/2006/main" noGrp="1"/>
          </p:cNvSpPr>
          <p:nvPr/>
        </p:nvSpPr>
        <p:spPr>
          <a:xfrm xmlns:a="http://schemas.openxmlformats.org/drawingml/2006/main">
            <a:off x="6086475" y="8724900"/>
            <a:ext cx="23812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725" b="0" i="0">
                <a:solidFill>
                  <a:srgbClr val="111111"/>
                </a:solidFill>
              </a:defRPr>
            </a:pPr>
            <a:r>
              <a:rPr sz="1725" b="0" i="0">
                <a:solidFill>
                  <a:srgbClr val="111111"/>
                </a:solidFill>
              </a:rPr>
              <a:t>Model &amp; Knowledge</a:t>
            </a:r>
          </a:p>
          <a:p xmlns:a="http://schemas.openxmlformats.org/drawingml/2006/main">
            <a:pPr algn="ctr">
              <a:defRPr sz="1725" b="0" i="0">
                <a:solidFill>
                  <a:srgbClr val="111111"/>
                </a:solidFill>
              </a:defRPr>
            </a:pPr>
            <a:r>
              <a:rPr sz="1725" b="0" i="0">
                <a:solidFill>
                  <a:srgbClr val="111111"/>
                </a:solidFill>
              </a:rPr>
              <a:t>Editing</a:t>
            </a:r>
          </a:p>
        </p:txBody>
      </p:sp>
      <p:sp>
        <p:nvSpPr>
          <p:cNvPr id="131" name="label.repository">
            <a:extLst xmlns:a="http://schemas.openxmlformats.org/drawingml/2006/main">
              <a:ext uri="{FF2B5EF4-FFF2-40B4-BE49-F238E27FC236}">
                <a16:creationId xmlns:a16="http://schemas.microsoft.com/office/drawing/2014/main" id="{E5A652AE-9845-4728-8917-50F58725B4F5}"/>
              </a:ext>
            </a:extLst>
          </p:cNvPr>
          <p:cNvSpPr>
            <a:spLocks xmlns:a="http://schemas.openxmlformats.org/drawingml/2006/main" noGrp="1"/>
          </p:cNvSpPr>
          <p:nvPr/>
        </p:nvSpPr>
        <p:spPr>
          <a:xfrm xmlns:a="http://schemas.openxmlformats.org/drawingml/2006/main">
            <a:off x="8791575" y="8458200"/>
            <a:ext cx="17145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725" b="0" i="0">
                <a:solidFill>
                  <a:srgbClr val="111111"/>
                </a:solidFill>
              </a:defRPr>
            </a:pPr>
            <a:r>
              <a:rPr sz="1725" b="0" i="0">
                <a:solidFill>
                  <a:srgbClr val="111111"/>
                </a:solidFill>
              </a:rPr>
              <a:t>Latent</a:t>
            </a:r>
          </a:p>
          <a:p xmlns:a="http://schemas.openxmlformats.org/drawingml/2006/main">
            <a:pPr algn="ctr">
              <a:defRPr sz="1725" b="0" i="0">
                <a:solidFill>
                  <a:srgbClr val="111111"/>
                </a:solidFill>
              </a:defRPr>
            </a:pPr>
            <a:r>
              <a:rPr sz="1725" b="0" i="0">
                <a:solidFill>
                  <a:srgbClr val="111111"/>
                </a:solidFill>
              </a:rPr>
              <a:t>Repository</a:t>
            </a:r>
          </a:p>
        </p:txBody>
      </p:sp>
      <p:sp>
        <p:nvSpPr>
          <p:cNvPr id="132" name="label.kvgen">
            <a:extLst xmlns:a="http://schemas.openxmlformats.org/drawingml/2006/main">
              <a:ext uri="{FF2B5EF4-FFF2-40B4-BE49-F238E27FC236}">
                <a16:creationId xmlns:a16="http://schemas.microsoft.com/office/drawing/2014/main" id="{1E919F23-D742-4EA2-A68B-4BAD6619CB3E}"/>
              </a:ext>
            </a:extLst>
          </p:cNvPr>
          <p:cNvSpPr>
            <a:spLocks xmlns:a="http://schemas.openxmlformats.org/drawingml/2006/main" noGrp="1"/>
          </p:cNvSpPr>
          <p:nvPr/>
        </p:nvSpPr>
        <p:spPr>
          <a:xfrm xmlns:a="http://schemas.openxmlformats.org/drawingml/2006/main">
            <a:off x="12258675" y="2476500"/>
            <a:ext cx="1809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725" b="0" i="0">
                <a:solidFill>
                  <a:srgbClr val="111111"/>
                </a:solidFill>
              </a:defRPr>
            </a:pPr>
            <a:r>
              <a:rPr sz="1725" b="0" i="0">
                <a:solidFill>
                  <a:srgbClr val="111111"/>
                </a:solidFill>
              </a:rPr>
              <a:t>KV Generation</a:t>
            </a:r>
          </a:p>
        </p:txBody>
      </p:sp>
      <p:sp>
        <p:nvSpPr>
          <p:cNvPr id="133" name="label.kvreuse">
            <a:extLst xmlns:a="http://schemas.openxmlformats.org/drawingml/2006/main">
              <a:ext uri="{FF2B5EF4-FFF2-40B4-BE49-F238E27FC236}">
                <a16:creationId xmlns:a16="http://schemas.microsoft.com/office/drawing/2014/main" id="{903B17DE-8295-465B-B3A1-98830119B0A5}"/>
              </a:ext>
            </a:extLst>
          </p:cNvPr>
          <p:cNvSpPr>
            <a:spLocks xmlns:a="http://schemas.openxmlformats.org/drawingml/2006/main" noGrp="1"/>
          </p:cNvSpPr>
          <p:nvPr/>
        </p:nvSpPr>
        <p:spPr>
          <a:xfrm xmlns:a="http://schemas.openxmlformats.org/drawingml/2006/main">
            <a:off x="11058525" y="3838575"/>
            <a:ext cx="16192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725" b="0" i="0">
                <a:solidFill>
                  <a:srgbClr val="111111"/>
                </a:solidFill>
              </a:defRPr>
            </a:pPr>
            <a:r>
              <a:rPr sz="1725" b="0" i="0">
                <a:solidFill>
                  <a:srgbClr val="111111"/>
                </a:solidFill>
              </a:rPr>
              <a:t>KV Reuse/</a:t>
            </a:r>
          </a:p>
          <a:p xmlns:a="http://schemas.openxmlformats.org/drawingml/2006/main">
            <a:pPr algn="l">
              <a:defRPr sz="1725" b="0" i="0">
                <a:solidFill>
                  <a:srgbClr val="111111"/>
                </a:solidFill>
              </a:defRPr>
            </a:pPr>
            <a:r>
              <a:rPr sz="1725" b="0" i="0">
                <a:solidFill>
                  <a:srgbClr val="111111"/>
                </a:solidFill>
              </a:rPr>
              <a:t>Compression</a:t>
            </a:r>
          </a:p>
        </p:txBody>
      </p:sp>
      <p:sp>
        <p:nvSpPr>
          <p:cNvPr id="134" name="form.Token-level&#10;Memory">
            <a:extLst xmlns:a="http://schemas.openxmlformats.org/drawingml/2006/main">
              <a:ext uri="{FF2B5EF4-FFF2-40B4-BE49-F238E27FC236}">
                <a16:creationId xmlns:a16="http://schemas.microsoft.com/office/drawing/2014/main" id="{67845F87-0120-45C1-B20D-DC9CC95A12AD}"/>
              </a:ext>
            </a:extLst>
          </p:cNvPr>
          <p:cNvSpPr>
            <a:spLocks xmlns:a="http://schemas.openxmlformats.org/drawingml/2006/main" noGrp="1"/>
          </p:cNvSpPr>
          <p:nvPr/>
        </p:nvSpPr>
        <p:spPr>
          <a:xfrm xmlns:a="http://schemas.openxmlformats.org/drawingml/2006/main">
            <a:off x="4457700" y="9944100"/>
            <a:ext cx="18097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2100" b="1" i="0">
                <a:solidFill>
                  <a:srgbClr val="88AAA3"/>
                </a:solidFill>
              </a:defRPr>
            </a:pPr>
            <a:r>
              <a:rPr sz="2100" b="1" i="0">
                <a:solidFill>
                  <a:srgbClr val="88AAA3"/>
                </a:solidFill>
              </a:rPr>
              <a:t>Token-level</a:t>
            </a:r>
          </a:p>
          <a:p xmlns:a="http://schemas.openxmlformats.org/drawingml/2006/main">
            <a:pPr algn="ctr">
              <a:defRPr sz="2100" b="1" i="0">
                <a:solidFill>
                  <a:srgbClr val="88AAA3"/>
                </a:solidFill>
              </a:defRPr>
            </a:pPr>
            <a:r>
              <a:rPr sz="2100" b="1" i="0">
                <a:solidFill>
                  <a:srgbClr val="88AAA3"/>
                </a:solidFill>
              </a:rPr>
              <a:t>Memory</a:t>
            </a:r>
          </a:p>
        </p:txBody>
      </p:sp>
      <p:sp>
        <p:nvSpPr>
          <p:cNvPr id="135" name="form.Parametric&#10;Memory">
            <a:extLst xmlns:a="http://schemas.openxmlformats.org/drawingml/2006/main">
              <a:ext uri="{FF2B5EF4-FFF2-40B4-BE49-F238E27FC236}">
                <a16:creationId xmlns:a16="http://schemas.microsoft.com/office/drawing/2014/main" id="{3FD6AB83-2FE6-492F-8399-F19E5F88FB91}"/>
              </a:ext>
            </a:extLst>
          </p:cNvPr>
          <p:cNvSpPr>
            <a:spLocks xmlns:a="http://schemas.openxmlformats.org/drawingml/2006/main" noGrp="1"/>
          </p:cNvSpPr>
          <p:nvPr/>
        </p:nvSpPr>
        <p:spPr>
          <a:xfrm xmlns:a="http://schemas.openxmlformats.org/drawingml/2006/main">
            <a:off x="6562725" y="9944100"/>
            <a:ext cx="18097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2100" b="1" i="0">
                <a:solidFill>
                  <a:srgbClr val="78958F"/>
                </a:solidFill>
              </a:defRPr>
            </a:pPr>
            <a:r>
              <a:rPr sz="2100" b="1" i="0">
                <a:solidFill>
                  <a:srgbClr val="78958F"/>
                </a:solidFill>
              </a:rPr>
              <a:t>Parametric</a:t>
            </a:r>
          </a:p>
          <a:p xmlns:a="http://schemas.openxmlformats.org/drawingml/2006/main">
            <a:pPr algn="ctr">
              <a:defRPr sz="2100" b="1" i="0">
                <a:solidFill>
                  <a:srgbClr val="78958F"/>
                </a:solidFill>
              </a:defRPr>
            </a:pPr>
            <a:r>
              <a:rPr sz="2100" b="1" i="0">
                <a:solidFill>
                  <a:srgbClr val="78958F"/>
                </a:solidFill>
              </a:rPr>
              <a:t>Memory</a:t>
            </a:r>
          </a:p>
        </p:txBody>
      </p:sp>
      <p:sp>
        <p:nvSpPr>
          <p:cNvPr id="136" name="form.Latent&#10;Memory">
            <a:extLst xmlns:a="http://schemas.openxmlformats.org/drawingml/2006/main">
              <a:ext uri="{FF2B5EF4-FFF2-40B4-BE49-F238E27FC236}">
                <a16:creationId xmlns:a16="http://schemas.microsoft.com/office/drawing/2014/main" id="{97BED096-703C-458B-920E-4A7FE7E7AAE9}"/>
              </a:ext>
            </a:extLst>
          </p:cNvPr>
          <p:cNvSpPr>
            <a:spLocks xmlns:a="http://schemas.openxmlformats.org/drawingml/2006/main" noGrp="1"/>
          </p:cNvSpPr>
          <p:nvPr/>
        </p:nvSpPr>
        <p:spPr>
          <a:xfrm xmlns:a="http://schemas.openxmlformats.org/drawingml/2006/main">
            <a:off x="8677275" y="9944100"/>
            <a:ext cx="18097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2100" b="1" i="0">
                <a:solidFill>
                  <a:srgbClr val="4E6D6B"/>
                </a:solidFill>
              </a:defRPr>
            </a:pPr>
            <a:r>
              <a:rPr sz="2100" b="1" i="0">
                <a:solidFill>
                  <a:srgbClr val="4E6D6B"/>
                </a:solidFill>
              </a:rPr>
              <a:t>Latent</a:t>
            </a:r>
          </a:p>
          <a:p xmlns:a="http://schemas.openxmlformats.org/drawingml/2006/main">
            <a:pPr algn="ctr">
              <a:defRPr sz="2100" b="1" i="0">
                <a:solidFill>
                  <a:srgbClr val="4E6D6B"/>
                </a:solidFill>
              </a:defRPr>
            </a:pPr>
            <a:r>
              <a:rPr sz="2100" b="1" i="0">
                <a:solidFill>
                  <a:srgbClr val="4E6D6B"/>
                </a:solidFill>
              </a:rPr>
              <a:t>Memory</a:t>
            </a:r>
          </a:p>
        </p:txBody>
      </p:sp>
      <p:sp>
        <p:nvSpPr>
          <p:cNvPr id="137" name="form.bracket.left">
            <a:extLst xmlns:a="http://schemas.openxmlformats.org/drawingml/2006/main">
              <a:ext uri="{FF2B5EF4-FFF2-40B4-BE49-F238E27FC236}">
                <a16:creationId xmlns:a16="http://schemas.microsoft.com/office/drawing/2014/main" id="{0F8EDBBB-8FB6-4C61-8014-30229D3E87AA}"/>
              </a:ext>
            </a:extLst>
          </p:cNvPr>
          <p:cNvSpPr>
            <a:spLocks xmlns:a="http://schemas.openxmlformats.org/drawingml/2006/main" noGrp="1"/>
          </p:cNvSpPr>
          <p:nvPr/>
        </p:nvSpPr>
        <p:spPr>
          <a:xfrm xmlns:a="http://schemas.openxmlformats.org/drawingml/2006/main" rot="5400000">
            <a:off x="4386263" y="10815638"/>
            <a:ext cx="142875" cy="0"/>
          </a:xfrm>
          <a:prstGeom xmlns:a="http://schemas.openxmlformats.org/drawingml/2006/main" prst="line">
            <a:avLst/>
          </a:prstGeom>
          <a:noFill xmlns:a="http://schemas.openxmlformats.org/drawingml/2006/main"/>
          <a:ln xmlns:a="http://schemas.openxmlformats.org/drawingml/2006/main" w="20955">
            <a:solidFill>
              <a:srgbClr val="111111"/>
            </a:solidFill>
            <a:prstDash val="solid"/>
          </a:ln>
        </p:spPr>
      </p:sp>
      <p:sp>
        <p:nvSpPr>
          <p:cNvPr id="138" name="form.bracket.right">
            <a:extLst xmlns:a="http://schemas.openxmlformats.org/drawingml/2006/main">
              <a:ext uri="{FF2B5EF4-FFF2-40B4-BE49-F238E27FC236}">
                <a16:creationId xmlns:a16="http://schemas.microsoft.com/office/drawing/2014/main" id="{55AFC0C3-1561-4313-83DD-5DEC13283445}"/>
              </a:ext>
            </a:extLst>
          </p:cNvPr>
          <p:cNvSpPr>
            <a:spLocks xmlns:a="http://schemas.openxmlformats.org/drawingml/2006/main" noGrp="1"/>
          </p:cNvSpPr>
          <p:nvPr/>
        </p:nvSpPr>
        <p:spPr>
          <a:xfrm xmlns:a="http://schemas.openxmlformats.org/drawingml/2006/main" rot="5400000">
            <a:off x="10063163" y="10815638"/>
            <a:ext cx="142875" cy="0"/>
          </a:xfrm>
          <a:prstGeom xmlns:a="http://schemas.openxmlformats.org/drawingml/2006/main" prst="line">
            <a:avLst/>
          </a:prstGeom>
          <a:noFill xmlns:a="http://schemas.openxmlformats.org/drawingml/2006/main"/>
          <a:ln xmlns:a="http://schemas.openxmlformats.org/drawingml/2006/main" w="20955">
            <a:solidFill>
              <a:srgbClr val="111111"/>
            </a:solidFill>
            <a:prstDash val="solid"/>
          </a:ln>
        </p:spPr>
      </p:sp>
      <p:sp>
        <p:nvSpPr>
          <p:cNvPr id="139" name="form.bracket.horizontal">
            <a:extLst xmlns:a="http://schemas.openxmlformats.org/drawingml/2006/main">
              <a:ext uri="{FF2B5EF4-FFF2-40B4-BE49-F238E27FC236}">
                <a16:creationId xmlns:a16="http://schemas.microsoft.com/office/drawing/2014/main" id="{FF4E24CB-2FB9-4AA2-9E1C-4749A8E7A35A}"/>
              </a:ext>
            </a:extLst>
          </p:cNvPr>
          <p:cNvSpPr>
            <a:spLocks xmlns:a="http://schemas.openxmlformats.org/drawingml/2006/main" noGrp="1"/>
          </p:cNvSpPr>
          <p:nvPr/>
        </p:nvSpPr>
        <p:spPr>
          <a:xfrm xmlns:a="http://schemas.openxmlformats.org/drawingml/2006/main" rot="0">
            <a:off x="4457700" y="10887075"/>
            <a:ext cx="5676900" cy="0"/>
          </a:xfrm>
          <a:prstGeom xmlns:a="http://schemas.openxmlformats.org/drawingml/2006/main" prst="line">
            <a:avLst/>
          </a:prstGeom>
          <a:noFill xmlns:a="http://schemas.openxmlformats.org/drawingml/2006/main"/>
          <a:ln xmlns:a="http://schemas.openxmlformats.org/drawingml/2006/main" w="20955">
            <a:solidFill>
              <a:srgbClr val="111111"/>
            </a:solidFill>
            <a:prstDash val="solid"/>
          </a:ln>
        </p:spPr>
      </p:sp>
      <p:sp>
        <p:nvSpPr>
          <p:cNvPr id="140" name="form.bracket.label">
            <a:extLst xmlns:a="http://schemas.openxmlformats.org/drawingml/2006/main">
              <a:ext uri="{FF2B5EF4-FFF2-40B4-BE49-F238E27FC236}">
                <a16:creationId xmlns:a16="http://schemas.microsoft.com/office/drawing/2014/main" id="{38F58036-90D4-4F39-BB74-B6B4BD5D6081}"/>
              </a:ext>
            </a:extLst>
          </p:cNvPr>
          <p:cNvSpPr>
            <a:spLocks xmlns:a="http://schemas.openxmlformats.org/drawingml/2006/main" noGrp="1"/>
          </p:cNvSpPr>
          <p:nvPr/>
        </p:nvSpPr>
        <p:spPr>
          <a:xfrm xmlns:a="http://schemas.openxmlformats.org/drawingml/2006/main">
            <a:off x="4953000" y="10934700"/>
            <a:ext cx="47625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2100" b="1" i="0">
                <a:solidFill>
                  <a:srgbClr val="111111"/>
                </a:solidFill>
              </a:defRPr>
            </a:pPr>
            <a:r>
              <a:rPr sz="2100" b="1" i="0">
                <a:solidFill>
                  <a:srgbClr val="111111"/>
                </a:solidFill>
              </a:rPr>
              <a:t>Diverse Memory Forms</a:t>
            </a:r>
          </a:p>
        </p:txBody>
      </p:sp>
      <p:sp>
        <p:nvSpPr>
          <p:cNvPr id="141" name="dynamic.Working&#10;Memory">
            <a:extLst xmlns:a="http://schemas.openxmlformats.org/drawingml/2006/main">
              <a:ext uri="{FF2B5EF4-FFF2-40B4-BE49-F238E27FC236}">
                <a16:creationId xmlns:a16="http://schemas.microsoft.com/office/drawing/2014/main" id="{EAE7FCCA-B36F-4147-A1D1-CC80790CF595}"/>
              </a:ext>
            </a:extLst>
          </p:cNvPr>
          <p:cNvSpPr>
            <a:spLocks xmlns:a="http://schemas.openxmlformats.org/drawingml/2006/main" noGrp="1"/>
          </p:cNvSpPr>
          <p:nvPr/>
        </p:nvSpPr>
        <p:spPr>
          <a:xfrm xmlns:a="http://schemas.openxmlformats.org/drawingml/2006/main" rot="-2700000">
            <a:off x="13258800" y="6115050"/>
            <a:ext cx="17145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950" b="1" i="1">
                <a:solidFill>
                  <a:srgbClr val="C55E55"/>
                </a:solidFill>
              </a:defRPr>
            </a:pPr>
            <a:r>
              <a:rPr sz="1950" b="1" i="1">
                <a:solidFill>
                  <a:srgbClr val="C55E55"/>
                </a:solidFill>
              </a:rPr>
              <a:t>Working</a:t>
            </a:r>
          </a:p>
          <a:p xmlns:a="http://schemas.openxmlformats.org/drawingml/2006/main">
            <a:pPr algn="ctr">
              <a:defRPr sz="1950" b="1" i="1">
                <a:solidFill>
                  <a:srgbClr val="C55E55"/>
                </a:solidFill>
              </a:defRPr>
            </a:pPr>
            <a:r>
              <a:rPr sz="1950" b="1" i="1">
                <a:solidFill>
                  <a:srgbClr val="C55E55"/>
                </a:solidFill>
              </a:rPr>
              <a:t>Memory</a:t>
            </a:r>
          </a:p>
        </p:txBody>
      </p:sp>
      <p:sp>
        <p:nvSpPr>
          <p:cNvPr id="142" name="dynamic.Short-term">
            <a:extLst xmlns:a="http://schemas.openxmlformats.org/drawingml/2006/main">
              <a:ext uri="{FF2B5EF4-FFF2-40B4-BE49-F238E27FC236}">
                <a16:creationId xmlns:a16="http://schemas.microsoft.com/office/drawing/2014/main" id="{07221EE1-126C-4B1B-9FF3-9FCC784CF8B6}"/>
              </a:ext>
            </a:extLst>
          </p:cNvPr>
          <p:cNvSpPr>
            <a:spLocks xmlns:a="http://schemas.openxmlformats.org/drawingml/2006/main" noGrp="1"/>
          </p:cNvSpPr>
          <p:nvPr/>
        </p:nvSpPr>
        <p:spPr>
          <a:xfrm xmlns:a="http://schemas.openxmlformats.org/drawingml/2006/main" rot="-2700000">
            <a:off x="13877925" y="7029450"/>
            <a:ext cx="17145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950" b="1" i="1">
                <a:solidFill>
                  <a:srgbClr val="C55E55"/>
                </a:solidFill>
              </a:defRPr>
            </a:pPr>
            <a:r>
              <a:rPr sz="1950" b="1" i="1">
                <a:solidFill>
                  <a:srgbClr val="C55E55"/>
                </a:solidFill>
              </a:rPr>
              <a:t>Short-term</a:t>
            </a:r>
          </a:p>
        </p:txBody>
      </p:sp>
      <p:sp>
        <p:nvSpPr>
          <p:cNvPr id="143" name="dynamic.Experiential&#10;Memory">
            <a:extLst xmlns:a="http://schemas.openxmlformats.org/drawingml/2006/main">
              <a:ext uri="{FF2B5EF4-FFF2-40B4-BE49-F238E27FC236}">
                <a16:creationId xmlns:a16="http://schemas.microsoft.com/office/drawing/2014/main" id="{B7104DCF-C7E6-49F8-BAA1-F6580E952780}"/>
              </a:ext>
            </a:extLst>
          </p:cNvPr>
          <p:cNvSpPr>
            <a:spLocks xmlns:a="http://schemas.openxmlformats.org/drawingml/2006/main" noGrp="1"/>
          </p:cNvSpPr>
          <p:nvPr/>
        </p:nvSpPr>
        <p:spPr>
          <a:xfrm xmlns:a="http://schemas.openxmlformats.org/drawingml/2006/main" rot="-2700000">
            <a:off x="12096750" y="7239000"/>
            <a:ext cx="17145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950" b="1" i="1">
                <a:solidFill>
                  <a:srgbClr val="C55E55"/>
                </a:solidFill>
              </a:defRPr>
            </a:pPr>
            <a:r>
              <a:rPr sz="1950" b="1" i="1">
                <a:solidFill>
                  <a:srgbClr val="C55E55"/>
                </a:solidFill>
              </a:rPr>
              <a:t>Experiential</a:t>
            </a:r>
          </a:p>
          <a:p xmlns:a="http://schemas.openxmlformats.org/drawingml/2006/main">
            <a:pPr algn="ctr">
              <a:defRPr sz="1950" b="1" i="1">
                <a:solidFill>
                  <a:srgbClr val="C55E55"/>
                </a:solidFill>
              </a:defRPr>
            </a:pPr>
            <a:r>
              <a:rPr sz="1950" b="1" i="1">
                <a:solidFill>
                  <a:srgbClr val="C55E55"/>
                </a:solidFill>
              </a:rPr>
              <a:t>Memory</a:t>
            </a:r>
          </a:p>
        </p:txBody>
      </p:sp>
      <p:sp>
        <p:nvSpPr>
          <p:cNvPr id="144" name="dynamic.Long-term">
            <a:extLst xmlns:a="http://schemas.openxmlformats.org/drawingml/2006/main">
              <a:ext uri="{FF2B5EF4-FFF2-40B4-BE49-F238E27FC236}">
                <a16:creationId xmlns:a16="http://schemas.microsoft.com/office/drawing/2014/main" id="{D8BC2BD7-0329-44E6-B38A-6B502C8E8D8E}"/>
              </a:ext>
            </a:extLst>
          </p:cNvPr>
          <p:cNvSpPr>
            <a:spLocks xmlns:a="http://schemas.openxmlformats.org/drawingml/2006/main" noGrp="1"/>
          </p:cNvSpPr>
          <p:nvPr/>
        </p:nvSpPr>
        <p:spPr>
          <a:xfrm xmlns:a="http://schemas.openxmlformats.org/drawingml/2006/main" rot="-2700000">
            <a:off x="12449175" y="8553450"/>
            <a:ext cx="17145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950" b="1" i="1">
                <a:solidFill>
                  <a:srgbClr val="C55E55"/>
                </a:solidFill>
              </a:defRPr>
            </a:pPr>
            <a:r>
              <a:rPr sz="1950" b="1" i="1">
                <a:solidFill>
                  <a:srgbClr val="C55E55"/>
                </a:solidFill>
              </a:rPr>
              <a:t>Long-term</a:t>
            </a:r>
          </a:p>
        </p:txBody>
      </p:sp>
      <p:sp>
        <p:nvSpPr>
          <p:cNvPr id="145" name="dynamic.Factual&#10;Memory">
            <a:extLst xmlns:a="http://schemas.openxmlformats.org/drawingml/2006/main">
              <a:ext uri="{FF2B5EF4-FFF2-40B4-BE49-F238E27FC236}">
                <a16:creationId xmlns:a16="http://schemas.microsoft.com/office/drawing/2014/main" id="{B7F2DCBE-E5B8-4A77-B760-BE501A02AF35}"/>
              </a:ext>
            </a:extLst>
          </p:cNvPr>
          <p:cNvSpPr>
            <a:spLocks xmlns:a="http://schemas.openxmlformats.org/drawingml/2006/main" noGrp="1"/>
          </p:cNvSpPr>
          <p:nvPr/>
        </p:nvSpPr>
        <p:spPr>
          <a:xfrm xmlns:a="http://schemas.openxmlformats.org/drawingml/2006/main" rot="-2700000">
            <a:off x="11049000" y="8572500"/>
            <a:ext cx="17145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950" b="1" i="1">
                <a:solidFill>
                  <a:srgbClr val="C55E55"/>
                </a:solidFill>
              </a:defRPr>
            </a:pPr>
            <a:r>
              <a:rPr sz="1950" b="1" i="1">
                <a:solidFill>
                  <a:srgbClr val="C55E55"/>
                </a:solidFill>
              </a:rPr>
              <a:t>Factual</a:t>
            </a:r>
          </a:p>
          <a:p xmlns:a="http://schemas.openxmlformats.org/drawingml/2006/main">
            <a:pPr algn="ctr">
              <a:defRPr sz="1950" b="1" i="1">
                <a:solidFill>
                  <a:srgbClr val="C55E55"/>
                </a:solidFill>
              </a:defRPr>
            </a:pPr>
            <a:r>
              <a:rPr sz="1950" b="1" i="1">
                <a:solidFill>
                  <a:srgbClr val="C55E55"/>
                </a:solidFill>
              </a:rPr>
              <a:t>Memory</a:t>
            </a:r>
          </a:p>
        </p:txBody>
      </p:sp>
      <p:sp>
        <p:nvSpPr>
          <p:cNvPr id="146" name="caption.figure">
            <a:extLst xmlns:a="http://schemas.openxmlformats.org/drawingml/2006/main">
              <a:ext uri="{FF2B5EF4-FFF2-40B4-BE49-F238E27FC236}">
                <a16:creationId xmlns:a16="http://schemas.microsoft.com/office/drawing/2014/main" id="{1EB4DFDA-F18E-4B70-BA44-0E80A566C752}"/>
              </a:ext>
            </a:extLst>
          </p:cNvPr>
          <p:cNvSpPr>
            <a:spLocks xmlns:a="http://schemas.openxmlformats.org/drawingml/2006/main" noGrp="1"/>
          </p:cNvSpPr>
          <p:nvPr/>
        </p:nvSpPr>
        <p:spPr>
          <a:xfrm xmlns:a="http://schemas.openxmlformats.org/drawingml/2006/main">
            <a:off x="428625" y="11430000"/>
            <a:ext cx="1571625"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250" b="1" i="0">
                <a:solidFill>
                  <a:srgbClr val="111111"/>
                </a:solidFill>
              </a:defRPr>
            </a:pPr>
            <a:r>
              <a:rPr sz="2250" b="1" i="0">
                <a:solidFill>
                  <a:srgbClr val="111111"/>
                </a:solidFill>
              </a:rPr>
              <a:t>Figure 1</a:t>
            </a:r>
          </a:p>
        </p:txBody>
      </p:sp>
      <p:sp>
        <p:nvSpPr>
          <p:cNvPr id="147" name="caption.body">
            <a:extLst xmlns:a="http://schemas.openxmlformats.org/drawingml/2006/main">
              <a:ext uri="{FF2B5EF4-FFF2-40B4-BE49-F238E27FC236}">
                <a16:creationId xmlns:a16="http://schemas.microsoft.com/office/drawing/2014/main" id="{1912A738-1970-4969-8E07-43D01BEA14BF}"/>
              </a:ext>
            </a:extLst>
          </p:cNvPr>
          <p:cNvSpPr>
            <a:spLocks xmlns:a="http://schemas.openxmlformats.org/drawingml/2006/main" noGrp="1"/>
          </p:cNvSpPr>
          <p:nvPr/>
        </p:nvSpPr>
        <p:spPr>
          <a:xfrm xmlns:a="http://schemas.openxmlformats.org/drawingml/2006/main">
            <a:off x="1752600" y="11344275"/>
            <a:ext cx="16002000" cy="1466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325" b="0" i="0">
                <a:solidFill>
                  <a:srgbClr val="111111"/>
                </a:solidFill>
              </a:defRPr>
            </a:pPr>
            <a:r>
              <a:rPr sz="2325" b="0" i="0">
                <a:solidFill>
                  <a:srgbClr val="111111"/>
                </a:solidFill>
              </a:rPr>
              <a:t>Overview of agent memory organized by the unified taxonomy of forms (Section 3), functions (Section 4), and dynamics (Section 5). The diagram positions memory artifacts by their dominant form and primary function. It further maps representative systems into this taxonomy to provide a consolidated landscape.</a:t>
            </a:r>
          </a:p>
        </p:txBody>
      </p:sp>
    </p:spTree>
    <p:extLst>
      <p:ext uri="{BB962C8B-B14F-4D97-AF65-F5344CB8AC3E}">
        <p14:creationId xmlns:p14="http://schemas.microsoft.com/office/powerpoint/2010/main" val="945893549"/>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2026-07-31T08:03:12.5030000Z</dcterms:created>
  <dcterms:modified xsi:type="dcterms:W3CDTF">2026-07-31T08:03:12.5030000Z</dcterms:modified>
</coreProperties>
</file>