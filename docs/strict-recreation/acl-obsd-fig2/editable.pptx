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e5aff16f2d457d" /><Relationship Type="http://schemas.openxmlformats.org/officeDocument/2006/relationships/extended-properties" Target="/docProps/app.xml" Id="R9664c013d29849d2" /><Relationship Type="http://schemas.openxmlformats.org/officeDocument/2006/relationships/officeDocument" Target="/ppt/presentation.xml" Id="R16b9d36ae21941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0cde7defe84d7b"/>
  </p:sldMasterIdLst>
  <p:notesMasterIdLst>
    <p:notesMasterId xmlns:r="http://schemas.openxmlformats.org/officeDocument/2006/relationships" r:id="Rf215db6f3ed349fd"/>
  </p:notesMasterIdLst>
  <p:sldIdLst>
    <p:sldId xmlns:r="http://schemas.openxmlformats.org/officeDocument/2006/relationships" id="256" r:id="Rb348b6d1f0ee416b"/>
  </p:sldIdLst>
  <p:sldSz cx="10620375" cy="20288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d9bba590954122" /><Relationship Type="http://schemas.openxmlformats.org/officeDocument/2006/relationships/slideMaster" Target="/ppt/slideMasters/slideMaster1.xml" Id="R8c0cde7defe84d7b" /><Relationship Type="http://schemas.openxmlformats.org/officeDocument/2006/relationships/notesMaster" Target="/ppt/notesMasters/notesMaster1.xml" Id="Rf215db6f3ed349fd" /><Relationship Type="http://schemas.openxmlformats.org/officeDocument/2006/relationships/presProps" Target="/ppt/presProps.xml" Id="R1aaff9441de14301" /><Relationship Type="http://schemas.openxmlformats.org/officeDocument/2006/relationships/tableStyles" Target="/ppt/tableStyles.xml" Id="Rfe77bc00b57a4dcc" /><Relationship Type="http://schemas.openxmlformats.org/officeDocument/2006/relationships/slide" Target="/ppt/slides/slide1.xml" Id="Rb348b6d1f0ee41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40ca7b50ea4d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c3ab663a3f4d82" /><Relationship Type="http://schemas.openxmlformats.org/officeDocument/2006/relationships/notesMaster" Target="/ppt/notesMasters/notesMaster1.xml" Id="Rdc7902afa6044d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Deciphering Oracle Bone Language with Diffusion Models, ACL 2024, Figure 2: https://aclanthology.org/2024.acl-long.831/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2f5cb9dbf541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a0b045590d4455" /><Relationship Type="http://schemas.openxmlformats.org/officeDocument/2006/relationships/slideLayout" Target="/ppt/slideLayouts/slideLayout1.xml" Id="Rbcf541373fba49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f541373fba49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4f588966a4835" /><Relationship Type="http://schemas.openxmlformats.org/officeDocument/2006/relationships/image" Target="/ppt/media/image.png" Id="R533e1b306b5d4c85" /><Relationship Type="http://schemas.openxmlformats.org/officeDocument/2006/relationships/image" Target="/ppt/media/image2.png" Id="Rc9700c90b7df4e1a" /><Relationship Type="http://schemas.openxmlformats.org/officeDocument/2006/relationships/image" Target="/ppt/media/image3.png" Id="Rdfbba9b2cfce4e93" /><Relationship Type="http://schemas.openxmlformats.org/officeDocument/2006/relationships/notesSlide" Target="/ppt/notesSlides/notesSlide1.xml" Id="R877ef131e7c349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panel.overall">
            <a:extLst xmlns:a="http://schemas.openxmlformats.org/drawingml/2006/main">
              <a:ext uri="{FF2B5EF4-FFF2-40B4-BE49-F238E27FC236}">
                <a16:creationId xmlns:a16="http://schemas.microsoft.com/office/drawing/2014/main" id="{1C3E4264-1F6D-474A-A5C2-D3540260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0"/>
            <a:ext cx="8572500" cy="2028825"/>
          </a:xfrm>
          <a:prstGeom xmlns:a="http://schemas.openxmlformats.org/drawingml/2006/main" prst="roundRect">
            <a:avLst>
              <a:gd name="adj" fmla="val 3756"/>
            </a:avLst>
          </a:prstGeom>
          <a:solidFill xmlns:a="http://schemas.openxmlformats.org/drawingml/2006/main">
            <a:srgbClr val="FFF9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nel.initial">
            <a:extLst xmlns:a="http://schemas.openxmlformats.org/drawingml/2006/main">
              <a:ext uri="{FF2B5EF4-FFF2-40B4-BE49-F238E27FC236}">
                <a16:creationId xmlns:a16="http://schemas.microsoft.com/office/drawing/2014/main" id="{E8553DE1-6083-4675-8CA1-E4C08082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28625"/>
            <a:ext cx="2276475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DCEC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nel.refinement">
            <a:extLst xmlns:a="http://schemas.openxmlformats.org/drawingml/2006/main">
              <a:ext uri="{FF2B5EF4-FFF2-40B4-BE49-F238E27FC236}">
                <a16:creationId xmlns:a16="http://schemas.microsoft.com/office/drawing/2014/main" id="{2B4F69AB-E0E4-410D-BD8B-C82635D2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7675"/>
            <a:ext cx="22669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C9E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.initial">
            <a:extLst xmlns:a="http://schemas.openxmlformats.org/drawingml/2006/main">
              <a:ext uri="{FF2B5EF4-FFF2-40B4-BE49-F238E27FC236}">
                <a16:creationId xmlns:a16="http://schemas.microsoft.com/office/drawing/2014/main" id="{F828D442-C8D5-45DD-BCFF-7EAC4790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7625"/>
            <a:ext cx="22764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11111"/>
                </a:solidFill>
              </a:defRPr>
            </a:pPr>
            <a:r>
              <a:rPr sz="1725" b="0" i="0">
                <a:solidFill>
                  <a:srgbClr val="111111"/>
                </a:solidFill>
              </a:rPr>
              <a:t>Initial Decipherment</a:t>
            </a:r>
          </a:p>
        </p:txBody>
      </p:sp>
      <p:sp>
        <p:nvSpPr>
          <p:cNvPr id="5" name="title.refinement">
            <a:extLst xmlns:a="http://schemas.openxmlformats.org/drawingml/2006/main">
              <a:ext uri="{FF2B5EF4-FFF2-40B4-BE49-F238E27FC236}">
                <a16:creationId xmlns:a16="http://schemas.microsoft.com/office/drawing/2014/main" id="{C99B960A-6AC0-4E3E-B9FB-DA9955FF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7625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11111"/>
                </a:solidFill>
              </a:defRPr>
            </a:pPr>
            <a:r>
              <a:rPr sz="1575" b="0" i="0">
                <a:solidFill>
                  <a:srgbClr val="111111"/>
                </a:solidFill>
              </a:rPr>
              <a:t>Zero-shot Refinement</a:t>
            </a:r>
          </a:p>
        </p:txBody>
      </p:sp>
      <p:sp>
        <p:nvSpPr>
          <p:cNvPr id="6" name="label.local-sampling">
            <a:extLst xmlns:a="http://schemas.openxmlformats.org/drawingml/2006/main">
              <a:ext uri="{FF2B5EF4-FFF2-40B4-BE49-F238E27FC236}">
                <a16:creationId xmlns:a16="http://schemas.microsoft.com/office/drawing/2014/main" id="{82D8F450-65C4-4992-A617-3E976FC8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6672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11111"/>
                </a:solidFill>
              </a:defRPr>
            </a:pPr>
            <a:r>
              <a:rPr sz="1050" b="0" i="0">
                <a:solidFill>
                  <a:srgbClr val="111111"/>
                </a:solidFill>
              </a:rPr>
              <a:t>Local Structural Sampling</a:t>
            </a:r>
          </a:p>
        </p:txBody>
      </p:sp>
      <p:sp>
        <p:nvSpPr>
          <p:cNvPr id="7" name="label.reference">
            <a:extLst xmlns:a="http://schemas.openxmlformats.org/drawingml/2006/main">
              <a:ext uri="{FF2B5EF4-FFF2-40B4-BE49-F238E27FC236}">
                <a16:creationId xmlns:a16="http://schemas.microsoft.com/office/drawing/2014/main" id="{2226D48B-6DE5-49FE-8431-014AC8DD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8625"/>
            <a:ext cx="1562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11111"/>
                </a:solidFill>
              </a:defRPr>
            </a:pPr>
            <a:r>
              <a:rPr sz="1050" b="0" i="0">
                <a:solidFill>
                  <a:srgbClr val="111111"/>
                </a:solidFill>
              </a:rPr>
              <a:t>Reference Xᵣₑբ</a:t>
            </a:r>
          </a:p>
        </p:txBody>
      </p:sp>
      <p:sp>
        <p:nvSpPr>
          <p:cNvPr id="8" name="label.input-symbol">
            <a:extLst xmlns:a="http://schemas.openxmlformats.org/drawingml/2006/main">
              <a:ext uri="{FF2B5EF4-FFF2-40B4-BE49-F238E27FC236}">
                <a16:creationId xmlns:a16="http://schemas.microsoft.com/office/drawing/2014/main" id="{2B890C08-D588-4603-A932-10FA00DB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1975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11111"/>
                </a:solidFill>
              </a:defRPr>
            </a:pPr>
            <a:r>
              <a:rPr sz="1725" b="0" i="0">
                <a:solidFill>
                  <a:srgbClr val="111111"/>
                </a:solidFill>
              </a:rPr>
              <a:t>X̃</a:t>
            </a:r>
          </a:p>
        </p:txBody>
      </p:sp>
      <p:sp>
        <p:nvSpPr>
          <p:cNvPr id="9" name="label.initial-symbol">
            <a:extLst xmlns:a="http://schemas.openxmlformats.org/drawingml/2006/main">
              <a:ext uri="{FF2B5EF4-FFF2-40B4-BE49-F238E27FC236}">
                <a16:creationId xmlns:a16="http://schemas.microsoft.com/office/drawing/2014/main" id="{2EC08200-76D8-47A6-8926-D5317544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61975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11111"/>
                </a:solidFill>
              </a:defRPr>
            </a:pPr>
            <a:r>
              <a:rPr sz="1725" b="0" i="0">
                <a:solidFill>
                  <a:srgbClr val="111111"/>
                </a:solidFill>
              </a:rPr>
              <a:t>X₀</a:t>
            </a:r>
          </a:p>
        </p:txBody>
      </p:sp>
      <p:sp>
        <p:nvSpPr>
          <p:cNvPr id="10" name="label.final-symbol">
            <a:extLst xmlns:a="http://schemas.openxmlformats.org/drawingml/2006/main">
              <a:ext uri="{FF2B5EF4-FFF2-40B4-BE49-F238E27FC236}">
                <a16:creationId xmlns:a16="http://schemas.microsoft.com/office/drawing/2014/main" id="{C00D6E62-FB5B-47C9-9B3C-51F770AA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61975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11111"/>
                </a:solidFill>
              </a:defRPr>
            </a:pPr>
            <a:r>
              <a:rPr sz="1725" b="0" i="0">
                <a:solidFill>
                  <a:srgbClr val="111111"/>
                </a:solidFill>
              </a:rPr>
              <a:t>Xꜰ</a:t>
            </a:r>
          </a:p>
        </p:txBody>
      </p:sp>
      <p:sp>
        <p:nvSpPr>
          <p:cNvPr id="11" name="frame.obs-input">
            <a:extLst xmlns:a="http://schemas.openxmlformats.org/drawingml/2006/main">
              <a:ext uri="{FF2B5EF4-FFF2-40B4-BE49-F238E27FC236}">
                <a16:creationId xmlns:a16="http://schemas.microsoft.com/office/drawing/2014/main" id="{E19A0418-42A2-473B-A52B-E255752B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876300"/>
            <a:ext cx="838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2" name="frame.initial-output">
            <a:extLst xmlns:a="http://schemas.openxmlformats.org/drawingml/2006/main">
              <a:ext uri="{FF2B5EF4-FFF2-40B4-BE49-F238E27FC236}">
                <a16:creationId xmlns:a16="http://schemas.microsoft.com/office/drawing/2014/main" id="{4AF7D034-893A-4A04-8A50-97685066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876300"/>
            <a:ext cx="838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3" name="frame.final-output">
            <a:extLst xmlns:a="http://schemas.openxmlformats.org/drawingml/2006/main">
              <a:ext uri="{FF2B5EF4-FFF2-40B4-BE49-F238E27FC236}">
                <a16:creationId xmlns:a16="http://schemas.microsoft.com/office/drawing/2014/main" id="{8492D6EE-36E9-4D3B-B7C3-CF301255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876300"/>
            <a:ext cx="838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3e1b306b5d4c85"/>
          <a:stretch xmlns:a="http://schemas.openxmlformats.org/drawingml/2006/main"/>
        </p:blipFill>
        <p:spPr>
          <a:xfrm xmlns:a="http://schemas.openxmlformats.org/drawingml/2006/main">
            <a:off x="1438275" y="962025"/>
            <a:ext cx="609600" cy="657225"/>
          </a:xfrm>
          <a:prstGeom xmlns:a="http://schemas.openxmlformats.org/drawingml/2006/main" prst="rect">
            <a:avLst/>
          </a:prstGeom>
        </p:spPr>
      </p:pic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700c90b7df4e1a"/>
          <a:stretch xmlns:a="http://schemas.openxmlformats.org/drawingml/2006/main"/>
        </p:blipFill>
        <p:spPr>
          <a:xfrm xmlns:a="http://schemas.openxmlformats.org/drawingml/2006/main">
            <a:off x="4933950" y="952500"/>
            <a:ext cx="762000" cy="666750"/>
          </a:xfrm>
          <a:prstGeom xmlns:a="http://schemas.openxmlformats.org/drawingml/2006/main" prst="rect">
            <a:avLst/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bba9b2cfce4e93"/>
          <a:stretch xmlns:a="http://schemas.openxmlformats.org/drawingml/2006/main"/>
        </p:blipFill>
        <p:spPr>
          <a:xfrm xmlns:a="http://schemas.openxmlformats.org/drawingml/2006/main">
            <a:off x="8562975" y="952500"/>
            <a:ext cx="676275" cy="666750"/>
          </a:xfrm>
          <a:prstGeom xmlns:a="http://schemas.openxmlformats.org/drawingml/2006/main" prst="rect">
            <a:avLst/>
          </a:prstGeom>
        </p:spPr>
      </p:pic>
      <p:sp>
        <p:nvSpPr>
          <p:cNvPr id="17" name="diffusion.initial.left">
            <a:extLst xmlns:a="http://schemas.openxmlformats.org/drawingml/2006/main">
              <a:ext uri="{FF2B5EF4-FFF2-40B4-BE49-F238E27FC236}">
                <a16:creationId xmlns:a16="http://schemas.microsoft.com/office/drawing/2014/main" id="{B48FB9CC-5207-448E-9A7E-21BB823E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457450" y="876300"/>
            <a:ext cx="942975" cy="828675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9FB58F"/>
          </a:solidFill>
          <a:ln xmlns:a="http://schemas.openxmlformats.org/drawingml/2006/main" w="13335">
            <a:solidFill>
              <a:srgbClr val="274A61"/>
            </a:solidFill>
            <a:prstDash val="solid"/>
          </a:ln>
        </p:spPr>
      </p:sp>
      <p:sp>
        <p:nvSpPr>
          <p:cNvPr id="18" name="diffusion.initial.right">
            <a:extLst xmlns:a="http://schemas.openxmlformats.org/drawingml/2006/main">
              <a:ext uri="{FF2B5EF4-FFF2-40B4-BE49-F238E27FC236}">
                <a16:creationId xmlns:a16="http://schemas.microsoft.com/office/drawing/2014/main" id="{2C5A628F-0960-4FFB-ABC4-D962FADE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3609975" y="876300"/>
            <a:ext cx="942975" cy="828675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9FB58F"/>
          </a:solidFill>
          <a:ln xmlns:a="http://schemas.openxmlformats.org/drawingml/2006/main" w="13335">
            <a:solidFill>
              <a:srgbClr val="274A61"/>
            </a:solidFill>
            <a:prstDash val="solid"/>
          </a:ln>
        </p:spPr>
      </p:sp>
      <p:sp>
        <p:nvSpPr>
          <p:cNvPr id="19" name="diffusion.refine.left">
            <a:extLst xmlns:a="http://schemas.openxmlformats.org/drawingml/2006/main">
              <a:ext uri="{FF2B5EF4-FFF2-40B4-BE49-F238E27FC236}">
                <a16:creationId xmlns:a16="http://schemas.microsoft.com/office/drawing/2014/main" id="{9A4104ED-6A84-4396-8E69-EB9D73D6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086475" y="876300"/>
            <a:ext cx="942975" cy="828675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6588A8"/>
          </a:solidFill>
          <a:ln xmlns:a="http://schemas.openxmlformats.org/drawingml/2006/main" w="13335">
            <a:solidFill>
              <a:srgbClr val="274A61"/>
            </a:solidFill>
            <a:prstDash val="solid"/>
          </a:ln>
        </p:spPr>
      </p:sp>
      <p:sp>
        <p:nvSpPr>
          <p:cNvPr id="20" name="diffusion.refine.right">
            <a:extLst xmlns:a="http://schemas.openxmlformats.org/drawingml/2006/main">
              <a:ext uri="{FF2B5EF4-FFF2-40B4-BE49-F238E27FC236}">
                <a16:creationId xmlns:a16="http://schemas.microsoft.com/office/drawing/2014/main" id="{A42867A7-D6E9-44AA-B997-867CEFAE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7229475" y="876300"/>
            <a:ext cx="942975" cy="828675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6588A8"/>
          </a:solidFill>
          <a:ln xmlns:a="http://schemas.openxmlformats.org/drawingml/2006/main" w="13335">
            <a:solidFill>
              <a:srgbClr val="274A61"/>
            </a:solidFill>
            <a:prstDash val="solid"/>
          </a:ln>
        </p:spPr>
      </p:sp>
      <p:sp>
        <p:nvSpPr>
          <p:cNvPr id="21" name="arrow.local-left">
            <a:extLst xmlns:a="http://schemas.openxmlformats.org/drawingml/2006/main">
              <a:ext uri="{FF2B5EF4-FFF2-40B4-BE49-F238E27FC236}">
                <a16:creationId xmlns:a16="http://schemas.microsoft.com/office/drawing/2014/main" id="{42DE126D-F404-4059-8113-E485771F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68580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22" name="arrow.local-left.head">
            <a:extLst xmlns:a="http://schemas.openxmlformats.org/drawingml/2006/main">
              <a:ext uri="{FF2B5EF4-FFF2-40B4-BE49-F238E27FC236}">
                <a16:creationId xmlns:a16="http://schemas.microsoft.com/office/drawing/2014/main" id="{196391C4-16CA-4A57-B398-3972799D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905125" y="8572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rrow.local-right">
            <a:extLst xmlns:a="http://schemas.openxmlformats.org/drawingml/2006/main">
              <a:ext uri="{FF2B5EF4-FFF2-40B4-BE49-F238E27FC236}">
                <a16:creationId xmlns:a16="http://schemas.microsoft.com/office/drawing/2014/main" id="{A8C43ED0-067A-4414-9ED0-7BCE3EB3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68580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24" name="arrow.local-right.head">
            <a:extLst xmlns:a="http://schemas.openxmlformats.org/drawingml/2006/main">
              <a:ext uri="{FF2B5EF4-FFF2-40B4-BE49-F238E27FC236}">
                <a16:creationId xmlns:a16="http://schemas.microsoft.com/office/drawing/2014/main" id="{11AEF59C-94CD-43E1-9F0C-87A5CC6E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048125" y="8572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arrow.reference-left">
            <a:extLst xmlns:a="http://schemas.openxmlformats.org/drawingml/2006/main">
              <a:ext uri="{FF2B5EF4-FFF2-40B4-BE49-F238E27FC236}">
                <a16:creationId xmlns:a16="http://schemas.microsoft.com/office/drawing/2014/main" id="{A7021F1F-7706-461A-882E-7DE65B76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752475"/>
            <a:ext cx="43815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26" name="arrow.reference-left.head">
            <a:extLst xmlns:a="http://schemas.openxmlformats.org/drawingml/2006/main">
              <a:ext uri="{FF2B5EF4-FFF2-40B4-BE49-F238E27FC236}">
                <a16:creationId xmlns:a16="http://schemas.microsoft.com/office/drawing/2014/main" id="{A5D6E6E2-C69F-44DD-8451-0F7093EB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4790086">
            <a:off x="6524625" y="9048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arrow.reference-right">
            <a:extLst xmlns:a="http://schemas.openxmlformats.org/drawingml/2006/main">
              <a:ext uri="{FF2B5EF4-FFF2-40B4-BE49-F238E27FC236}">
                <a16:creationId xmlns:a16="http://schemas.microsoft.com/office/drawing/2014/main" id="{B71D17BA-7F10-46BB-A7FF-572D3E15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752475"/>
            <a:ext cx="447675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28" name="arrow.reference-right.head">
            <a:extLst xmlns:a="http://schemas.openxmlformats.org/drawingml/2006/main">
              <a:ext uri="{FF2B5EF4-FFF2-40B4-BE49-F238E27FC236}">
                <a16:creationId xmlns:a16="http://schemas.microsoft.com/office/drawing/2014/main" id="{EE99CBEB-E52E-4E19-BDD3-B04B86DF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83078">
            <a:off x="7658100" y="9048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asset.reference-glyph">
            <a:extLst xmlns:a="http://schemas.openxmlformats.org/drawingml/2006/main">
              <a:ext uri="{FF2B5EF4-FFF2-40B4-BE49-F238E27FC236}">
                <a16:creationId xmlns:a16="http://schemas.microsoft.com/office/drawing/2014/main" id="{DFE4DA0A-DDBD-4A6F-B3A0-E1B01748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638175"/>
            <a:ext cx="228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龍</a:t>
            </a:r>
          </a:p>
        </p:txBody>
      </p:sp>
      <p:sp>
        <p:nvSpPr>
          <p:cNvPr id="30" name="caption.obs-input">
            <a:extLst xmlns:a="http://schemas.openxmlformats.org/drawingml/2006/main">
              <a:ext uri="{FF2B5EF4-FFF2-40B4-BE49-F238E27FC236}">
                <a16:creationId xmlns:a16="http://schemas.microsoft.com/office/drawing/2014/main" id="{81288A58-82B8-4457-BBB7-A721C09D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1133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OBS Input</a:t>
            </a:r>
          </a:p>
        </p:txBody>
      </p:sp>
      <p:sp>
        <p:nvSpPr>
          <p:cNvPr id="31" name="caption.initial-diffusion">
            <a:extLst xmlns:a="http://schemas.openxmlformats.org/drawingml/2006/main">
              <a:ext uri="{FF2B5EF4-FFF2-40B4-BE49-F238E27FC236}">
                <a16:creationId xmlns:a16="http://schemas.microsoft.com/office/drawing/2014/main" id="{82284660-F48B-43A8-9DBF-8FD2377A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752600"/>
            <a:ext cx="1057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Diffusion</a:t>
            </a:r>
          </a:p>
        </p:txBody>
      </p:sp>
      <p:sp>
        <p:nvSpPr>
          <p:cNvPr id="32" name="caption.initial-output">
            <a:extLst xmlns:a="http://schemas.openxmlformats.org/drawingml/2006/main">
              <a:ext uri="{FF2B5EF4-FFF2-40B4-BE49-F238E27FC236}">
                <a16:creationId xmlns:a16="http://schemas.microsoft.com/office/drawing/2014/main" id="{43FA7FFF-EFB1-458E-BE2C-A2A1B9AF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752600"/>
            <a:ext cx="123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Initial Output</a:t>
            </a:r>
          </a:p>
        </p:txBody>
      </p:sp>
      <p:sp>
        <p:nvSpPr>
          <p:cNvPr id="33" name="caption.refine-diffusion">
            <a:extLst xmlns:a="http://schemas.openxmlformats.org/drawingml/2006/main">
              <a:ext uri="{FF2B5EF4-FFF2-40B4-BE49-F238E27FC236}">
                <a16:creationId xmlns:a16="http://schemas.microsoft.com/office/drawing/2014/main" id="{C98FEC5E-B650-4F37-934A-1D49A997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752600"/>
            <a:ext cx="1057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Diffusion</a:t>
            </a:r>
          </a:p>
        </p:txBody>
      </p:sp>
      <p:sp>
        <p:nvSpPr>
          <p:cNvPr id="34" name="caption.final-output">
            <a:extLst xmlns:a="http://schemas.openxmlformats.org/drawingml/2006/main">
              <a:ext uri="{FF2B5EF4-FFF2-40B4-BE49-F238E27FC236}">
                <a16:creationId xmlns:a16="http://schemas.microsoft.com/office/drawing/2014/main" id="{46877034-0602-46C8-BFE1-F2933E19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52600"/>
            <a:ext cx="1190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Final Output</a:t>
            </a:r>
          </a:p>
        </p:txBody>
      </p:sp>
    </p:spTree>
    <p:extLst>
      <p:ext uri="{BB962C8B-B14F-4D97-AF65-F5344CB8AC3E}">
        <p14:creationId xmlns:p14="http://schemas.microsoft.com/office/powerpoint/2010/main" val="4425377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2026-07-30T14:59:39.3940000Z</dcterms:created>
  <dcterms:modified xsi:type="dcterms:W3CDTF">2026-07-30T14:59:39.3940000Z</dcterms:modified>
</coreProperties>
</file>