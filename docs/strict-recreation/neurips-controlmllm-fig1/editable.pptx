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22d5c7ecc4ce0" /><Relationship Type="http://schemas.openxmlformats.org/officeDocument/2006/relationships/extended-properties" Target="/docProps/app.xml" Id="R26aae79664c94ae0" /><Relationship Type="http://schemas.openxmlformats.org/officeDocument/2006/relationships/officeDocument" Target="/ppt/presentation.xml" Id="Rabd74bcd74ca4f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23850f1b0466d"/>
  </p:sldMasterIdLst>
  <p:notesMasterIdLst>
    <p:notesMasterId xmlns:r="http://schemas.openxmlformats.org/officeDocument/2006/relationships" r:id="R589484341ba34f8d"/>
  </p:notesMasterIdLst>
  <p:sldIdLst>
    <p:sldId xmlns:r="http://schemas.openxmlformats.org/officeDocument/2006/relationships" id="256" r:id="R30b60771d3f44259"/>
  </p:sldIdLst>
  <p:sldSz cx="4657725" cy="4476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cbd8b8a624723" /><Relationship Type="http://schemas.openxmlformats.org/officeDocument/2006/relationships/slideMaster" Target="/ppt/slideMasters/slideMaster1.xml" Id="R7e623850f1b0466d" /><Relationship Type="http://schemas.openxmlformats.org/officeDocument/2006/relationships/notesMaster" Target="/ppt/notesMasters/notesMaster1.xml" Id="R589484341ba34f8d" /><Relationship Type="http://schemas.openxmlformats.org/officeDocument/2006/relationships/presProps" Target="/ppt/presProps.xml" Id="R344d059d667f4743" /><Relationship Type="http://schemas.openxmlformats.org/officeDocument/2006/relationships/tableStyles" Target="/ppt/tableStyles.xml" Id="Raf65e1c055df436f" /><Relationship Type="http://schemas.openxmlformats.org/officeDocument/2006/relationships/slide" Target="/ppt/slides/slide1.xml" Id="R30b60771d3f442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f4b3ec343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dda165a1bf4331" /><Relationship Type="http://schemas.openxmlformats.org/officeDocument/2006/relationships/notesMaster" Target="/ppt/notesMasters/notesMaster1.xml" Id="R50cc7777e75d41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ControlMLLM: Training-Free Visual Prompt Learning for Multimodal Large Language Models, NeurIPS 2024, Figure 1: https://proceedings.neurips.cc/paper_files/paper/2024/hash/4fd96b997454b5b02698595df70fccaf-Abstract-Conference.html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9289c18b54e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7c51824b4b4bf5" /><Relationship Type="http://schemas.openxmlformats.org/officeDocument/2006/relationships/slideLayout" Target="/ppt/slideLayouts/slideLayout1.xml" Id="R6910feb5cfe5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10feb5cfe5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9af9c55814d6a" /><Relationship Type="http://schemas.openxmlformats.org/officeDocument/2006/relationships/image" Target="/ppt/media/image.png" Id="Re2a7dff96fc24609" /><Relationship Type="http://schemas.openxmlformats.org/officeDocument/2006/relationships/image" Target="/ppt/media/image2.png" Id="R6cea936bc3634a2b" /><Relationship Type="http://schemas.openxmlformats.org/officeDocument/2006/relationships/image" Target="/ppt/media/image3.png" Id="R2bc55fc6e5d44925" /><Relationship Type="http://schemas.openxmlformats.org/officeDocument/2006/relationships/image" Target="/ppt/media/image4.png" Id="R029e9aaeda144a5a" /><Relationship Type="http://schemas.openxmlformats.org/officeDocument/2006/relationships/image" Target="/ppt/media/image5.png" Id="Rd6e7f7e22ade498e" /><Relationship Type="http://schemas.openxmlformats.org/officeDocument/2006/relationships/image" Target="/ppt/media/image6.png" Id="R749560a2107b4f34" /><Relationship Type="http://schemas.openxmlformats.org/officeDocument/2006/relationships/image" Target="/ppt/media/image7.png" Id="R068d522aa32247e8" /><Relationship Type="http://schemas.openxmlformats.org/officeDocument/2006/relationships/notesSlide" Target="/ppt/notesSlides/notesSlide1.xml" Id="R09951700ccc04b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itle">
            <a:extLst xmlns:a="http://schemas.openxmlformats.org/drawingml/2006/main">
              <a:ext uri="{FF2B5EF4-FFF2-40B4-BE49-F238E27FC236}">
                <a16:creationId xmlns:a16="http://schemas.microsoft.com/office/drawing/2014/main" id="{F63C0F42-C8FB-4487-9E27-8A1E5EB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Ours Training-free Method</a:t>
            </a:r>
          </a:p>
        </p:txBody>
      </p:sp>
      <p:sp>
        <p:nvSpPr>
          <p:cNvPr id="2" name="top.subtitle">
            <a:extLst xmlns:a="http://schemas.openxmlformats.org/drawingml/2006/main">
              <a:ext uri="{FF2B5EF4-FFF2-40B4-BE49-F238E27FC236}">
                <a16:creationId xmlns:a16="http://schemas.microsoft.com/office/drawing/2014/main" id="{71200094-ECBF-4BAE-9A6F-6D123D1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66725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Inference on free domain prompt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7dff96fc24609"/>
          <a:stretch xmlns:a="http://schemas.openxmlformats.org/drawingml/2006/main"/>
        </p:blipFill>
        <p:spPr>
          <a:xfrm xmlns:a="http://schemas.openxmlformats.org/drawingml/2006/main">
            <a:off x="85725" y="923925"/>
            <a:ext cx="609600" cy="581025"/>
          </a:xfrm>
          <a:prstGeom xmlns:a="http://schemas.openxmlformats.org/drawingml/2006/main" prst="rect">
            <a:avLst/>
          </a:prstGeom>
        </p:spPr>
      </p:pic>
      <p:sp>
        <p:nvSpPr>
          <p:cNvPr id="4" name="top.model">
            <a:extLst xmlns:a="http://schemas.openxmlformats.org/drawingml/2006/main">
              <a:ext uri="{FF2B5EF4-FFF2-40B4-BE49-F238E27FC236}">
                <a16:creationId xmlns:a16="http://schemas.microsoft.com/office/drawing/2014/main" id="{E89FE92A-BC61-492D-B136-6678BA7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95350"/>
            <a:ext cx="3276600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5" name="top.model-label">
            <a:extLst xmlns:a="http://schemas.openxmlformats.org/drawingml/2006/main">
              <a:ext uri="{FF2B5EF4-FFF2-40B4-BE49-F238E27FC236}">
                <a16:creationId xmlns:a16="http://schemas.microsoft.com/office/drawing/2014/main" id="{4EE9F7D4-FBAE-4D8D-899F-2DEE6541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047750"/>
            <a:ext cx="152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MLLM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a936bc3634a2b"/>
          <a:stretch xmlns:a="http://schemas.openxmlformats.org/drawingml/2006/main"/>
        </p:blipFill>
        <p:spPr>
          <a:xfrm xmlns:a="http://schemas.openxmlformats.org/drawingml/2006/main">
            <a:off x="3676650" y="9715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7" name="top.prompt.frame">
            <a:extLst xmlns:a="http://schemas.openxmlformats.org/drawingml/2006/main">
              <a:ext uri="{FF2B5EF4-FFF2-40B4-BE49-F238E27FC236}">
                <a16:creationId xmlns:a16="http://schemas.microsoft.com/office/drawing/2014/main" id="{AD34A653-EB80-4B80-874C-092B3EEE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771650"/>
            <a:ext cx="609600" cy="295275"/>
          </a:xfrm>
          <a:prstGeom xmlns:a="http://schemas.openxmlformats.org/drawingml/2006/main" prst="roundRect">
            <a:avLst>
              <a:gd name="adj" fmla="val 2580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2D68A7"/>
            </a:solidFill>
            <a:prstDash val="dash"/>
          </a:ln>
        </p:spPr>
      </p:sp>
      <p:sp>
        <p:nvSpPr>
          <p:cNvPr id="8" name="top.prompt.cell.0">
            <a:extLst xmlns:a="http://schemas.openxmlformats.org/drawingml/2006/main">
              <a:ext uri="{FF2B5EF4-FFF2-40B4-BE49-F238E27FC236}">
                <a16:creationId xmlns:a16="http://schemas.microsoft.com/office/drawing/2014/main" id="{B47FDD9C-A71D-4530-9E17-DF61D39C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3832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94D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9" name="top.prompt.cell.1">
            <a:extLst xmlns:a="http://schemas.openxmlformats.org/drawingml/2006/main">
              <a:ext uri="{FF2B5EF4-FFF2-40B4-BE49-F238E27FC236}">
                <a16:creationId xmlns:a16="http://schemas.microsoft.com/office/drawing/2014/main" id="{C351076E-73A6-4D2B-83BE-F1B82018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3832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94D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10" name="top.prompt.cell.2">
            <a:extLst xmlns:a="http://schemas.openxmlformats.org/drawingml/2006/main">
              <a:ext uri="{FF2B5EF4-FFF2-40B4-BE49-F238E27FC236}">
                <a16:creationId xmlns:a16="http://schemas.microsoft.com/office/drawing/2014/main" id="{BEBD29CC-481B-4A22-ABC9-4D85A629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3832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94D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11" name="top.prompt.cell.3">
            <a:extLst xmlns:a="http://schemas.openxmlformats.org/drawingml/2006/main">
              <a:ext uri="{FF2B5EF4-FFF2-40B4-BE49-F238E27FC236}">
                <a16:creationId xmlns:a16="http://schemas.microsoft.com/office/drawing/2014/main" id="{939D8379-0DCE-4033-806E-ABCD351D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3832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94D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12" name="top.source-to-prompt">
            <a:extLst xmlns:a="http://schemas.openxmlformats.org/drawingml/2006/main">
              <a:ext uri="{FF2B5EF4-FFF2-40B4-BE49-F238E27FC236}">
                <a16:creationId xmlns:a16="http://schemas.microsoft.com/office/drawing/2014/main" id="{D9894912-CE05-4B30-9FCB-B2C5AF36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495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1B23"/>
            </a:solidFill>
            <a:prstDash val="solid"/>
          </a:ln>
        </p:spPr>
      </p:sp>
      <p:sp>
        <p:nvSpPr>
          <p:cNvPr id="13" name="top.source-to-prompt.head">
            <a:extLst xmlns:a="http://schemas.openxmlformats.org/drawingml/2006/main">
              <a:ext uri="{FF2B5EF4-FFF2-40B4-BE49-F238E27FC236}">
                <a16:creationId xmlns:a16="http://schemas.microsoft.com/office/drawing/2014/main" id="{ECB1E6D7-FBE9-41EF-94CE-282C6CC7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33375" y="1724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p.prompt-horizontal">
            <a:extLst xmlns:a="http://schemas.openxmlformats.org/drawingml/2006/main">
              <a:ext uri="{FF2B5EF4-FFF2-40B4-BE49-F238E27FC236}">
                <a16:creationId xmlns:a16="http://schemas.microsoft.com/office/drawing/2014/main" id="{0EEDAA2F-2B70-4EC8-925E-38B1ECC9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145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top.prompt-up">
            <a:extLst xmlns:a="http://schemas.openxmlformats.org/drawingml/2006/main">
              <a:ext uri="{FF2B5EF4-FFF2-40B4-BE49-F238E27FC236}">
                <a16:creationId xmlns:a16="http://schemas.microsoft.com/office/drawing/2014/main" id="{4C1A73BD-7BF3-4A21-AA74-2D19C1EB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5716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" name="top.prompt-up.head">
            <a:extLst xmlns:a="http://schemas.openxmlformats.org/drawingml/2006/main">
              <a:ext uri="{FF2B5EF4-FFF2-40B4-BE49-F238E27FC236}">
                <a16:creationId xmlns:a16="http://schemas.microsoft.com/office/drawing/2014/main" id="{453C3A09-2FB7-4965-AE43-9DD7870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1533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.model-to-source">
            <a:extLst xmlns:a="http://schemas.openxmlformats.org/drawingml/2006/main">
              <a:ext uri="{FF2B5EF4-FFF2-40B4-BE49-F238E27FC236}">
                <a16:creationId xmlns:a16="http://schemas.microsoft.com/office/drawing/2014/main" id="{2660355D-306C-4672-9517-9D20FAAA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2872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C38"/>
            </a:solidFill>
            <a:prstDash val="solid"/>
          </a:ln>
        </p:spPr>
      </p:sp>
      <p:sp>
        <p:nvSpPr>
          <p:cNvPr id="18" name="top.model-to-source.head">
            <a:extLst xmlns:a="http://schemas.openxmlformats.org/drawingml/2006/main">
              <a:ext uri="{FF2B5EF4-FFF2-40B4-BE49-F238E27FC236}">
                <a16:creationId xmlns:a16="http://schemas.microsoft.com/office/drawing/2014/main" id="{392570A1-1B6E-479B-A4AD-204D5B4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57225" y="11906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5fc6e5d44925"/>
          <a:stretch xmlns:a="http://schemas.openxmlformats.org/drawingml/2006/main"/>
        </p:blipFill>
        <p:spPr>
          <a:xfrm xmlns:a="http://schemas.openxmlformats.org/drawingml/2006/main">
            <a:off x="1238250" y="1733550"/>
            <a:ext cx="571500" cy="581025"/>
          </a:xfrm>
          <a:prstGeom xmlns:a="http://schemas.openxmlformats.org/drawingml/2006/main" prst="rect">
            <a:avLst/>
          </a:prstGeom>
        </p:spPr>
      </p:pic>
      <p:sp>
        <p:nvSpPr>
          <p:cNvPr id="20" name="top.region.frame">
            <a:extLst xmlns:a="http://schemas.openxmlformats.org/drawingml/2006/main">
              <a:ext uri="{FF2B5EF4-FFF2-40B4-BE49-F238E27FC236}">
                <a16:creationId xmlns:a16="http://schemas.microsoft.com/office/drawing/2014/main" id="{175A850B-5F5B-4472-ACBA-A0BB859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33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top.region.mark">
            <a:extLst xmlns:a="http://schemas.openxmlformats.org/drawingml/2006/main">
              <a:ext uri="{FF2B5EF4-FFF2-40B4-BE49-F238E27FC236}">
                <a16:creationId xmlns:a16="http://schemas.microsoft.com/office/drawing/2014/main" id="{2B1499B5-1F56-424D-82F9-ACDBE03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0225"/>
            <a:ext cx="114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BB45"/>
            </a:solidFill>
            <a:prstDash val="solid"/>
          </a:ln>
        </p:spPr>
      </p:sp>
      <p:sp>
        <p:nvSpPr>
          <p:cNvPr id="22" name="top.question">
            <a:extLst xmlns:a="http://schemas.openxmlformats.org/drawingml/2006/main">
              <a:ext uri="{FF2B5EF4-FFF2-40B4-BE49-F238E27FC236}">
                <a16:creationId xmlns:a16="http://schemas.microsoft.com/office/drawing/2014/main" id="{B245810F-9F0A-4C63-9521-559416D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09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DD"/>
          </a:solidFill>
          <a:ln xmlns:a="http://schemas.openxmlformats.org/drawingml/2006/main" w="9525">
            <a:solidFill>
              <a:srgbClr val="3D78A9"/>
            </a:solidFill>
            <a:prstDash val="solid"/>
          </a:ln>
        </p:spPr>
      </p:sp>
      <p:sp>
        <p:nvSpPr>
          <p:cNvPr id="23" name="top.question.text">
            <a:extLst xmlns:a="http://schemas.openxmlformats.org/drawingml/2006/main">
              <a:ext uri="{FF2B5EF4-FFF2-40B4-BE49-F238E27FC236}">
                <a16:creationId xmlns:a16="http://schemas.microsoft.com/office/drawing/2014/main" id="{A0628B80-BF96-441F-8CDB-3F04403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62125"/>
            <a:ext cx="100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What color is is</a:t>
            </a:r>
          </a:p>
          <a:p xmlns:a="http://schemas.openxmlformats.org/drawingml/2006/main">
            <a:pPr algn="ctr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hat the person is</a:t>
            </a:r>
          </a:p>
          <a:p xmlns:a="http://schemas.openxmlformats.org/drawingml/2006/main">
            <a:pPr algn="ctr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wearing?</a:t>
            </a:r>
          </a:p>
        </p:txBody>
      </p:sp>
      <p:sp>
        <p:nvSpPr>
          <p:cNvPr id="24" name="top.person-up">
            <a:extLst xmlns:a="http://schemas.openxmlformats.org/drawingml/2006/main">
              <a:ext uri="{FF2B5EF4-FFF2-40B4-BE49-F238E27FC236}">
                <a16:creationId xmlns:a16="http://schemas.microsoft.com/office/drawing/2014/main" id="{04A91D39-B0D7-484D-B3C3-DE94BD04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5" name="top.person-up.head">
            <a:extLst xmlns:a="http://schemas.openxmlformats.org/drawingml/2006/main">
              <a:ext uri="{FF2B5EF4-FFF2-40B4-BE49-F238E27FC236}">
                <a16:creationId xmlns:a16="http://schemas.microsoft.com/office/drawing/2014/main" id="{F2329F29-9FBA-4215-A631-AAB2573E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1533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.region-up">
            <a:extLst xmlns:a="http://schemas.openxmlformats.org/drawingml/2006/main">
              <a:ext uri="{FF2B5EF4-FFF2-40B4-BE49-F238E27FC236}">
                <a16:creationId xmlns:a16="http://schemas.microsoft.com/office/drawing/2014/main" id="{8CE34802-9D16-4DCF-AD46-8EFC5BDD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5716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7" name="top.region-up.head">
            <a:extLst xmlns:a="http://schemas.openxmlformats.org/drawingml/2006/main">
              <a:ext uri="{FF2B5EF4-FFF2-40B4-BE49-F238E27FC236}">
                <a16:creationId xmlns:a16="http://schemas.microsoft.com/office/drawing/2014/main" id="{D5DBEE29-C7A8-4A9D-8ED6-C8DBF59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533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.question-up">
            <a:extLst xmlns:a="http://schemas.openxmlformats.org/drawingml/2006/main">
              <a:ext uri="{FF2B5EF4-FFF2-40B4-BE49-F238E27FC236}">
                <a16:creationId xmlns:a16="http://schemas.microsoft.com/office/drawing/2014/main" id="{1CDB3C5D-866E-45B6-9BDC-A47F364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5716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top.question-up.head">
            <a:extLst xmlns:a="http://schemas.openxmlformats.org/drawingml/2006/main">
              <a:ext uri="{FF2B5EF4-FFF2-40B4-BE49-F238E27FC236}">
                <a16:creationId xmlns:a16="http://schemas.microsoft.com/office/drawing/2014/main" id="{79752F78-3908-45CE-9D25-C88CBB0C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1533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op.check.region">
            <a:extLst xmlns:a="http://schemas.openxmlformats.org/drawingml/2006/main">
              <a:ext uri="{FF2B5EF4-FFF2-40B4-BE49-F238E27FC236}">
                <a16:creationId xmlns:a16="http://schemas.microsoft.com/office/drawing/2014/main" id="{11DAE26B-A63E-4336-8EAC-C8D3B245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288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00A651"/>
                </a:solidFill>
              </a:defRPr>
            </a:pPr>
            <a:r>
              <a:rPr sz="3750" b="0">
                <a:solidFill>
                  <a:srgbClr val="00A651"/>
                </a:solidFill>
              </a:rPr>
              <a:t>✓</a:t>
            </a:r>
          </a:p>
        </p:txBody>
      </p:sp>
      <p:sp>
        <p:nvSpPr>
          <p:cNvPr id="31" name="top.check.question">
            <a:extLst xmlns:a="http://schemas.openxmlformats.org/drawingml/2006/main">
              <a:ext uri="{FF2B5EF4-FFF2-40B4-BE49-F238E27FC236}">
                <a16:creationId xmlns:a16="http://schemas.microsoft.com/office/drawing/2014/main" id="{975A3C5A-A5E0-4188-B24C-8059793C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288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00A651"/>
                </a:solidFill>
              </a:defRPr>
            </a:pPr>
            <a:r>
              <a:rPr sz="3750" b="0">
                <a:solidFill>
                  <a:srgbClr val="00A651"/>
                </a:solidFill>
              </a:rPr>
              <a:t>✓</a:t>
            </a:r>
          </a:p>
        </p:txBody>
      </p:sp>
      <p:sp>
        <p:nvSpPr>
          <p:cNvPr id="32" name="divider">
            <a:extLst xmlns:a="http://schemas.openxmlformats.org/drawingml/2006/main">
              <a:ext uri="{FF2B5EF4-FFF2-40B4-BE49-F238E27FC236}">
                <a16:creationId xmlns:a16="http://schemas.microsoft.com/office/drawing/2014/main" id="{F15B3687-3DEA-41CE-8995-29D26770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03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dash"/>
          </a:ln>
        </p:spPr>
      </p:sp>
      <p:sp>
        <p:nvSpPr>
          <p:cNvPr id="33" name="bottom.subtitle">
            <a:extLst xmlns:a="http://schemas.openxmlformats.org/drawingml/2006/main">
              <a:ext uri="{FF2B5EF4-FFF2-40B4-BE49-F238E27FC236}">
                <a16:creationId xmlns:a16="http://schemas.microsoft.com/office/drawing/2014/main" id="{81F290B2-40B7-4A08-9FB3-4462053B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Inference on free domain prompt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e9aaeda144a5a"/>
          <a:stretch xmlns:a="http://schemas.openxmlformats.org/drawingml/2006/main"/>
        </p:blipFill>
        <p:spPr>
          <a:xfrm xmlns:a="http://schemas.openxmlformats.org/drawingml/2006/main">
            <a:off x="57150" y="2867025"/>
            <a:ext cx="590550" cy="581025"/>
          </a:xfrm>
          <a:prstGeom xmlns:a="http://schemas.openxmlformats.org/drawingml/2006/main" prst="rect">
            <a:avLst/>
          </a:prstGeom>
        </p:spPr>
      </p:pic>
      <p:sp>
        <p:nvSpPr>
          <p:cNvPr id="35" name="bottom.model">
            <a:extLst xmlns:a="http://schemas.openxmlformats.org/drawingml/2006/main">
              <a:ext uri="{FF2B5EF4-FFF2-40B4-BE49-F238E27FC236}">
                <a16:creationId xmlns:a16="http://schemas.microsoft.com/office/drawing/2014/main" id="{1C1F77E3-E73F-4247-8CD4-E56BFF01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00350"/>
            <a:ext cx="3276600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11430">
            <a:solidFill>
              <a:srgbClr val="666666"/>
            </a:solidFill>
            <a:prstDash val="solid"/>
          </a:ln>
        </p:spPr>
      </p:sp>
      <p:sp>
        <p:nvSpPr>
          <p:cNvPr id="36" name="bottom.model-label">
            <a:extLst xmlns:a="http://schemas.openxmlformats.org/drawingml/2006/main">
              <a:ext uri="{FF2B5EF4-FFF2-40B4-BE49-F238E27FC236}">
                <a16:creationId xmlns:a16="http://schemas.microsoft.com/office/drawing/2014/main" id="{451E5DB8-D930-4A86-8900-FAC649C5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0"/>
            <a:ext cx="152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MLLM</a:t>
            </a:r>
          </a:p>
        </p:txBody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7f7e22ade498e"/>
          <a:stretch xmlns:a="http://schemas.openxmlformats.org/drawingml/2006/main"/>
        </p:blipFill>
        <p:spPr>
          <a:xfrm xmlns:a="http://schemas.openxmlformats.org/drawingml/2006/main">
            <a:off x="3676650" y="28765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8" name="bottom.prompt.frame">
            <a:extLst xmlns:a="http://schemas.openxmlformats.org/drawingml/2006/main">
              <a:ext uri="{FF2B5EF4-FFF2-40B4-BE49-F238E27FC236}">
                <a16:creationId xmlns:a16="http://schemas.microsoft.com/office/drawing/2014/main" id="{575C7A2D-6725-48FD-AB39-E7C1BC1B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771900"/>
            <a:ext cx="609600" cy="295275"/>
          </a:xfrm>
          <a:prstGeom xmlns:a="http://schemas.openxmlformats.org/drawingml/2006/main" prst="roundRect">
            <a:avLst>
              <a:gd name="adj" fmla="val 2580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2D68A7"/>
            </a:solidFill>
            <a:prstDash val="dash"/>
          </a:ln>
        </p:spPr>
      </p:sp>
      <p:sp>
        <p:nvSpPr>
          <p:cNvPr id="39" name="bottom.prompt.cell.0">
            <a:extLst xmlns:a="http://schemas.openxmlformats.org/drawingml/2006/main">
              <a:ext uri="{FF2B5EF4-FFF2-40B4-BE49-F238E27FC236}">
                <a16:creationId xmlns:a16="http://schemas.microsoft.com/office/drawing/2014/main" id="{0307E2D2-D008-472B-A8AE-24CF64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83857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19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40" name="bottom.prompt.cell.1">
            <a:extLst xmlns:a="http://schemas.openxmlformats.org/drawingml/2006/main">
              <a:ext uri="{FF2B5EF4-FFF2-40B4-BE49-F238E27FC236}">
                <a16:creationId xmlns:a16="http://schemas.microsoft.com/office/drawing/2014/main" id="{9A3DE571-D999-47C0-9CE9-87E7AA59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3857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19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41" name="bottom.prompt.cell.2">
            <a:extLst xmlns:a="http://schemas.openxmlformats.org/drawingml/2006/main">
              <a:ext uri="{FF2B5EF4-FFF2-40B4-BE49-F238E27FC236}">
                <a16:creationId xmlns:a16="http://schemas.microsoft.com/office/drawing/2014/main" id="{71F22EF0-B34C-4B4E-93F0-8A5F5E7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3857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19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42" name="bottom.prompt.cell.3">
            <a:extLst xmlns:a="http://schemas.openxmlformats.org/drawingml/2006/main">
              <a:ext uri="{FF2B5EF4-FFF2-40B4-BE49-F238E27FC236}">
                <a16:creationId xmlns:a16="http://schemas.microsoft.com/office/drawing/2014/main" id="{E7C949C8-3A53-43F6-914F-D7627BD7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38575"/>
            <a:ext cx="142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19"/>
          </a:solidFill>
          <a:ln xmlns:a="http://schemas.openxmlformats.org/drawingml/2006/main" w="7620">
            <a:solidFill>
              <a:srgbClr val="477B34"/>
            </a:solidFill>
            <a:prstDash val="solid"/>
          </a:ln>
        </p:spPr>
      </p:sp>
      <p:sp>
        <p:nvSpPr>
          <p:cNvPr id="43" name="bottom.source-to-prompt">
            <a:extLst xmlns:a="http://schemas.openxmlformats.org/drawingml/2006/main">
              <a:ext uri="{FF2B5EF4-FFF2-40B4-BE49-F238E27FC236}">
                <a16:creationId xmlns:a16="http://schemas.microsoft.com/office/drawing/2014/main" id="{CDDD66F8-F6C5-4AB1-BE2C-4F31A570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480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1B23"/>
            </a:solidFill>
            <a:prstDash val="solid"/>
          </a:ln>
        </p:spPr>
      </p:sp>
      <p:sp>
        <p:nvSpPr>
          <p:cNvPr id="44" name="bottom.source-to-prompt.head">
            <a:extLst xmlns:a="http://schemas.openxmlformats.org/drawingml/2006/main">
              <a:ext uri="{FF2B5EF4-FFF2-40B4-BE49-F238E27FC236}">
                <a16:creationId xmlns:a16="http://schemas.microsoft.com/office/drawing/2014/main" id="{3727D173-1725-47F3-9C04-A5DB3C0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04800" y="37242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ttom.prompt-horizontal">
            <a:extLst xmlns:a="http://schemas.openxmlformats.org/drawingml/2006/main">
              <a:ext uri="{FF2B5EF4-FFF2-40B4-BE49-F238E27FC236}">
                <a16:creationId xmlns:a16="http://schemas.microsoft.com/office/drawing/2014/main" id="{9CD246E0-4F58-4DE5-81E2-601B7A27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147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6" name="bottom.prompt-up">
            <a:extLst xmlns:a="http://schemas.openxmlformats.org/drawingml/2006/main">
              <a:ext uri="{FF2B5EF4-FFF2-40B4-BE49-F238E27FC236}">
                <a16:creationId xmlns:a16="http://schemas.microsoft.com/office/drawing/2014/main" id="{AB79573C-1885-4792-B295-366F8B48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766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7" name="bottom.prompt-up.head">
            <a:extLst xmlns:a="http://schemas.openxmlformats.org/drawingml/2006/main">
              <a:ext uri="{FF2B5EF4-FFF2-40B4-BE49-F238E27FC236}">
                <a16:creationId xmlns:a16="http://schemas.microsoft.com/office/drawing/2014/main" id="{54801EB8-551E-4769-8953-EC3467D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3438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ottom.model-to-source">
            <a:extLst xmlns:a="http://schemas.openxmlformats.org/drawingml/2006/main">
              <a:ext uri="{FF2B5EF4-FFF2-40B4-BE49-F238E27FC236}">
                <a16:creationId xmlns:a16="http://schemas.microsoft.com/office/drawing/2014/main" id="{4F9AA313-7B63-4689-923D-3F7E4F7B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C38"/>
            </a:solidFill>
            <a:prstDash val="solid"/>
          </a:ln>
        </p:spPr>
      </p:sp>
      <p:sp>
        <p:nvSpPr>
          <p:cNvPr id="49" name="bottom.model-to-source.head">
            <a:extLst xmlns:a="http://schemas.openxmlformats.org/drawingml/2006/main">
              <a:ext uri="{FF2B5EF4-FFF2-40B4-BE49-F238E27FC236}">
                <a16:creationId xmlns:a16="http://schemas.microsoft.com/office/drawing/2014/main" id="{5439B0A2-468F-4636-B9DA-785F520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" y="30956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560a2107b4f34"/>
          <a:stretch xmlns:a="http://schemas.openxmlformats.org/drawingml/2006/main"/>
        </p:blipFill>
        <p:spPr>
          <a:xfrm xmlns:a="http://schemas.openxmlformats.org/drawingml/2006/main">
            <a:off x="923925" y="3705225"/>
            <a:ext cx="971550" cy="60960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d522aa32247e8"/>
          <a:stretch xmlns:a="http://schemas.openxmlformats.org/drawingml/2006/main"/>
        </p:blipFill>
        <p:spPr>
          <a:xfrm xmlns:a="http://schemas.openxmlformats.org/drawingml/2006/main">
            <a:off x="1895475" y="3648075"/>
            <a:ext cx="990600" cy="666750"/>
          </a:xfrm>
          <a:prstGeom xmlns:a="http://schemas.openxmlformats.org/drawingml/2006/main" prst="rect">
            <a:avLst/>
          </a:prstGeom>
        </p:spPr>
      </p:pic>
      <p:sp>
        <p:nvSpPr>
          <p:cNvPr id="52" name="bottom.question">
            <a:extLst xmlns:a="http://schemas.openxmlformats.org/drawingml/2006/main">
              <a:ext uri="{FF2B5EF4-FFF2-40B4-BE49-F238E27FC236}">
                <a16:creationId xmlns:a16="http://schemas.microsoft.com/office/drawing/2014/main" id="{9402FD8E-A6A4-4BDF-94DD-BBD9B85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1095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DD"/>
          </a:solidFill>
          <a:ln xmlns:a="http://schemas.openxmlformats.org/drawingml/2006/main" w="9525">
            <a:solidFill>
              <a:srgbClr val="3D78A9"/>
            </a:solidFill>
            <a:prstDash val="solid"/>
          </a:ln>
        </p:spPr>
      </p:sp>
      <p:sp>
        <p:nvSpPr>
          <p:cNvPr id="53" name="bottom.question.text">
            <a:extLst xmlns:a="http://schemas.openxmlformats.org/drawingml/2006/main">
              <a:ext uri="{FF2B5EF4-FFF2-40B4-BE49-F238E27FC236}">
                <a16:creationId xmlns:a16="http://schemas.microsoft.com/office/drawing/2014/main" id="{2BE7C0EA-6B7F-4054-81B2-2187331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3380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Describe the text</a:t>
            </a:r>
          </a:p>
          <a:p xmlns:a="http://schemas.openxmlformats.org/drawingml/2006/main">
            <a:pPr algn="ctr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in the region.</a:t>
            </a:r>
          </a:p>
        </p:txBody>
      </p:sp>
      <p:sp>
        <p:nvSpPr>
          <p:cNvPr id="54" name="bottom.sale-up">
            <a:extLst xmlns:a="http://schemas.openxmlformats.org/drawingml/2006/main">
              <a:ext uri="{FF2B5EF4-FFF2-40B4-BE49-F238E27FC236}">
                <a16:creationId xmlns:a16="http://schemas.microsoft.com/office/drawing/2014/main" id="{DBE9CD42-FF5D-46CC-96F5-2FC197CF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76625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5" name="bottom.sale-up.head">
            <a:extLst xmlns:a="http://schemas.openxmlformats.org/drawingml/2006/main">
              <a:ext uri="{FF2B5EF4-FFF2-40B4-BE49-F238E27FC236}">
                <a16:creationId xmlns:a16="http://schemas.microsoft.com/office/drawing/2014/main" id="{BF3305C2-A79F-48EB-9B6D-F7A3038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438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ttom.region-up">
            <a:extLst xmlns:a="http://schemas.openxmlformats.org/drawingml/2006/main">
              <a:ext uri="{FF2B5EF4-FFF2-40B4-BE49-F238E27FC236}">
                <a16:creationId xmlns:a16="http://schemas.microsoft.com/office/drawing/2014/main" id="{7CE58DE9-DB68-4877-B940-251D4F68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766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7" name="bottom.region-up.head">
            <a:extLst xmlns:a="http://schemas.openxmlformats.org/drawingml/2006/main">
              <a:ext uri="{FF2B5EF4-FFF2-40B4-BE49-F238E27FC236}">
                <a16:creationId xmlns:a16="http://schemas.microsoft.com/office/drawing/2014/main" id="{18076D99-5247-4696-A163-433E4BF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3438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ottom.question-up">
            <a:extLst xmlns:a="http://schemas.openxmlformats.org/drawingml/2006/main">
              <a:ext uri="{FF2B5EF4-FFF2-40B4-BE49-F238E27FC236}">
                <a16:creationId xmlns:a16="http://schemas.microsoft.com/office/drawing/2014/main" id="{41B6956E-1473-467A-AFC4-46238DAE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9" name="bottom.question-up.head">
            <a:extLst xmlns:a="http://schemas.openxmlformats.org/drawingml/2006/main">
              <a:ext uri="{FF2B5EF4-FFF2-40B4-BE49-F238E27FC236}">
                <a16:creationId xmlns:a16="http://schemas.microsoft.com/office/drawing/2014/main" id="{8F17D7BB-AAEA-4E73-A895-0561EDE9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438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ttom.check.region">
            <a:extLst xmlns:a="http://schemas.openxmlformats.org/drawingml/2006/main">
              <a:ext uri="{FF2B5EF4-FFF2-40B4-BE49-F238E27FC236}">
                <a16:creationId xmlns:a16="http://schemas.microsoft.com/office/drawing/2014/main" id="{A1C7A88C-19E7-415C-8B21-7676DBA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576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00A651"/>
                </a:solidFill>
              </a:defRPr>
            </a:pPr>
            <a:r>
              <a:rPr sz="3750" b="0">
                <a:solidFill>
                  <a:srgbClr val="00A651"/>
                </a:solidFill>
              </a:rPr>
              <a:t>✓</a:t>
            </a:r>
          </a:p>
        </p:txBody>
      </p:sp>
      <p:sp>
        <p:nvSpPr>
          <p:cNvPr id="61" name="bottom.check.question">
            <a:extLst xmlns:a="http://schemas.openxmlformats.org/drawingml/2006/main">
              <a:ext uri="{FF2B5EF4-FFF2-40B4-BE49-F238E27FC236}">
                <a16:creationId xmlns:a16="http://schemas.microsoft.com/office/drawing/2014/main" id="{0B4547F8-A996-485E-A90F-C2AEE998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576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00A651"/>
                </a:solidFill>
              </a:defRPr>
            </a:pPr>
            <a:r>
              <a:rPr sz="3750" b="0">
                <a:solidFill>
                  <a:srgbClr val="00A651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197198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2026-07-30T15:48:23.2580000Z</dcterms:created>
  <dcterms:modified xsi:type="dcterms:W3CDTF">2026-07-30T15:48:23.2580000Z</dcterms:modified>
</coreProperties>
</file>