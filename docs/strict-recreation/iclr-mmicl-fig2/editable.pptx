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8370a916834d25" /><Relationship Type="http://schemas.openxmlformats.org/officeDocument/2006/relationships/extended-properties" Target="/docProps/app.xml" Id="R6c7264b0d38141f7" /><Relationship Type="http://schemas.openxmlformats.org/officeDocument/2006/relationships/officeDocument" Target="/ppt/presentation.xml" Id="R2cdaa5421a58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c5498c683348a3"/>
  </p:sldMasterIdLst>
  <p:notesMasterIdLst>
    <p:notesMasterId xmlns:r="http://schemas.openxmlformats.org/officeDocument/2006/relationships" r:id="Ra1dc122baa234088"/>
  </p:notesMasterIdLst>
  <p:sldIdLst>
    <p:sldId xmlns:r="http://schemas.openxmlformats.org/officeDocument/2006/relationships" id="256" r:id="R582501b5a2ae4ca6"/>
  </p:sldIdLst>
  <p:sldSz cx="9324975" cy="2600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9244a75971443d" /><Relationship Type="http://schemas.openxmlformats.org/officeDocument/2006/relationships/slideMaster" Target="/ppt/slideMasters/slideMaster1.xml" Id="Reec5498c683348a3" /><Relationship Type="http://schemas.openxmlformats.org/officeDocument/2006/relationships/notesMaster" Target="/ppt/notesMasters/notesMaster1.xml" Id="Ra1dc122baa234088" /><Relationship Type="http://schemas.openxmlformats.org/officeDocument/2006/relationships/presProps" Target="/ppt/presProps.xml" Id="Rddef6d04c3d94fcd" /><Relationship Type="http://schemas.openxmlformats.org/officeDocument/2006/relationships/tableStyles" Target="/ppt/tableStyles.xml" Id="R6e84851ba19d4bf5" /><Relationship Type="http://schemas.openxmlformats.org/officeDocument/2006/relationships/slide" Target="/ppt/slides/slide1.xml" Id="R582501b5a2ae4c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204d9b1a30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ccfec969814b7e" /><Relationship Type="http://schemas.openxmlformats.org/officeDocument/2006/relationships/notesMaster" Target="/ppt/notesMasters/notesMaster1.xml" Id="Reccbb475d093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MMICL: Empowering Vision-language Model with Multi-Modal In-Context Learning, ICLR 2024, Figure 2: https://openreview.net/forum?id=5KojubHBr8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ee83a3531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b14c56524640a5" /><Relationship Type="http://schemas.openxmlformats.org/officeDocument/2006/relationships/slideLayout" Target="/ppt/slideLayouts/slideLayout1.xml" Id="Rc9f50c8722be46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f50c8722be46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22db14f654a23" /><Relationship Type="http://schemas.openxmlformats.org/officeDocument/2006/relationships/notesSlide" Target="/ppt/notesSlides/notesSlide1.xml" Id="Rd6ac84fccc1041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a.llm">
            <a:extLst xmlns:a="http://schemas.openxmlformats.org/drawingml/2006/main">
              <a:ext uri="{FF2B5EF4-FFF2-40B4-BE49-F238E27FC236}">
                <a16:creationId xmlns:a16="http://schemas.microsoft.com/office/drawing/2014/main" id="{9011A56A-2ADA-43D8-A5E5-1278970F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"/>
            <a:ext cx="1981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F9DC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2" name="a.output">
            <a:extLst xmlns:a="http://schemas.openxmlformats.org/drawingml/2006/main">
              <a:ext uri="{FF2B5EF4-FFF2-40B4-BE49-F238E27FC236}">
                <a16:creationId xmlns:a16="http://schemas.microsoft.com/office/drawing/2014/main" id="{AB4FFA33-4783-48E0-8D64-9012C0A2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" name="a.output.head">
            <a:extLst xmlns:a="http://schemas.openxmlformats.org/drawingml/2006/main">
              <a:ext uri="{FF2B5EF4-FFF2-40B4-BE49-F238E27FC236}">
                <a16:creationId xmlns:a16="http://schemas.microsoft.com/office/drawing/2014/main" id="{CFFDB93A-E9AE-49FF-B94B-0EBC41BE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313" y="4143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.token.0">
            <a:extLst xmlns:a="http://schemas.openxmlformats.org/drawingml/2006/main">
              <a:ext uri="{FF2B5EF4-FFF2-40B4-BE49-F238E27FC236}">
                <a16:creationId xmlns:a16="http://schemas.microsoft.com/office/drawing/2014/main" id="{57BF62DA-9909-4B51-A4DF-87C557BC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811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embed</a:t>
            </a:r>
          </a:p>
        </p:txBody>
      </p:sp>
      <p:sp>
        <p:nvSpPr>
          <p:cNvPr id="5" name="a.token-arrow.0">
            <a:extLst xmlns:a="http://schemas.openxmlformats.org/drawingml/2006/main">
              <a:ext uri="{FF2B5EF4-FFF2-40B4-BE49-F238E27FC236}">
                <a16:creationId xmlns:a16="http://schemas.microsoft.com/office/drawing/2014/main" id="{26CCA705-501E-48E0-BF3C-2A01B923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6" name="a.token-arrow.0.head">
            <a:extLst xmlns:a="http://schemas.openxmlformats.org/drawingml/2006/main">
              <a:ext uri="{FF2B5EF4-FFF2-40B4-BE49-F238E27FC236}">
                <a16:creationId xmlns:a16="http://schemas.microsoft.com/office/drawing/2014/main" id="{816F456A-A501-4D02-8B85-29A09DBF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63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.token.1">
            <a:extLst xmlns:a="http://schemas.openxmlformats.org/drawingml/2006/main">
              <a:ext uri="{FF2B5EF4-FFF2-40B4-BE49-F238E27FC236}">
                <a16:creationId xmlns:a16="http://schemas.microsoft.com/office/drawing/2014/main" id="{C611AD4B-67BD-4AA1-8D9A-DA0ADB8D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811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Text</a:t>
            </a:r>
          </a:p>
        </p:txBody>
      </p:sp>
      <p:sp>
        <p:nvSpPr>
          <p:cNvPr id="8" name="a.token-arrow.1">
            <a:extLst xmlns:a="http://schemas.openxmlformats.org/drawingml/2006/main">
              <a:ext uri="{FF2B5EF4-FFF2-40B4-BE49-F238E27FC236}">
                <a16:creationId xmlns:a16="http://schemas.microsoft.com/office/drawing/2014/main" id="{ABDF8C45-F9EF-4FF0-B88A-937225FD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9" name="a.token-arrow.1.head">
            <a:extLst xmlns:a="http://schemas.openxmlformats.org/drawingml/2006/main">
              <a:ext uri="{FF2B5EF4-FFF2-40B4-BE49-F238E27FC236}">
                <a16:creationId xmlns:a16="http://schemas.microsoft.com/office/drawing/2014/main" id="{94FB1477-8B64-4BF2-B60F-E3F91556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8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.token.2">
            <a:extLst xmlns:a="http://schemas.openxmlformats.org/drawingml/2006/main">
              <a:ext uri="{FF2B5EF4-FFF2-40B4-BE49-F238E27FC236}">
                <a16:creationId xmlns:a16="http://schemas.microsoft.com/office/drawing/2014/main" id="{AEF2D99D-0DE3-40D7-9D99-95BA7001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381125"/>
            <a:ext cx="390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Text</a:t>
            </a:r>
          </a:p>
        </p:txBody>
      </p:sp>
      <p:sp>
        <p:nvSpPr>
          <p:cNvPr id="11" name="a.token-arrow.2">
            <a:extLst xmlns:a="http://schemas.openxmlformats.org/drawingml/2006/main">
              <a:ext uri="{FF2B5EF4-FFF2-40B4-BE49-F238E27FC236}">
                <a16:creationId xmlns:a16="http://schemas.microsoft.com/office/drawing/2014/main" id="{0DE7745B-73BD-49AB-BA20-498D497B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8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12" name="a.token-arrow.2.head">
            <a:extLst xmlns:a="http://schemas.openxmlformats.org/drawingml/2006/main">
              <a:ext uri="{FF2B5EF4-FFF2-40B4-BE49-F238E27FC236}">
                <a16:creationId xmlns:a16="http://schemas.microsoft.com/office/drawing/2014/main" id="{D4F136E7-208C-4A62-82F2-9CB21C33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.token.3">
            <a:extLst xmlns:a="http://schemas.openxmlformats.org/drawingml/2006/main">
              <a:ext uri="{FF2B5EF4-FFF2-40B4-BE49-F238E27FC236}">
                <a16:creationId xmlns:a16="http://schemas.microsoft.com/office/drawing/2014/main" id="{1A81494C-74EE-4402-AC13-7146025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3811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Text</a:t>
            </a:r>
          </a:p>
        </p:txBody>
      </p:sp>
      <p:sp>
        <p:nvSpPr>
          <p:cNvPr id="14" name="a.token-arrow.3">
            <a:extLst xmlns:a="http://schemas.openxmlformats.org/drawingml/2006/main">
              <a:ext uri="{FF2B5EF4-FFF2-40B4-BE49-F238E27FC236}">
                <a16:creationId xmlns:a16="http://schemas.microsoft.com/office/drawing/2014/main" id="{AAD1109D-9F79-4AB7-B32C-5467ABC4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15" name="a.token-arrow.3.head">
            <a:extLst xmlns:a="http://schemas.openxmlformats.org/drawingml/2006/main">
              <a:ext uri="{FF2B5EF4-FFF2-40B4-BE49-F238E27FC236}">
                <a16:creationId xmlns:a16="http://schemas.microsoft.com/office/drawing/2014/main" id="{9549499D-8FE9-45C7-A87D-DD26A6A5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5038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.vpg">
            <a:extLst xmlns:a="http://schemas.openxmlformats.org/drawingml/2006/main">
              <a:ext uri="{FF2B5EF4-FFF2-40B4-BE49-F238E27FC236}">
                <a16:creationId xmlns:a16="http://schemas.microsoft.com/office/drawing/2014/main" id="{A2C3D96F-EADB-45FE-A045-4BE79E6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0"/>
            <a:ext cx="69532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8F0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</a:defRPr>
            </a:pPr>
            <a:r>
              <a:rPr sz="975">
                <a:solidFill>
                  <a:srgbClr val="111111"/>
                </a:solidFill>
              </a:rPr>
              <a:t>VPG</a:t>
            </a:r>
          </a:p>
        </p:txBody>
      </p:sp>
      <p:sp>
        <p:nvSpPr>
          <p:cNvPr id="17" name="a.img">
            <a:extLst xmlns:a="http://schemas.openxmlformats.org/drawingml/2006/main">
              <a:ext uri="{FF2B5EF4-FFF2-40B4-BE49-F238E27FC236}">
                <a16:creationId xmlns:a16="http://schemas.microsoft.com/office/drawing/2014/main" id="{30992065-E8F8-4D1E-8E9B-E71145E4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4095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2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Img</a:t>
            </a:r>
          </a:p>
        </p:txBody>
      </p:sp>
      <p:sp>
        <p:nvSpPr>
          <p:cNvPr id="18" name="a.img-vpg">
            <a:extLst xmlns:a="http://schemas.openxmlformats.org/drawingml/2006/main">
              <a:ext uri="{FF2B5EF4-FFF2-40B4-BE49-F238E27FC236}">
                <a16:creationId xmlns:a16="http://schemas.microsoft.com/office/drawing/2014/main" id="{81D00558-C00B-4A17-8FF6-2CDADEE0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" name="a.img-vpg.head">
            <a:extLst xmlns:a="http://schemas.openxmlformats.org/drawingml/2006/main">
              <a:ext uri="{FF2B5EF4-FFF2-40B4-BE49-F238E27FC236}">
                <a16:creationId xmlns:a16="http://schemas.microsoft.com/office/drawing/2014/main" id="{D271DCE0-1318-4D86-8F63-082FA6D2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8" y="19192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.vpg-embed">
            <a:extLst xmlns:a="http://schemas.openxmlformats.org/drawingml/2006/main">
              <a:ext uri="{FF2B5EF4-FFF2-40B4-BE49-F238E27FC236}">
                <a16:creationId xmlns:a16="http://schemas.microsoft.com/office/drawing/2014/main" id="{835C2A02-ADDF-4DE3-A15F-53A2D291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1" name="a.vpg-embed.head">
            <a:extLst xmlns:a="http://schemas.openxmlformats.org/drawingml/2006/main">
              <a:ext uri="{FF2B5EF4-FFF2-40B4-BE49-F238E27FC236}">
                <a16:creationId xmlns:a16="http://schemas.microsoft.com/office/drawing/2014/main" id="{F2293AD9-5B6B-4BEB-97F2-709ECC16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8" y="15382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.caption">
            <a:extLst xmlns:a="http://schemas.openxmlformats.org/drawingml/2006/main">
              <a:ext uri="{FF2B5EF4-FFF2-40B4-BE49-F238E27FC236}">
                <a16:creationId xmlns:a16="http://schemas.microsoft.com/office/drawing/2014/main" id="{339947CA-EBA2-4E25-9255-F072370F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62200"/>
            <a:ext cx="3190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(a) VLMs Focused on a single image</a:t>
            </a:r>
          </a:p>
        </p:txBody>
      </p:sp>
      <p:sp>
        <p:nvSpPr>
          <p:cNvPr id="23" name="b.llm">
            <a:extLst xmlns:a="http://schemas.openxmlformats.org/drawingml/2006/main">
              <a:ext uri="{FF2B5EF4-FFF2-40B4-BE49-F238E27FC236}">
                <a16:creationId xmlns:a16="http://schemas.microsoft.com/office/drawing/2014/main" id="{C11D0CBA-7992-4B6E-ADC2-B30358CF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752475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F9DC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24" name="b.output">
            <a:extLst xmlns:a="http://schemas.openxmlformats.org/drawingml/2006/main">
              <a:ext uri="{FF2B5EF4-FFF2-40B4-BE49-F238E27FC236}">
                <a16:creationId xmlns:a16="http://schemas.microsoft.com/office/drawing/2014/main" id="{B15262A4-9E14-4B9B-A2F4-522C97FD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4767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" name="b.output.head">
            <a:extLst xmlns:a="http://schemas.openxmlformats.org/drawingml/2006/main">
              <a:ext uri="{FF2B5EF4-FFF2-40B4-BE49-F238E27FC236}">
                <a16:creationId xmlns:a16="http://schemas.microsoft.com/office/drawing/2014/main" id="{FFFC2C7C-70A7-4125-B945-25CBEC6C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5388" y="4143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.token.0">
            <a:extLst xmlns:a="http://schemas.openxmlformats.org/drawingml/2006/main">
              <a:ext uri="{FF2B5EF4-FFF2-40B4-BE49-F238E27FC236}">
                <a16:creationId xmlns:a16="http://schemas.microsoft.com/office/drawing/2014/main" id="{428EE619-21D2-425B-87A1-3EF4BEC4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81125"/>
            <a:ext cx="561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embed</a:t>
            </a:r>
          </a:p>
        </p:txBody>
      </p:sp>
      <p:sp>
        <p:nvSpPr>
          <p:cNvPr id="27" name="b.token-arrow.0">
            <a:extLst xmlns:a="http://schemas.openxmlformats.org/drawingml/2006/main">
              <a:ext uri="{FF2B5EF4-FFF2-40B4-BE49-F238E27FC236}">
                <a16:creationId xmlns:a16="http://schemas.microsoft.com/office/drawing/2014/main" id="{4C640961-F830-48F0-B1BB-B1595820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28" name="b.token-arrow.0.head">
            <a:extLst xmlns:a="http://schemas.openxmlformats.org/drawingml/2006/main">
              <a:ext uri="{FF2B5EF4-FFF2-40B4-BE49-F238E27FC236}">
                <a16:creationId xmlns:a16="http://schemas.microsoft.com/office/drawing/2014/main" id="{425EA197-51C3-46EB-A0EB-E03504A9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.token.1">
            <a:extLst xmlns:a="http://schemas.openxmlformats.org/drawingml/2006/main">
              <a:ext uri="{FF2B5EF4-FFF2-40B4-BE49-F238E27FC236}">
                <a16:creationId xmlns:a16="http://schemas.microsoft.com/office/drawing/2014/main" id="{0DFB69C2-72C9-490F-8A54-787AFE4E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81125"/>
            <a:ext cx="561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embed</a:t>
            </a:r>
          </a:p>
        </p:txBody>
      </p:sp>
      <p:sp>
        <p:nvSpPr>
          <p:cNvPr id="30" name="b.token-arrow.1">
            <a:extLst xmlns:a="http://schemas.openxmlformats.org/drawingml/2006/main">
              <a:ext uri="{FF2B5EF4-FFF2-40B4-BE49-F238E27FC236}">
                <a16:creationId xmlns:a16="http://schemas.microsoft.com/office/drawing/2014/main" id="{837DE4C7-77B9-4507-BD56-B482F91C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31" name="b.token-arrow.1.head">
            <a:extLst xmlns:a="http://schemas.openxmlformats.org/drawingml/2006/main">
              <a:ext uri="{FF2B5EF4-FFF2-40B4-BE49-F238E27FC236}">
                <a16:creationId xmlns:a16="http://schemas.microsoft.com/office/drawing/2014/main" id="{EF60C795-54DA-41DB-83D7-98A78C80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900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.token.2">
            <a:extLst xmlns:a="http://schemas.openxmlformats.org/drawingml/2006/main">
              <a:ext uri="{FF2B5EF4-FFF2-40B4-BE49-F238E27FC236}">
                <a16:creationId xmlns:a16="http://schemas.microsoft.com/office/drawing/2014/main" id="{058B5BF5-65A0-46BB-A48B-BB762722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811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Text</a:t>
            </a:r>
          </a:p>
        </p:txBody>
      </p:sp>
      <p:sp>
        <p:nvSpPr>
          <p:cNvPr id="33" name="b.token-arrow.2">
            <a:extLst xmlns:a="http://schemas.openxmlformats.org/drawingml/2006/main">
              <a:ext uri="{FF2B5EF4-FFF2-40B4-BE49-F238E27FC236}">
                <a16:creationId xmlns:a16="http://schemas.microsoft.com/office/drawing/2014/main" id="{C31F4148-DA48-4074-896C-1DF721D2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34" name="b.token-arrow.2.head">
            <a:extLst xmlns:a="http://schemas.openxmlformats.org/drawingml/2006/main">
              <a:ext uri="{FF2B5EF4-FFF2-40B4-BE49-F238E27FC236}">
                <a16:creationId xmlns:a16="http://schemas.microsoft.com/office/drawing/2014/main" id="{8CEACDE8-8432-4274-BBD9-7311767B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5788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.token.3">
            <a:extLst xmlns:a="http://schemas.openxmlformats.org/drawingml/2006/main">
              <a:ext uri="{FF2B5EF4-FFF2-40B4-BE49-F238E27FC236}">
                <a16:creationId xmlns:a16="http://schemas.microsoft.com/office/drawing/2014/main" id="{B09ACE1B-7794-4D6D-B1AB-277BB74D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811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Text</a:t>
            </a:r>
          </a:p>
        </p:txBody>
      </p:sp>
      <p:sp>
        <p:nvSpPr>
          <p:cNvPr id="36" name="b.token-arrow.3">
            <a:extLst xmlns:a="http://schemas.openxmlformats.org/drawingml/2006/main">
              <a:ext uri="{FF2B5EF4-FFF2-40B4-BE49-F238E27FC236}">
                <a16:creationId xmlns:a16="http://schemas.microsoft.com/office/drawing/2014/main" id="{AAFF542A-98C4-4B44-B2C3-1967E056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37" name="b.token-arrow.3.head">
            <a:extLst xmlns:a="http://schemas.openxmlformats.org/drawingml/2006/main">
              <a:ext uri="{FF2B5EF4-FFF2-40B4-BE49-F238E27FC236}">
                <a16:creationId xmlns:a16="http://schemas.microsoft.com/office/drawing/2014/main" id="{BC8B1E18-B861-4D6E-AF8B-714B1992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6338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.token.4">
            <a:extLst xmlns:a="http://schemas.openxmlformats.org/drawingml/2006/main">
              <a:ext uri="{FF2B5EF4-FFF2-40B4-BE49-F238E27FC236}">
                <a16:creationId xmlns:a16="http://schemas.microsoft.com/office/drawing/2014/main" id="{DF33BA4D-F0C4-4F75-BAF5-7C91C62E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3811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Text</a:t>
            </a:r>
          </a:p>
        </p:txBody>
      </p:sp>
      <p:sp>
        <p:nvSpPr>
          <p:cNvPr id="39" name="b.token-arrow.4">
            <a:extLst xmlns:a="http://schemas.openxmlformats.org/drawingml/2006/main">
              <a:ext uri="{FF2B5EF4-FFF2-40B4-BE49-F238E27FC236}">
                <a16:creationId xmlns:a16="http://schemas.microsoft.com/office/drawing/2014/main" id="{767E09C7-41EA-4E88-A178-8C3A4FE8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40" name="b.token-arrow.4.head">
            <a:extLst xmlns:a="http://schemas.openxmlformats.org/drawingml/2006/main">
              <a:ext uri="{FF2B5EF4-FFF2-40B4-BE49-F238E27FC236}">
                <a16:creationId xmlns:a16="http://schemas.microsoft.com/office/drawing/2014/main" id="{394DDA10-DE50-42B2-8D31-4F2F75DE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6888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.vpg.1">
            <a:extLst xmlns:a="http://schemas.openxmlformats.org/drawingml/2006/main">
              <a:ext uri="{FF2B5EF4-FFF2-40B4-BE49-F238E27FC236}">
                <a16:creationId xmlns:a16="http://schemas.microsoft.com/office/drawing/2014/main" id="{CDD0D823-5E8D-40D3-9FCF-45F610A1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14500"/>
            <a:ext cx="69532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8F0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</a:defRPr>
            </a:pPr>
            <a:r>
              <a:rPr sz="975">
                <a:solidFill>
                  <a:srgbClr val="111111"/>
                </a:solidFill>
              </a:rPr>
              <a:t>VPG</a:t>
            </a:r>
          </a:p>
        </p:txBody>
      </p:sp>
      <p:sp>
        <p:nvSpPr>
          <p:cNvPr id="42" name="b.vpg.2">
            <a:extLst xmlns:a="http://schemas.openxmlformats.org/drawingml/2006/main">
              <a:ext uri="{FF2B5EF4-FFF2-40B4-BE49-F238E27FC236}">
                <a16:creationId xmlns:a16="http://schemas.microsoft.com/office/drawing/2014/main" id="{A02556FB-85E1-432A-8D69-4673DC72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14500"/>
            <a:ext cx="69532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8F0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</a:defRPr>
            </a:pPr>
            <a:r>
              <a:rPr sz="975">
                <a:solidFill>
                  <a:srgbClr val="111111"/>
                </a:solidFill>
              </a:rPr>
              <a:t>VPG</a:t>
            </a:r>
          </a:p>
        </p:txBody>
      </p:sp>
      <p:sp>
        <p:nvSpPr>
          <p:cNvPr id="43" name="b.img.1">
            <a:extLst xmlns:a="http://schemas.openxmlformats.org/drawingml/2006/main">
              <a:ext uri="{FF2B5EF4-FFF2-40B4-BE49-F238E27FC236}">
                <a16:creationId xmlns:a16="http://schemas.microsoft.com/office/drawing/2014/main" id="{2D5E208B-8D24-4EC4-BBC5-58BBB82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4095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2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Img</a:t>
            </a:r>
          </a:p>
        </p:txBody>
      </p:sp>
      <p:sp>
        <p:nvSpPr>
          <p:cNvPr id="44" name="b.img.2">
            <a:extLst xmlns:a="http://schemas.openxmlformats.org/drawingml/2006/main">
              <a:ext uri="{FF2B5EF4-FFF2-40B4-BE49-F238E27FC236}">
                <a16:creationId xmlns:a16="http://schemas.microsoft.com/office/drawing/2014/main" id="{FC5F4722-36F2-410E-B9F5-663D5FD5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4095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2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Img</a:t>
            </a:r>
          </a:p>
        </p:txBody>
      </p:sp>
      <p:sp>
        <p:nvSpPr>
          <p:cNvPr id="45" name="b.img-vpg.1">
            <a:extLst xmlns:a="http://schemas.openxmlformats.org/drawingml/2006/main">
              <a:ext uri="{FF2B5EF4-FFF2-40B4-BE49-F238E27FC236}">
                <a16:creationId xmlns:a16="http://schemas.microsoft.com/office/drawing/2014/main" id="{331881E1-DE3A-4D6F-AC2A-8AA55E8B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952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6" name="b.img-vpg.1.head">
            <a:extLst xmlns:a="http://schemas.openxmlformats.org/drawingml/2006/main">
              <a:ext uri="{FF2B5EF4-FFF2-40B4-BE49-F238E27FC236}">
                <a16:creationId xmlns:a16="http://schemas.microsoft.com/office/drawing/2014/main" id="{F80A5BB4-3331-49D6-8154-29C242CC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3238" y="19192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.img-vpg.2">
            <a:extLst xmlns:a="http://schemas.openxmlformats.org/drawingml/2006/main">
              <a:ext uri="{FF2B5EF4-FFF2-40B4-BE49-F238E27FC236}">
                <a16:creationId xmlns:a16="http://schemas.microsoft.com/office/drawing/2014/main" id="{D0FE92EF-545D-4CA3-BA3F-47643C80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8" name="b.img-vpg.2.head">
            <a:extLst xmlns:a="http://schemas.openxmlformats.org/drawingml/2006/main">
              <a:ext uri="{FF2B5EF4-FFF2-40B4-BE49-F238E27FC236}">
                <a16:creationId xmlns:a16="http://schemas.microsoft.com/office/drawing/2014/main" id="{E04B12CF-973A-404A-8BA1-456ED806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663" y="19192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.vpg-embed.1">
            <a:extLst xmlns:a="http://schemas.openxmlformats.org/drawingml/2006/main">
              <a:ext uri="{FF2B5EF4-FFF2-40B4-BE49-F238E27FC236}">
                <a16:creationId xmlns:a16="http://schemas.microsoft.com/office/drawing/2014/main" id="{F2AE4900-9139-4B75-8DD7-1A6904DD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571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0" name="b.vpg-embed.1.head">
            <a:extLst xmlns:a="http://schemas.openxmlformats.org/drawingml/2006/main">
              <a:ext uri="{FF2B5EF4-FFF2-40B4-BE49-F238E27FC236}">
                <a16:creationId xmlns:a16="http://schemas.microsoft.com/office/drawing/2014/main" id="{C7925397-1D74-44B9-93F4-8B911B0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3238" y="15382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.vpg-embed.2">
            <a:extLst xmlns:a="http://schemas.openxmlformats.org/drawingml/2006/main">
              <a:ext uri="{FF2B5EF4-FFF2-40B4-BE49-F238E27FC236}">
                <a16:creationId xmlns:a16="http://schemas.microsoft.com/office/drawing/2014/main" id="{8230B6B9-210F-4FD8-B8F1-C6A109A8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71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2" name="b.vpg-embed.2.head">
            <a:extLst xmlns:a="http://schemas.openxmlformats.org/drawingml/2006/main">
              <a:ext uri="{FF2B5EF4-FFF2-40B4-BE49-F238E27FC236}">
                <a16:creationId xmlns:a16="http://schemas.microsoft.com/office/drawing/2014/main" id="{4917FF92-4424-405A-A5E8-BDD347FE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663" y="15382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.caption">
            <a:extLst xmlns:a="http://schemas.openxmlformats.org/drawingml/2006/main">
              <a:ext uri="{FF2B5EF4-FFF2-40B4-BE49-F238E27FC236}">
                <a16:creationId xmlns:a16="http://schemas.microsoft.com/office/drawing/2014/main" id="{F6A59DB1-D142-4E29-AF08-236D00F8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622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(b) VLMs with few-shot ability</a:t>
            </a:r>
          </a:p>
        </p:txBody>
      </p:sp>
      <p:sp>
        <p:nvSpPr>
          <p:cNvPr id="54" name="c.llm">
            <a:extLst xmlns:a="http://schemas.openxmlformats.org/drawingml/2006/main">
              <a:ext uri="{FF2B5EF4-FFF2-40B4-BE49-F238E27FC236}">
                <a16:creationId xmlns:a16="http://schemas.microsoft.com/office/drawing/2014/main" id="{3D9BBF83-4D88-41C8-AE45-F1BA88C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52475"/>
            <a:ext cx="3133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F9DC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55" name="c.output">
            <a:extLst xmlns:a="http://schemas.openxmlformats.org/drawingml/2006/main">
              <a:ext uri="{FF2B5EF4-FFF2-40B4-BE49-F238E27FC236}">
                <a16:creationId xmlns:a16="http://schemas.microsoft.com/office/drawing/2014/main" id="{D72F09D9-05C3-4F36-8B7F-F761ADCE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6" name="c.output.head">
            <a:extLst xmlns:a="http://schemas.openxmlformats.org/drawingml/2006/main">
              <a:ext uri="{FF2B5EF4-FFF2-40B4-BE49-F238E27FC236}">
                <a16:creationId xmlns:a16="http://schemas.microsoft.com/office/drawing/2014/main" id="{B2F5DC0A-DF74-45FB-A591-CB7C24D7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9538" y="4143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.token.0">
            <a:extLst xmlns:a="http://schemas.openxmlformats.org/drawingml/2006/main">
              <a:ext uri="{FF2B5EF4-FFF2-40B4-BE49-F238E27FC236}">
                <a16:creationId xmlns:a16="http://schemas.microsoft.com/office/drawing/2014/main" id="{66830D49-2096-496E-A800-A8370496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5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Text</a:t>
            </a:r>
          </a:p>
        </p:txBody>
      </p:sp>
      <p:sp>
        <p:nvSpPr>
          <p:cNvPr id="58" name="c.token-arrow.0">
            <a:extLst xmlns:a="http://schemas.openxmlformats.org/drawingml/2006/main">
              <a:ext uri="{FF2B5EF4-FFF2-40B4-BE49-F238E27FC236}">
                <a16:creationId xmlns:a16="http://schemas.microsoft.com/office/drawing/2014/main" id="{50690397-31E1-45CF-941D-A91A656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59" name="c.token-arrow.0.head">
            <a:extLst xmlns:a="http://schemas.openxmlformats.org/drawingml/2006/main">
              <a:ext uri="{FF2B5EF4-FFF2-40B4-BE49-F238E27FC236}">
                <a16:creationId xmlns:a16="http://schemas.microsoft.com/office/drawing/2014/main" id="{B5903AB4-A564-41D3-A039-78F0C2AB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7938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.token.1">
            <a:extLst xmlns:a="http://schemas.openxmlformats.org/drawingml/2006/main">
              <a:ext uri="{FF2B5EF4-FFF2-40B4-BE49-F238E27FC236}">
                <a16:creationId xmlns:a16="http://schemas.microsoft.com/office/drawing/2014/main" id="{0401C26B-AB6F-4B4D-8C89-D3CEB98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81125"/>
            <a:ext cx="409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5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8">
                <a:solidFill>
                  <a:srgbClr val="111111"/>
                </a:solidFill>
              </a:defRPr>
            </a:pPr>
            <a:r>
              <a:rPr sz="488">
                <a:solidFill>
                  <a:srgbClr val="111111"/>
                </a:solidFill>
              </a:rPr>
              <a:t>[IMG]</a:t>
            </a:r>
          </a:p>
        </p:txBody>
      </p:sp>
      <p:sp>
        <p:nvSpPr>
          <p:cNvPr id="61" name="c.token-arrow.1">
            <a:extLst xmlns:a="http://schemas.openxmlformats.org/drawingml/2006/main">
              <a:ext uri="{FF2B5EF4-FFF2-40B4-BE49-F238E27FC236}">
                <a16:creationId xmlns:a16="http://schemas.microsoft.com/office/drawing/2014/main" id="{E43B6896-7B4A-461E-B5B7-6EB81D4A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088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62" name="c.token-arrow.1.head">
            <a:extLst xmlns:a="http://schemas.openxmlformats.org/drawingml/2006/main">
              <a:ext uri="{FF2B5EF4-FFF2-40B4-BE49-F238E27FC236}">
                <a16:creationId xmlns:a16="http://schemas.microsoft.com/office/drawing/2014/main" id="{A589B17F-4AD3-4642-B57B-31B58957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.token.2">
            <a:extLst xmlns:a="http://schemas.openxmlformats.org/drawingml/2006/main">
              <a:ext uri="{FF2B5EF4-FFF2-40B4-BE49-F238E27FC236}">
                <a16:creationId xmlns:a16="http://schemas.microsoft.com/office/drawing/2014/main" id="{6A0777EF-557E-4EE8-B58D-4627DDF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embed</a:t>
            </a:r>
          </a:p>
        </p:txBody>
      </p:sp>
      <p:sp>
        <p:nvSpPr>
          <p:cNvPr id="64" name="c.token-arrow.2">
            <a:extLst xmlns:a="http://schemas.openxmlformats.org/drawingml/2006/main">
              <a:ext uri="{FF2B5EF4-FFF2-40B4-BE49-F238E27FC236}">
                <a16:creationId xmlns:a16="http://schemas.microsoft.com/office/drawing/2014/main" id="{CD38234B-A3A6-4D70-93F5-D686D00C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65" name="c.token-arrow.2.head">
            <a:extLst xmlns:a="http://schemas.openxmlformats.org/drawingml/2006/main">
              <a:ext uri="{FF2B5EF4-FFF2-40B4-BE49-F238E27FC236}">
                <a16:creationId xmlns:a16="http://schemas.microsoft.com/office/drawing/2014/main" id="{CEA2C2C4-7536-412F-9FD2-B9E6FC8A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5188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.token.3">
            <a:extLst xmlns:a="http://schemas.openxmlformats.org/drawingml/2006/main">
              <a:ext uri="{FF2B5EF4-FFF2-40B4-BE49-F238E27FC236}">
                <a16:creationId xmlns:a16="http://schemas.microsoft.com/office/drawing/2014/main" id="{00625AE6-22C5-4433-8AE7-21BCBB1D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3811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5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Text</a:t>
            </a:r>
          </a:p>
        </p:txBody>
      </p:sp>
      <p:sp>
        <p:nvSpPr>
          <p:cNvPr id="67" name="c.token-arrow.3">
            <a:extLst xmlns:a="http://schemas.openxmlformats.org/drawingml/2006/main">
              <a:ext uri="{FF2B5EF4-FFF2-40B4-BE49-F238E27FC236}">
                <a16:creationId xmlns:a16="http://schemas.microsoft.com/office/drawing/2014/main" id="{0E1A698B-B295-463C-84E7-29A20C4A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68" name="c.token-arrow.3.head">
            <a:extLst xmlns:a="http://schemas.openxmlformats.org/drawingml/2006/main">
              <a:ext uri="{FF2B5EF4-FFF2-40B4-BE49-F238E27FC236}">
                <a16:creationId xmlns:a16="http://schemas.microsoft.com/office/drawing/2014/main" id="{4CD4F962-F59E-40F1-B3C0-A0DF6C23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8588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.token.4">
            <a:extLst xmlns:a="http://schemas.openxmlformats.org/drawingml/2006/main">
              <a:ext uri="{FF2B5EF4-FFF2-40B4-BE49-F238E27FC236}">
                <a16:creationId xmlns:a16="http://schemas.microsoft.com/office/drawing/2014/main" id="{7024F9A6-2B2F-4D8E-BC7B-7F5BEF01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81125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Text</a:t>
            </a:r>
          </a:p>
        </p:txBody>
      </p:sp>
      <p:sp>
        <p:nvSpPr>
          <p:cNvPr id="70" name="c.token-arrow.4">
            <a:extLst xmlns:a="http://schemas.openxmlformats.org/drawingml/2006/main">
              <a:ext uri="{FF2B5EF4-FFF2-40B4-BE49-F238E27FC236}">
                <a16:creationId xmlns:a16="http://schemas.microsoft.com/office/drawing/2014/main" id="{CDAC21F6-27FA-4C95-A14C-A24B2AA7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71" name="c.token-arrow.4.head">
            <a:extLst xmlns:a="http://schemas.openxmlformats.org/drawingml/2006/main">
              <a:ext uri="{FF2B5EF4-FFF2-40B4-BE49-F238E27FC236}">
                <a16:creationId xmlns:a16="http://schemas.microsoft.com/office/drawing/2014/main" id="{584EB026-D7C9-4A76-A1A6-F7877D7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5313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.token.5">
            <a:extLst xmlns:a="http://schemas.openxmlformats.org/drawingml/2006/main">
              <a:ext uri="{FF2B5EF4-FFF2-40B4-BE49-F238E27FC236}">
                <a16:creationId xmlns:a16="http://schemas.microsoft.com/office/drawing/2014/main" id="{ABE831E3-67E5-4139-809B-0E1B29E9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381125"/>
            <a:ext cx="409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57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8">
                <a:solidFill>
                  <a:srgbClr val="111111"/>
                </a:solidFill>
              </a:defRPr>
            </a:pPr>
            <a:r>
              <a:rPr sz="488">
                <a:solidFill>
                  <a:srgbClr val="111111"/>
                </a:solidFill>
              </a:rPr>
              <a:t>[IMG]</a:t>
            </a:r>
          </a:p>
        </p:txBody>
      </p:sp>
      <p:sp>
        <p:nvSpPr>
          <p:cNvPr id="73" name="c.token-arrow.5">
            <a:extLst xmlns:a="http://schemas.openxmlformats.org/drawingml/2006/main">
              <a:ext uri="{FF2B5EF4-FFF2-40B4-BE49-F238E27FC236}">
                <a16:creationId xmlns:a16="http://schemas.microsoft.com/office/drawing/2014/main" id="{B8CCE8C4-E129-4CF3-ACF9-669DDB67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3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74" name="c.token-arrow.5.head">
            <a:extLst xmlns:a="http://schemas.openxmlformats.org/drawingml/2006/main">
              <a:ext uri="{FF2B5EF4-FFF2-40B4-BE49-F238E27FC236}">
                <a16:creationId xmlns:a16="http://schemas.microsoft.com/office/drawing/2014/main" id="{26A749AF-DB44-4BF6-A708-D0A99C55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.token.6">
            <a:extLst xmlns:a="http://schemas.openxmlformats.org/drawingml/2006/main">
              <a:ext uri="{FF2B5EF4-FFF2-40B4-BE49-F238E27FC236}">
                <a16:creationId xmlns:a16="http://schemas.microsoft.com/office/drawing/2014/main" id="{C09EBD5A-617D-48EF-B402-D896B2A7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81125"/>
            <a:ext cx="409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embed</a:t>
            </a:r>
          </a:p>
        </p:txBody>
      </p:sp>
      <p:sp>
        <p:nvSpPr>
          <p:cNvPr id="76" name="c.token-arrow.6">
            <a:extLst xmlns:a="http://schemas.openxmlformats.org/drawingml/2006/main">
              <a:ext uri="{FF2B5EF4-FFF2-40B4-BE49-F238E27FC236}">
                <a16:creationId xmlns:a16="http://schemas.microsoft.com/office/drawing/2014/main" id="{85127A2A-487D-4605-9FF2-2C30CB3B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001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77" name="c.token-arrow.6.head">
            <a:extLst xmlns:a="http://schemas.openxmlformats.org/drawingml/2006/main">
              <a:ext uri="{FF2B5EF4-FFF2-40B4-BE49-F238E27FC236}">
                <a16:creationId xmlns:a16="http://schemas.microsoft.com/office/drawing/2014/main" id="{18FC2A07-9717-4747-BA32-BED7FF5B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50" y="1166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.image-declaration.frame">
            <a:extLst xmlns:a="http://schemas.openxmlformats.org/drawingml/2006/main">
              <a:ext uri="{FF2B5EF4-FFF2-40B4-BE49-F238E27FC236}">
                <a16:creationId xmlns:a16="http://schemas.microsoft.com/office/drawing/2014/main" id="{19B25629-E33B-4B64-925F-B870C28E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04925"/>
            <a:ext cx="1028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58900"/>
            </a:solidFill>
            <a:prstDash val="dash"/>
          </a:ln>
        </p:spPr>
      </p:sp>
      <p:sp>
        <p:nvSpPr>
          <p:cNvPr id="79" name="c.image-declaration.label">
            <a:extLst xmlns:a="http://schemas.openxmlformats.org/drawingml/2006/main">
              <a:ext uri="{FF2B5EF4-FFF2-40B4-BE49-F238E27FC236}">
                <a16:creationId xmlns:a16="http://schemas.microsoft.com/office/drawing/2014/main" id="{9A053F76-4C01-42D3-9A73-083D6E27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58900"/>
                </a:solidFill>
              </a:defRPr>
            </a:pPr>
            <a:r>
              <a:rPr sz="750" b="0">
                <a:solidFill>
                  <a:srgbClr val="B58900"/>
                </a:solidFill>
              </a:rPr>
              <a:t>Image Declaration</a:t>
            </a:r>
          </a:p>
        </p:txBody>
      </p:sp>
      <p:sp>
        <p:nvSpPr>
          <p:cNvPr id="80" name="c.vpg.1">
            <a:extLst xmlns:a="http://schemas.openxmlformats.org/drawingml/2006/main">
              <a:ext uri="{FF2B5EF4-FFF2-40B4-BE49-F238E27FC236}">
                <a16:creationId xmlns:a16="http://schemas.microsoft.com/office/drawing/2014/main" id="{F8F61DCE-7165-4D7F-819B-AD99E35C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69532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8F0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</a:defRPr>
            </a:pPr>
            <a:r>
              <a:rPr sz="975">
                <a:solidFill>
                  <a:srgbClr val="111111"/>
                </a:solidFill>
              </a:rPr>
              <a:t>VPG</a:t>
            </a:r>
          </a:p>
        </p:txBody>
      </p:sp>
      <p:sp>
        <p:nvSpPr>
          <p:cNvPr id="81" name="c.vpg.2">
            <a:extLst xmlns:a="http://schemas.openxmlformats.org/drawingml/2006/main">
              <a:ext uri="{FF2B5EF4-FFF2-40B4-BE49-F238E27FC236}">
                <a16:creationId xmlns:a16="http://schemas.microsoft.com/office/drawing/2014/main" id="{9C48BABA-370A-4FE6-A6B4-4495750B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14500"/>
            <a:ext cx="69532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C8F0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11111"/>
                </a:solidFill>
              </a:defRPr>
            </a:pPr>
            <a:r>
              <a:rPr sz="975">
                <a:solidFill>
                  <a:srgbClr val="111111"/>
                </a:solidFill>
              </a:rPr>
              <a:t>VPG</a:t>
            </a:r>
          </a:p>
        </p:txBody>
      </p:sp>
      <p:sp>
        <p:nvSpPr>
          <p:cNvPr id="82" name="c.img.1">
            <a:extLst xmlns:a="http://schemas.openxmlformats.org/drawingml/2006/main">
              <a:ext uri="{FF2B5EF4-FFF2-40B4-BE49-F238E27FC236}">
                <a16:creationId xmlns:a16="http://schemas.microsoft.com/office/drawing/2014/main" id="{4D3FC44C-9C33-46F8-95E6-AB06C378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4095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2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Img</a:t>
            </a:r>
          </a:p>
        </p:txBody>
      </p:sp>
      <p:sp>
        <p:nvSpPr>
          <p:cNvPr id="83" name="c.img.2">
            <a:extLst xmlns:a="http://schemas.openxmlformats.org/drawingml/2006/main">
              <a:ext uri="{FF2B5EF4-FFF2-40B4-BE49-F238E27FC236}">
                <a16:creationId xmlns:a16="http://schemas.microsoft.com/office/drawing/2014/main" id="{908F8AEC-87F8-4BFC-8EEA-CE79BF88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409575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2F4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111111"/>
                </a:solidFill>
              </a:defRPr>
            </a:pPr>
            <a:r>
              <a:rPr sz="675">
                <a:solidFill>
                  <a:srgbClr val="111111"/>
                </a:solidFill>
              </a:rPr>
              <a:t>Img</a:t>
            </a:r>
          </a:p>
        </p:txBody>
      </p:sp>
      <p:sp>
        <p:nvSpPr>
          <p:cNvPr id="84" name="c.img-vpg.1">
            <a:extLst xmlns:a="http://schemas.openxmlformats.org/drawingml/2006/main">
              <a:ext uri="{FF2B5EF4-FFF2-40B4-BE49-F238E27FC236}">
                <a16:creationId xmlns:a16="http://schemas.microsoft.com/office/drawing/2014/main" id="{4ADF21B1-35BB-4664-8C66-DBEE31E1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52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85" name="c.img-vpg.1.head">
            <a:extLst xmlns:a="http://schemas.openxmlformats.org/drawingml/2006/main">
              <a:ext uri="{FF2B5EF4-FFF2-40B4-BE49-F238E27FC236}">
                <a16:creationId xmlns:a16="http://schemas.microsoft.com/office/drawing/2014/main" id="{F1A2BA6B-E73C-4020-9694-8517B2C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7088" y="19192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.img-vpg.2">
            <a:extLst xmlns:a="http://schemas.openxmlformats.org/drawingml/2006/main">
              <a:ext uri="{FF2B5EF4-FFF2-40B4-BE49-F238E27FC236}">
                <a16:creationId xmlns:a16="http://schemas.microsoft.com/office/drawing/2014/main" id="{65E00892-38AA-4DB9-920B-DA0A392E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87" name="c.img-vpg.2.head">
            <a:extLst xmlns:a="http://schemas.openxmlformats.org/drawingml/2006/main">
              <a:ext uri="{FF2B5EF4-FFF2-40B4-BE49-F238E27FC236}">
                <a16:creationId xmlns:a16="http://schemas.microsoft.com/office/drawing/2014/main" id="{D539E588-8927-4B4A-A5B8-D1DDFC5C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5888" y="19192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c.vpg-embed.1">
            <a:extLst xmlns:a="http://schemas.openxmlformats.org/drawingml/2006/main">
              <a:ext uri="{FF2B5EF4-FFF2-40B4-BE49-F238E27FC236}">
                <a16:creationId xmlns:a16="http://schemas.microsoft.com/office/drawing/2014/main" id="{77DD4123-6497-438B-8D51-40E7FB83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5811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89" name="c.vpg-embed.1.head">
            <a:extLst xmlns:a="http://schemas.openxmlformats.org/drawingml/2006/main">
              <a:ext uri="{FF2B5EF4-FFF2-40B4-BE49-F238E27FC236}">
                <a16:creationId xmlns:a16="http://schemas.microsoft.com/office/drawing/2014/main" id="{C304299D-E5E2-40A5-B223-6DB4CA5C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7088" y="1547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c.vpg-embed.2">
            <a:extLst xmlns:a="http://schemas.openxmlformats.org/drawingml/2006/main">
              <a:ext uri="{FF2B5EF4-FFF2-40B4-BE49-F238E27FC236}">
                <a16:creationId xmlns:a16="http://schemas.microsoft.com/office/drawing/2014/main" id="{D674AA09-A1E1-480D-B082-255835F8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5811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1" name="c.vpg-embed.2.head">
            <a:extLst xmlns:a="http://schemas.openxmlformats.org/drawingml/2006/main">
              <a:ext uri="{FF2B5EF4-FFF2-40B4-BE49-F238E27FC236}">
                <a16:creationId xmlns:a16="http://schemas.microsoft.com/office/drawing/2014/main" id="{86337778-39DB-4371-A160-103748E2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5888" y="15478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c.caption">
            <a:extLst xmlns:a="http://schemas.openxmlformats.org/drawingml/2006/main">
              <a:ext uri="{FF2B5EF4-FFF2-40B4-BE49-F238E27FC236}">
                <a16:creationId xmlns:a16="http://schemas.microsoft.com/office/drawing/2014/main" id="{D9ABFA50-F571-48B7-896E-A5E674BF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(c) MMICL</a:t>
            </a:r>
          </a:p>
        </p:txBody>
      </p:sp>
    </p:spTree>
    <p:extLst>
      <p:ext uri="{BB962C8B-B14F-4D97-AF65-F5344CB8AC3E}">
        <p14:creationId xmlns:p14="http://schemas.microsoft.com/office/powerpoint/2010/main" val="610219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2026-07-30T15:18:37.3670000Z</dcterms:created>
  <dcterms:modified xsi:type="dcterms:W3CDTF">2026-07-30T15:18:37.3670000Z</dcterms:modified>
</coreProperties>
</file>