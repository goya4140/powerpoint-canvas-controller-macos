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f4c1d452694cb4" /><Relationship Type="http://schemas.openxmlformats.org/officeDocument/2006/relationships/extended-properties" Target="/docProps/app.xml" Id="Rad1a2a476b7d4b90" /><Relationship Type="http://schemas.openxmlformats.org/officeDocument/2006/relationships/officeDocument" Target="/ppt/presentation.xml" Id="Rc450a079c3ac47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dc66144fad4810"/>
  </p:sldMasterIdLst>
  <p:notesMasterIdLst>
    <p:notesMasterId xmlns:r="http://schemas.openxmlformats.org/officeDocument/2006/relationships" r:id="R22e19ed03fa142c0"/>
  </p:notesMasterIdLst>
  <p:sldIdLst>
    <p:sldId xmlns:r="http://schemas.openxmlformats.org/officeDocument/2006/relationships" id="256" r:id="R8d1e69c31fee4126"/>
  </p:sldIdLst>
  <p:sldSz cx="10839450" cy="47910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e3da870a2a4cde" /><Relationship Type="http://schemas.openxmlformats.org/officeDocument/2006/relationships/slideMaster" Target="/ppt/slideMasters/slideMaster1.xml" Id="R6adc66144fad4810" /><Relationship Type="http://schemas.openxmlformats.org/officeDocument/2006/relationships/notesMaster" Target="/ppt/notesMasters/notesMaster1.xml" Id="R22e19ed03fa142c0" /><Relationship Type="http://schemas.openxmlformats.org/officeDocument/2006/relationships/presProps" Target="/ppt/presProps.xml" Id="Rc90f9f4183e542ad" /><Relationship Type="http://schemas.openxmlformats.org/officeDocument/2006/relationships/tableStyles" Target="/ppt/tableStyles.xml" Id="Rf0a7558a58a545a5" /><Relationship Type="http://schemas.openxmlformats.org/officeDocument/2006/relationships/slide" Target="/ppt/slides/slide1.xml" Id="R8d1e69c31fee41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1f965f34d142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6b760587934beb" /><Relationship Type="http://schemas.openxmlformats.org/officeDocument/2006/relationships/notesMaster" Target="/ppt/notesMasters/notesMaster1.xml" Id="Re65bb650bd604a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https://openaccess.thecvf.com/content/CVPR2024/html/Li_SD4Match_Learning_to_Prompt_Stable_Diffusion_Model_for_Semantic_Matching_CVPR_2024_paper.html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9e7f3d216744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2c33790e924754" /><Relationship Type="http://schemas.openxmlformats.org/officeDocument/2006/relationships/slideLayout" Target="/ppt/slideLayouts/slideLayout1.xml" Id="Rb0618daf48f947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618daf48f947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ac0f661b4490e" /><Relationship Type="http://schemas.openxmlformats.org/officeDocument/2006/relationships/image" Target="/ppt/media/image.png" Id="Rfbd27fa8f6574eba" /><Relationship Type="http://schemas.openxmlformats.org/officeDocument/2006/relationships/image" Target="/ppt/media/image2.png" Id="R8637028178d74a27" /><Relationship Type="http://schemas.openxmlformats.org/officeDocument/2006/relationships/notesSlide" Target="/ppt/notesSlides/notesSlide1.xml" Id="R88598db083dd41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27fa8f6574eba"/>
          <a:stretch xmlns:a="http://schemas.openxmlformats.org/drawingml/2006/main"/>
        </p:blipFill>
        <p:spPr>
          <a:xfrm xmlns:a="http://schemas.openxmlformats.org/drawingml/2006/main">
            <a:off x="142875" y="257175"/>
            <a:ext cx="1257300" cy="1285875"/>
          </a:xfrm>
          <a:prstGeom xmlns:a="http://schemas.openxmlformats.org/drawingml/2006/main" prst="rect">
            <a:avLst/>
          </a:prstGeom>
        </p:spPr>
      </p:pic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7028178d74a27"/>
          <a:stretch xmlns:a="http://schemas.openxmlformats.org/drawingml/2006/main"/>
        </p:blipFill>
        <p:spPr>
          <a:xfrm xmlns:a="http://schemas.openxmlformats.org/drawingml/2006/main">
            <a:off x="142875" y="182880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3" name="image.a.label">
            <a:extLst xmlns:a="http://schemas.openxmlformats.org/drawingml/2006/main">
              <a:ext uri="{FF2B5EF4-FFF2-40B4-BE49-F238E27FC236}">
                <a16:creationId xmlns:a16="http://schemas.microsoft.com/office/drawing/2014/main" id="{B5DF9C2A-77D7-4A62-ABC7-53DAD67B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525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 i="1">
                <a:solidFill>
                  <a:srgbClr val="111111"/>
                </a:solidFill>
              </a:defRPr>
            </a:pPr>
            <a:r>
              <a:rPr sz="1725" b="0" i="1">
                <a:solidFill>
                  <a:srgbClr val="111111"/>
                </a:solidFill>
              </a:rPr>
              <a:t>Iᴬ</a:t>
            </a:r>
          </a:p>
        </p:txBody>
      </p:sp>
      <p:sp>
        <p:nvSpPr>
          <p:cNvPr id="4" name="image.b.label">
            <a:extLst xmlns:a="http://schemas.openxmlformats.org/drawingml/2006/main">
              <a:ext uri="{FF2B5EF4-FFF2-40B4-BE49-F238E27FC236}">
                <a16:creationId xmlns:a16="http://schemas.microsoft.com/office/drawing/2014/main" id="{98A77700-D424-4DC8-ABC6-19635DE2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95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 i="1">
                <a:solidFill>
                  <a:srgbClr val="111111"/>
                </a:solidFill>
              </a:defRPr>
            </a:pPr>
            <a:r>
              <a:rPr sz="1725" b="0" i="1">
                <a:solidFill>
                  <a:srgbClr val="111111"/>
                </a:solidFill>
              </a:rPr>
              <a:t>Iᴮ</a:t>
            </a:r>
          </a:p>
        </p:txBody>
      </p:sp>
      <p:sp>
        <p:nvSpPr>
          <p:cNvPr id="5" name="dinov2">
            <a:extLst xmlns:a="http://schemas.openxmlformats.org/drawingml/2006/main">
              <a:ext uri="{FF2B5EF4-FFF2-40B4-BE49-F238E27FC236}">
                <a16:creationId xmlns:a16="http://schemas.microsoft.com/office/drawing/2014/main" id="{FFE271C0-471B-46CB-9769-FBD999F8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914400"/>
            <a:ext cx="952500" cy="1228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E3BF"/>
          </a:solidFill>
          <a:ln xmlns:a="http://schemas.openxmlformats.org/drawingml/2006/main" w="19050">
            <a:solidFill>
              <a:srgbClr val="FF8C1A"/>
            </a:solidFill>
            <a:prstDash val="solid"/>
          </a:ln>
        </p:spPr>
      </p:sp>
      <p:sp>
        <p:nvSpPr>
          <p:cNvPr id="6" name="dinov2.label">
            <a:extLst xmlns:a="http://schemas.openxmlformats.org/drawingml/2006/main">
              <a:ext uri="{FF2B5EF4-FFF2-40B4-BE49-F238E27FC236}">
                <a16:creationId xmlns:a16="http://schemas.microsoft.com/office/drawing/2014/main" id="{00AE5520-EF2B-4B3C-A4FA-2C3D4FE5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362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DINOv2</a:t>
            </a:r>
          </a:p>
        </p:txBody>
      </p:sp>
      <p:sp>
        <p:nvSpPr>
          <p:cNvPr id="7" name="dinov2.snow">
            <a:extLst xmlns:a="http://schemas.openxmlformats.org/drawingml/2006/main">
              <a:ext uri="{FF2B5EF4-FFF2-40B4-BE49-F238E27FC236}">
                <a16:creationId xmlns:a16="http://schemas.microsoft.com/office/drawing/2014/main" id="{D04CB96B-F3B3-4410-B605-007EA343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89547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29B6F6"/>
                </a:solidFill>
              </a:defRPr>
            </a:pPr>
            <a:r>
              <a:rPr sz="2025" b="0" i="0">
                <a:solidFill>
                  <a:srgbClr val="29B6F6"/>
                </a:solidFill>
              </a:rPr>
              <a:t>❄</a:t>
            </a:r>
          </a:p>
        </p:txBody>
      </p:sp>
      <p:sp>
        <p:nvSpPr>
          <p:cNvPr id="8" name="global.a">
            <a:extLst xmlns:a="http://schemas.openxmlformats.org/drawingml/2006/main">
              <a:ext uri="{FF2B5EF4-FFF2-40B4-BE49-F238E27FC236}">
                <a16:creationId xmlns:a16="http://schemas.microsoft.com/office/drawing/2014/main" id="{89E17537-D9FB-417B-8A4C-2B4F58B8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781050"/>
            <a:ext cx="133350" cy="752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868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global.b">
            <a:extLst xmlns:a="http://schemas.openxmlformats.org/drawingml/2006/main">
              <a:ext uri="{FF2B5EF4-FFF2-40B4-BE49-F238E27FC236}">
                <a16:creationId xmlns:a16="http://schemas.microsoft.com/office/drawing/2014/main" id="{6290863B-7687-40C7-B2E7-4737E5DA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62125"/>
            <a:ext cx="133350" cy="752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AEF4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0" name="global.title">
            <a:extLst xmlns:a="http://schemas.openxmlformats.org/drawingml/2006/main">
              <a:ext uri="{FF2B5EF4-FFF2-40B4-BE49-F238E27FC236}">
                <a16:creationId xmlns:a16="http://schemas.microsoft.com/office/drawing/2014/main" id="{3817A1FF-5E14-404F-B02C-A504B26C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19075"/>
            <a:ext cx="1162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Global</a:t>
            </a:r>
          </a:p>
          <a:p xmlns:a="http://schemas.openxmlformats.org/drawingml/2006/main">
            <a:pPr algn="ctr"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Descriptor</a:t>
            </a:r>
          </a:p>
        </p:txBody>
      </p:sp>
      <p:sp>
        <p:nvSpPr>
          <p:cNvPr id="11" name="patch.a.0">
            <a:extLst xmlns:a="http://schemas.openxmlformats.org/drawingml/2006/main">
              <a:ext uri="{FF2B5EF4-FFF2-40B4-BE49-F238E27FC236}">
                <a16:creationId xmlns:a16="http://schemas.microsoft.com/office/drawing/2014/main" id="{AF1BB9FC-4A08-487C-9A00-4016B3A8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781050"/>
            <a:ext cx="133350" cy="752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868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" name="patch.b.0">
            <a:extLst xmlns:a="http://schemas.openxmlformats.org/drawingml/2006/main">
              <a:ext uri="{FF2B5EF4-FFF2-40B4-BE49-F238E27FC236}">
                <a16:creationId xmlns:a16="http://schemas.microsoft.com/office/drawing/2014/main" id="{F412C06E-9761-404A-B7DE-CFD44E11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762125"/>
            <a:ext cx="133350" cy="752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AEF4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3" name="patch.a.1">
            <a:extLst xmlns:a="http://schemas.openxmlformats.org/drawingml/2006/main">
              <a:ext uri="{FF2B5EF4-FFF2-40B4-BE49-F238E27FC236}">
                <a16:creationId xmlns:a16="http://schemas.microsoft.com/office/drawing/2014/main" id="{21509A0A-26F9-4B94-9E0B-289AF3B3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781050"/>
            <a:ext cx="133350" cy="752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868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4" name="patch.b.1">
            <a:extLst xmlns:a="http://schemas.openxmlformats.org/drawingml/2006/main">
              <a:ext uri="{FF2B5EF4-FFF2-40B4-BE49-F238E27FC236}">
                <a16:creationId xmlns:a16="http://schemas.microsoft.com/office/drawing/2014/main" id="{CF53760B-A1E9-4484-B72E-DDBDCAC0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62125"/>
            <a:ext cx="133350" cy="752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AEF4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5" name="patch.a.2">
            <a:extLst xmlns:a="http://schemas.openxmlformats.org/drawingml/2006/main">
              <a:ext uri="{FF2B5EF4-FFF2-40B4-BE49-F238E27FC236}">
                <a16:creationId xmlns:a16="http://schemas.microsoft.com/office/drawing/2014/main" id="{AAA03017-748B-4197-8BC8-79638CD1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781050"/>
            <a:ext cx="133350" cy="752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868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6" name="patch.b.2">
            <a:extLst xmlns:a="http://schemas.openxmlformats.org/drawingml/2006/main">
              <a:ext uri="{FF2B5EF4-FFF2-40B4-BE49-F238E27FC236}">
                <a16:creationId xmlns:a16="http://schemas.microsoft.com/office/drawing/2014/main" id="{6853A0FE-E0BE-409A-AF29-2AC1763B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762125"/>
            <a:ext cx="133350" cy="752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AEF4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7" name="patch.a.3">
            <a:extLst xmlns:a="http://schemas.openxmlformats.org/drawingml/2006/main">
              <a:ext uri="{FF2B5EF4-FFF2-40B4-BE49-F238E27FC236}">
                <a16:creationId xmlns:a16="http://schemas.microsoft.com/office/drawing/2014/main" id="{9F70972C-32B7-4EA0-BC65-D89ABD9E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781050"/>
            <a:ext cx="133350" cy="752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868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8" name="patch.b.3">
            <a:extLst xmlns:a="http://schemas.openxmlformats.org/drawingml/2006/main">
              <a:ext uri="{FF2B5EF4-FFF2-40B4-BE49-F238E27FC236}">
                <a16:creationId xmlns:a16="http://schemas.microsoft.com/office/drawing/2014/main" id="{9993B0EE-BA6B-48FE-BFBF-982FE64E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762125"/>
            <a:ext cx="133350" cy="752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AEF4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9" name="patch.a.4">
            <a:extLst xmlns:a="http://schemas.openxmlformats.org/drawingml/2006/main">
              <a:ext uri="{FF2B5EF4-FFF2-40B4-BE49-F238E27FC236}">
                <a16:creationId xmlns:a16="http://schemas.microsoft.com/office/drawing/2014/main" id="{E6FCAE3D-9BD7-4409-B9B0-80C1AAB1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781050"/>
            <a:ext cx="133350" cy="752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868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0" name="patch.b.4">
            <a:extLst xmlns:a="http://schemas.openxmlformats.org/drawingml/2006/main">
              <a:ext uri="{FF2B5EF4-FFF2-40B4-BE49-F238E27FC236}">
                <a16:creationId xmlns:a16="http://schemas.microsoft.com/office/drawing/2014/main" id="{141F7AE0-34B6-442E-B658-277A9BD1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762125"/>
            <a:ext cx="133350" cy="752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AEF4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1" name="patch.a.5">
            <a:extLst xmlns:a="http://schemas.openxmlformats.org/drawingml/2006/main">
              <a:ext uri="{FF2B5EF4-FFF2-40B4-BE49-F238E27FC236}">
                <a16:creationId xmlns:a16="http://schemas.microsoft.com/office/drawing/2014/main" id="{6E2E80C6-0A8A-4905-A795-E69230E3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781050"/>
            <a:ext cx="133350" cy="752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868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2" name="patch.b.5">
            <a:extLst xmlns:a="http://schemas.openxmlformats.org/drawingml/2006/main">
              <a:ext uri="{FF2B5EF4-FFF2-40B4-BE49-F238E27FC236}">
                <a16:creationId xmlns:a16="http://schemas.microsoft.com/office/drawing/2014/main" id="{66D8606C-4715-44AD-B371-9F5F3299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1762125"/>
            <a:ext cx="133350" cy="752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AEF4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3" name="patch.a.group">
            <a:extLst xmlns:a="http://schemas.openxmlformats.org/drawingml/2006/main">
              <a:ext uri="{FF2B5EF4-FFF2-40B4-BE49-F238E27FC236}">
                <a16:creationId xmlns:a16="http://schemas.microsoft.com/office/drawing/2014/main" id="{C7C9DFEC-9190-4FA3-907C-311F6AC9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09600"/>
            <a:ext cx="11525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dash"/>
          </a:ln>
        </p:spPr>
      </p:sp>
      <p:sp>
        <p:nvSpPr>
          <p:cNvPr id="24" name="patch.b.group">
            <a:extLst xmlns:a="http://schemas.openxmlformats.org/drawingml/2006/main">
              <a:ext uri="{FF2B5EF4-FFF2-40B4-BE49-F238E27FC236}">
                <a16:creationId xmlns:a16="http://schemas.microsoft.com/office/drawing/2014/main" id="{04FFC7AB-526F-489E-A2C0-F782D2AE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04975"/>
            <a:ext cx="115252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dash"/>
          </a:ln>
        </p:spPr>
      </p:sp>
      <p:sp>
        <p:nvSpPr>
          <p:cNvPr id="25" name="patch.title">
            <a:extLst xmlns:a="http://schemas.openxmlformats.org/drawingml/2006/main">
              <a:ext uri="{FF2B5EF4-FFF2-40B4-BE49-F238E27FC236}">
                <a16:creationId xmlns:a16="http://schemas.microsoft.com/office/drawing/2014/main" id="{238FAA36-8617-439F-999F-9E00F68D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19075"/>
            <a:ext cx="1314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Local Feature</a:t>
            </a:r>
          </a:p>
          <a:p xmlns:a="http://schemas.openxmlformats.org/drawingml/2006/main">
            <a:pPr algn="ctr"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Patches</a:t>
            </a:r>
          </a:p>
        </p:txBody>
      </p:sp>
      <p:sp>
        <p:nvSpPr>
          <p:cNvPr id="26" name="concat.box">
            <a:extLst xmlns:a="http://schemas.openxmlformats.org/drawingml/2006/main">
              <a:ext uri="{FF2B5EF4-FFF2-40B4-BE49-F238E27FC236}">
                <a16:creationId xmlns:a16="http://schemas.microsoft.com/office/drawing/2014/main" id="{6611920C-AED3-41CD-8029-C5EB6E38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81125"/>
            <a:ext cx="542925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7" name="concat.text">
            <a:extLst xmlns:a="http://schemas.openxmlformats.org/drawingml/2006/main">
              <a:ext uri="{FF2B5EF4-FFF2-40B4-BE49-F238E27FC236}">
                <a16:creationId xmlns:a16="http://schemas.microsoft.com/office/drawing/2014/main" id="{06B9BBA7-CE2C-48DE-ABBD-D36BAFDA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81125"/>
            <a:ext cx="542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</a:defRPr>
            </a:pPr>
            <a:r>
              <a:rPr sz="1050" b="1" i="0">
                <a:solidFill>
                  <a:srgbClr val="111111"/>
                </a:solidFill>
              </a:rPr>
              <a:t>Concat</a:t>
            </a:r>
          </a:p>
        </p:txBody>
      </p:sp>
      <p:sp>
        <p:nvSpPr>
          <p:cNvPr id="28" name="patch.concat.a.segment.0">
            <a:extLst xmlns:a="http://schemas.openxmlformats.org/drawingml/2006/main">
              <a:ext uri="{FF2B5EF4-FFF2-40B4-BE49-F238E27FC236}">
                <a16:creationId xmlns:a16="http://schemas.microsoft.com/office/drawing/2014/main" id="{FACFDD09-8D69-41D0-9037-0FBA21C5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7175" y="11525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  <a:prstDash val="dash"/>
          </a:ln>
        </p:spPr>
      </p:sp>
      <p:sp>
        <p:nvSpPr>
          <p:cNvPr id="29" name="patch.concat.a.end.shaft">
            <a:extLst xmlns:a="http://schemas.openxmlformats.org/drawingml/2006/main">
              <a:ext uri="{FF2B5EF4-FFF2-40B4-BE49-F238E27FC236}">
                <a16:creationId xmlns:a16="http://schemas.microsoft.com/office/drawing/2014/main" id="{BC0CE44F-A19E-423F-B655-C3B72DC4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79202" y="1226249"/>
            <a:ext cx="1474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  <a:prstDash val="dash"/>
          </a:ln>
        </p:spPr>
      </p:sp>
      <p:sp>
        <p:nvSpPr>
          <p:cNvPr id="30" name="patch.concat.a.end.head">
            <a:extLst xmlns:a="http://schemas.openxmlformats.org/drawingml/2006/main">
              <a:ext uri="{FF2B5EF4-FFF2-40B4-BE49-F238E27FC236}">
                <a16:creationId xmlns:a16="http://schemas.microsoft.com/office/drawing/2014/main" id="{F89EB7BA-725A-4EA5-A5D5-780F3BE6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295775" y="1295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1" name="patch.concat.b.segment.0">
            <a:extLst xmlns:a="http://schemas.openxmlformats.org/drawingml/2006/main">
              <a:ext uri="{FF2B5EF4-FFF2-40B4-BE49-F238E27FC236}">
                <a16:creationId xmlns:a16="http://schemas.microsoft.com/office/drawing/2014/main" id="{CA911F90-2190-4A34-B170-6D597F09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7175" y="21050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  <a:prstDash val="dash"/>
          </a:ln>
        </p:spPr>
      </p:sp>
      <p:sp>
        <p:nvSpPr>
          <p:cNvPr id="32" name="patch.concat.b.end.shaft">
            <a:extLst xmlns:a="http://schemas.openxmlformats.org/drawingml/2006/main">
              <a:ext uri="{FF2B5EF4-FFF2-40B4-BE49-F238E27FC236}">
                <a16:creationId xmlns:a16="http://schemas.microsoft.com/office/drawing/2014/main" id="{9F05C352-10D5-417B-8D96-13A32981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4179189" y="1931289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  <a:prstDash val="dash"/>
          </a:ln>
        </p:spPr>
      </p:sp>
      <p:sp>
        <p:nvSpPr>
          <p:cNvPr id="33" name="patch.concat.b.end.head">
            <a:extLst xmlns:a="http://schemas.openxmlformats.org/drawingml/2006/main">
              <a:ext uri="{FF2B5EF4-FFF2-40B4-BE49-F238E27FC236}">
                <a16:creationId xmlns:a16="http://schemas.microsoft.com/office/drawing/2014/main" id="{EBFE7E19-1A4D-4407-918A-88DF5265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5775" y="16478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4" name="feature.a.0">
            <a:extLst xmlns:a="http://schemas.openxmlformats.org/drawingml/2006/main">
              <a:ext uri="{FF2B5EF4-FFF2-40B4-BE49-F238E27FC236}">
                <a16:creationId xmlns:a16="http://schemas.microsoft.com/office/drawing/2014/main" id="{0452FA8E-9CCE-41FC-B07A-AAE1B0F1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933450"/>
            <a:ext cx="1333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868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5" name="feature.b.0">
            <a:extLst xmlns:a="http://schemas.openxmlformats.org/drawingml/2006/main">
              <a:ext uri="{FF2B5EF4-FFF2-40B4-BE49-F238E27FC236}">
                <a16:creationId xmlns:a16="http://schemas.microsoft.com/office/drawing/2014/main" id="{B2E52408-F42A-41F9-893A-7D389782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619250"/>
            <a:ext cx="1333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AEF4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6" name="feature.a.1">
            <a:extLst xmlns:a="http://schemas.openxmlformats.org/drawingml/2006/main">
              <a:ext uri="{FF2B5EF4-FFF2-40B4-BE49-F238E27FC236}">
                <a16:creationId xmlns:a16="http://schemas.microsoft.com/office/drawing/2014/main" id="{F5AEF7F0-E63B-4E0E-B3CF-21E6AB0B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33450"/>
            <a:ext cx="1333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868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7" name="feature.b.1">
            <a:extLst xmlns:a="http://schemas.openxmlformats.org/drawingml/2006/main">
              <a:ext uri="{FF2B5EF4-FFF2-40B4-BE49-F238E27FC236}">
                <a16:creationId xmlns:a16="http://schemas.microsoft.com/office/drawing/2014/main" id="{EFCDE52C-F60C-4919-A576-E89A085A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19250"/>
            <a:ext cx="1333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AEF4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8" name="feature.a.2">
            <a:extLst xmlns:a="http://schemas.openxmlformats.org/drawingml/2006/main">
              <a:ext uri="{FF2B5EF4-FFF2-40B4-BE49-F238E27FC236}">
                <a16:creationId xmlns:a16="http://schemas.microsoft.com/office/drawing/2014/main" id="{821032EE-5BD8-4D72-AF53-1ADD55A9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933450"/>
            <a:ext cx="1333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868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9" name="feature.b.2">
            <a:extLst xmlns:a="http://schemas.openxmlformats.org/drawingml/2006/main">
              <a:ext uri="{FF2B5EF4-FFF2-40B4-BE49-F238E27FC236}">
                <a16:creationId xmlns:a16="http://schemas.microsoft.com/office/drawing/2014/main" id="{99587709-EA0C-477B-934A-A4274BEC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619250"/>
            <a:ext cx="1333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AEF4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0" name="feature.a.3">
            <a:extLst xmlns:a="http://schemas.openxmlformats.org/drawingml/2006/main">
              <a:ext uri="{FF2B5EF4-FFF2-40B4-BE49-F238E27FC236}">
                <a16:creationId xmlns:a16="http://schemas.microsoft.com/office/drawing/2014/main" id="{A386DA8B-6D97-46D9-A116-5FDDE0C3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933450"/>
            <a:ext cx="1333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868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1" name="feature.b.3">
            <a:extLst xmlns:a="http://schemas.openxmlformats.org/drawingml/2006/main">
              <a:ext uri="{FF2B5EF4-FFF2-40B4-BE49-F238E27FC236}">
                <a16:creationId xmlns:a16="http://schemas.microsoft.com/office/drawing/2014/main" id="{96686CF7-AF97-47FA-A7D9-7A2CDF39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19250"/>
            <a:ext cx="1333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AEF4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2" name="feature.a.4">
            <a:extLst xmlns:a="http://schemas.openxmlformats.org/drawingml/2006/main">
              <a:ext uri="{FF2B5EF4-FFF2-40B4-BE49-F238E27FC236}">
                <a16:creationId xmlns:a16="http://schemas.microsoft.com/office/drawing/2014/main" id="{733D9BE9-7731-45F3-9B8D-782DCB3D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933450"/>
            <a:ext cx="1333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868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3" name="feature.b.4">
            <a:extLst xmlns:a="http://schemas.openxmlformats.org/drawingml/2006/main">
              <a:ext uri="{FF2B5EF4-FFF2-40B4-BE49-F238E27FC236}">
                <a16:creationId xmlns:a16="http://schemas.microsoft.com/office/drawing/2014/main" id="{E0CEF4C2-A491-4210-AAE8-BA500563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619250"/>
            <a:ext cx="1333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AEF4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4" name="feature.a.5">
            <a:extLst xmlns:a="http://schemas.openxmlformats.org/drawingml/2006/main">
              <a:ext uri="{FF2B5EF4-FFF2-40B4-BE49-F238E27FC236}">
                <a16:creationId xmlns:a16="http://schemas.microsoft.com/office/drawing/2014/main" id="{D6570039-B927-4DA9-9F19-0C7EDC54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933450"/>
            <a:ext cx="1333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868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5" name="feature.b.5">
            <a:extLst xmlns:a="http://schemas.openxmlformats.org/drawingml/2006/main">
              <a:ext uri="{FF2B5EF4-FFF2-40B4-BE49-F238E27FC236}">
                <a16:creationId xmlns:a16="http://schemas.microsoft.com/office/drawing/2014/main" id="{E2479779-598F-4FD4-A462-D4B2BCE0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19250"/>
            <a:ext cx="1333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AEF4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6" name="concat-feature.shaft">
            <a:extLst xmlns:a="http://schemas.openxmlformats.org/drawingml/2006/main">
              <a:ext uri="{FF2B5EF4-FFF2-40B4-BE49-F238E27FC236}">
                <a16:creationId xmlns:a16="http://schemas.microsoft.com/office/drawing/2014/main" id="{B26513FF-1BAF-4EBA-95C2-674A85A5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8675" y="1524000"/>
            <a:ext cx="712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47" name="concat-feature.head">
            <a:extLst xmlns:a="http://schemas.openxmlformats.org/drawingml/2006/main">
              <a:ext uri="{FF2B5EF4-FFF2-40B4-BE49-F238E27FC236}">
                <a16:creationId xmlns:a16="http://schemas.microsoft.com/office/drawing/2014/main" id="{EC209656-12BB-4655-9638-834B1C05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705350" y="1466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8" name="feature.title">
            <a:extLst xmlns:a="http://schemas.openxmlformats.org/drawingml/2006/main">
              <a:ext uri="{FF2B5EF4-FFF2-40B4-BE49-F238E27FC236}">
                <a16:creationId xmlns:a16="http://schemas.microsoft.com/office/drawing/2014/main" id="{205F1093-3D33-4456-BA34-9ADA7FB8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14350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</a:defRPr>
            </a:pPr>
            <a:r>
              <a:rPr sz="1650" b="1" i="0">
                <a:solidFill>
                  <a:srgbClr val="111111"/>
                </a:solidFill>
              </a:rPr>
              <a:t>ℱᴬᴮ</a:t>
            </a:r>
          </a:p>
        </p:txBody>
      </p:sp>
      <p:sp>
        <p:nvSpPr>
          <p:cNvPr id="49" name="projection.feature">
            <a:extLst xmlns:a="http://schemas.openxmlformats.org/drawingml/2006/main">
              <a:ext uri="{FF2B5EF4-FFF2-40B4-BE49-F238E27FC236}">
                <a16:creationId xmlns:a16="http://schemas.microsoft.com/office/drawing/2014/main" id="{1D4236B3-B4ED-4E5F-B10E-71659F60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885825"/>
            <a:ext cx="895350" cy="1304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E3BF"/>
          </a:solidFill>
          <a:ln xmlns:a="http://schemas.openxmlformats.org/drawingml/2006/main" w="19050">
            <a:solidFill>
              <a:srgbClr val="FF8C1A"/>
            </a:solidFill>
            <a:prstDash val="solid"/>
          </a:ln>
        </p:spPr>
      </p:sp>
      <p:sp>
        <p:nvSpPr>
          <p:cNvPr id="50" name="projection.feature.label">
            <a:extLst xmlns:a="http://schemas.openxmlformats.org/drawingml/2006/main">
              <a:ext uri="{FF2B5EF4-FFF2-40B4-BE49-F238E27FC236}">
                <a16:creationId xmlns:a16="http://schemas.microsoft.com/office/drawing/2014/main" id="{94033370-95C0-4442-886F-E691F69A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00175"/>
            <a:ext cx="561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111111"/>
                </a:solidFill>
              </a:defRPr>
            </a:pPr>
            <a:r>
              <a:rPr sz="1500" b="0" i="1">
                <a:solidFill>
                  <a:srgbClr val="111111"/>
                </a:solidFill>
              </a:rPr>
              <a:t>g_d(·)</a:t>
            </a:r>
          </a:p>
        </p:txBody>
      </p:sp>
      <p:sp>
        <p:nvSpPr>
          <p:cNvPr id="51" name="projection.feature.title">
            <a:extLst xmlns:a="http://schemas.openxmlformats.org/drawingml/2006/main">
              <a:ext uri="{FF2B5EF4-FFF2-40B4-BE49-F238E27FC236}">
                <a16:creationId xmlns:a16="http://schemas.microsoft.com/office/drawing/2014/main" id="{8F21AD6D-8167-47C6-A6AC-AD554520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0025"/>
            <a:ext cx="1314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Projection</a:t>
            </a:r>
          </a:p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Along</a:t>
            </a:r>
          </a:p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Feature Dimension</a:t>
            </a:r>
          </a:p>
        </p:txBody>
      </p:sp>
      <p:sp>
        <p:nvSpPr>
          <p:cNvPr id="52" name="projection.feature.fire">
            <a:extLst xmlns:a="http://schemas.openxmlformats.org/drawingml/2006/main">
              <a:ext uri="{FF2B5EF4-FFF2-40B4-BE49-F238E27FC236}">
                <a16:creationId xmlns:a16="http://schemas.microsoft.com/office/drawing/2014/main" id="{09432AC3-C078-43CE-BC95-1130D0BB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5262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111"/>
                </a:solidFill>
              </a:defRPr>
            </a:pPr>
            <a:r>
              <a:rPr sz="1875" b="0" i="0">
                <a:solidFill>
                  <a:srgbClr val="111111"/>
                </a:solidFill>
              </a:rPr>
              <a:t>🔥</a:t>
            </a:r>
          </a:p>
        </p:txBody>
      </p:sp>
      <p:sp>
        <p:nvSpPr>
          <p:cNvPr id="53" name="feature-projection.shaft">
            <a:extLst xmlns:a="http://schemas.openxmlformats.org/drawingml/2006/main">
              <a:ext uri="{FF2B5EF4-FFF2-40B4-BE49-F238E27FC236}">
                <a16:creationId xmlns:a16="http://schemas.microsoft.com/office/drawing/2014/main" id="{35E4072F-CA7B-4120-9DAD-C0239BAB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2625" y="1524000"/>
            <a:ext cx="140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54" name="feature-projection.head">
            <a:extLst xmlns:a="http://schemas.openxmlformats.org/drawingml/2006/main">
              <a:ext uri="{FF2B5EF4-FFF2-40B4-BE49-F238E27FC236}">
                <a16:creationId xmlns:a16="http://schemas.microsoft.com/office/drawing/2014/main" id="{488DCCEC-CB31-41FE-86AB-AD0C74B2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772150" y="1466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55" name="projected.feature.0">
            <a:extLst xmlns:a="http://schemas.openxmlformats.org/drawingml/2006/main">
              <a:ext uri="{FF2B5EF4-FFF2-40B4-BE49-F238E27FC236}">
                <a16:creationId xmlns:a16="http://schemas.microsoft.com/office/drawing/2014/main" id="{9892B450-2914-4746-91E9-553CB4E7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285875"/>
            <a:ext cx="1333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6F5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6" name="projected.feature.1">
            <a:extLst xmlns:a="http://schemas.openxmlformats.org/drawingml/2006/main">
              <a:ext uri="{FF2B5EF4-FFF2-40B4-BE49-F238E27FC236}">
                <a16:creationId xmlns:a16="http://schemas.microsoft.com/office/drawing/2014/main" id="{D45F96BD-EE71-4A3A-B417-8CD7556B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285875"/>
            <a:ext cx="1333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6F5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7" name="projected.feature.2">
            <a:extLst xmlns:a="http://schemas.openxmlformats.org/drawingml/2006/main">
              <a:ext uri="{FF2B5EF4-FFF2-40B4-BE49-F238E27FC236}">
                <a16:creationId xmlns:a16="http://schemas.microsoft.com/office/drawing/2014/main" id="{D3C547F5-9128-46FA-B610-C83DEB4C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285875"/>
            <a:ext cx="1333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6F5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8" name="projected.feature.3">
            <a:extLst xmlns:a="http://schemas.openxmlformats.org/drawingml/2006/main">
              <a:ext uri="{FF2B5EF4-FFF2-40B4-BE49-F238E27FC236}">
                <a16:creationId xmlns:a16="http://schemas.microsoft.com/office/drawing/2014/main" id="{456AAD32-E355-4ED3-B6D6-B24CD064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285875"/>
            <a:ext cx="1333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6F5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9" name="projected.feature.4">
            <a:extLst xmlns:a="http://schemas.openxmlformats.org/drawingml/2006/main">
              <a:ext uri="{FF2B5EF4-FFF2-40B4-BE49-F238E27FC236}">
                <a16:creationId xmlns:a16="http://schemas.microsoft.com/office/drawing/2014/main" id="{2C1BDACB-294C-4549-BB28-69170185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285875"/>
            <a:ext cx="1333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6F5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0" name="projected.feature.5">
            <a:extLst xmlns:a="http://schemas.openxmlformats.org/drawingml/2006/main">
              <a:ext uri="{FF2B5EF4-FFF2-40B4-BE49-F238E27FC236}">
                <a16:creationId xmlns:a16="http://schemas.microsoft.com/office/drawing/2014/main" id="{143AC5D0-F02E-47B9-8F18-AF468814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285875"/>
            <a:ext cx="1333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6F5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1" name="projection-feature-out.shaft">
            <a:extLst xmlns:a="http://schemas.openxmlformats.org/drawingml/2006/main">
              <a:ext uri="{FF2B5EF4-FFF2-40B4-BE49-F238E27FC236}">
                <a16:creationId xmlns:a16="http://schemas.microsoft.com/office/drawing/2014/main" id="{42983C84-B082-47F5-81F0-172243E4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719697" y="1657350"/>
            <a:ext cx="495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62" name="projection-feature-out.head">
            <a:extLst xmlns:a="http://schemas.openxmlformats.org/drawingml/2006/main">
              <a:ext uri="{FF2B5EF4-FFF2-40B4-BE49-F238E27FC236}">
                <a16:creationId xmlns:a16="http://schemas.microsoft.com/office/drawing/2014/main" id="{A991C011-F9C5-403D-BDBA-763D2D55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715125" y="16002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3" name="projection.patch">
            <a:extLst xmlns:a="http://schemas.openxmlformats.org/drawingml/2006/main">
              <a:ext uri="{FF2B5EF4-FFF2-40B4-BE49-F238E27FC236}">
                <a16:creationId xmlns:a16="http://schemas.microsoft.com/office/drawing/2014/main" id="{E4E7BE25-5AC5-4169-BE2D-C5EBA1BA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914400"/>
            <a:ext cx="895350" cy="1257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E3BF"/>
          </a:solidFill>
          <a:ln xmlns:a="http://schemas.openxmlformats.org/drawingml/2006/main" w="19050">
            <a:solidFill>
              <a:srgbClr val="FF8C1A"/>
            </a:solidFill>
            <a:prstDash val="solid"/>
          </a:ln>
        </p:spPr>
      </p:sp>
      <p:sp>
        <p:nvSpPr>
          <p:cNvPr id="64" name="projection.patch.label">
            <a:extLst xmlns:a="http://schemas.openxmlformats.org/drawingml/2006/main">
              <a:ext uri="{FF2B5EF4-FFF2-40B4-BE49-F238E27FC236}">
                <a16:creationId xmlns:a16="http://schemas.microsoft.com/office/drawing/2014/main" id="{151C3895-9D81-4BC6-91FB-00F96F39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001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111111"/>
                </a:solidFill>
              </a:defRPr>
            </a:pPr>
            <a:r>
              <a:rPr sz="1500" b="0" i="1">
                <a:solidFill>
                  <a:srgbClr val="111111"/>
                </a:solidFill>
              </a:rPr>
              <a:t>g_n(·)</a:t>
            </a:r>
          </a:p>
        </p:txBody>
      </p:sp>
      <p:sp>
        <p:nvSpPr>
          <p:cNvPr id="65" name="projection.patch.title">
            <a:extLst xmlns:a="http://schemas.openxmlformats.org/drawingml/2006/main">
              <a:ext uri="{FF2B5EF4-FFF2-40B4-BE49-F238E27FC236}">
                <a16:creationId xmlns:a16="http://schemas.microsoft.com/office/drawing/2014/main" id="{38C2BD04-4CBD-4FFB-9CBA-FB7E95E0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0025"/>
            <a:ext cx="12477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Projection</a:t>
            </a:r>
          </a:p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Along</a:t>
            </a:r>
          </a:p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Patch Dimension</a:t>
            </a:r>
          </a:p>
        </p:txBody>
      </p:sp>
      <p:sp>
        <p:nvSpPr>
          <p:cNvPr id="66" name="feature-patch.shaft">
            <a:extLst xmlns:a="http://schemas.openxmlformats.org/drawingml/2006/main">
              <a:ext uri="{FF2B5EF4-FFF2-40B4-BE49-F238E27FC236}">
                <a16:creationId xmlns:a16="http://schemas.microsoft.com/office/drawing/2014/main" id="{CD46107B-5A09-46A6-B685-9ADA454F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1657350"/>
            <a:ext cx="1093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67" name="feature-patch.head">
            <a:extLst xmlns:a="http://schemas.openxmlformats.org/drawingml/2006/main">
              <a:ext uri="{FF2B5EF4-FFF2-40B4-BE49-F238E27FC236}">
                <a16:creationId xmlns:a16="http://schemas.microsoft.com/office/drawing/2014/main" id="{F79C0F44-BF2E-408D-94D1-893EE895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58125" y="16002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8" name="pool.box">
            <a:extLst xmlns:a="http://schemas.openxmlformats.org/drawingml/2006/main">
              <a:ext uri="{FF2B5EF4-FFF2-40B4-BE49-F238E27FC236}">
                <a16:creationId xmlns:a16="http://schemas.microsoft.com/office/drawing/2014/main" id="{93C5FD18-1D17-40D7-90BB-3BA844A2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6685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0D7"/>
          </a:solidFill>
          <a:ln xmlns:a="http://schemas.openxmlformats.org/drawingml/2006/main" w="19050">
            <a:solidFill>
              <a:srgbClr val="FF8C1A"/>
            </a:solidFill>
            <a:prstDash val="solid"/>
          </a:ln>
        </p:spPr>
      </p:sp>
      <p:sp>
        <p:nvSpPr>
          <p:cNvPr id="69" name="pool.text">
            <a:extLst xmlns:a="http://schemas.openxmlformats.org/drawingml/2006/main">
              <a:ext uri="{FF2B5EF4-FFF2-40B4-BE49-F238E27FC236}">
                <a16:creationId xmlns:a16="http://schemas.microsoft.com/office/drawing/2014/main" id="{2ABAAC93-AB03-4F9F-BD57-8C39E166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668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 i="1">
                <a:solidFill>
                  <a:srgbClr val="111111"/>
                </a:solidFill>
              </a:defRPr>
            </a:pPr>
            <a:r>
              <a:rPr sz="1575" b="0" i="1">
                <a:solidFill>
                  <a:srgbClr val="111111"/>
                </a:solidFill>
              </a:rPr>
              <a:t>p(·)</a:t>
            </a:r>
          </a:p>
        </p:txBody>
      </p:sp>
      <p:sp>
        <p:nvSpPr>
          <p:cNvPr id="70" name="pool.title">
            <a:extLst xmlns:a="http://schemas.openxmlformats.org/drawingml/2006/main">
              <a:ext uri="{FF2B5EF4-FFF2-40B4-BE49-F238E27FC236}">
                <a16:creationId xmlns:a16="http://schemas.microsoft.com/office/drawing/2014/main" id="{7CD7F29A-8FF8-4775-9F96-0FE0C2CB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0500"/>
            <a:ext cx="1381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Patch-wise</a:t>
            </a:r>
          </a:p>
          <a:p xmlns:a="http://schemas.openxmlformats.org/drawingml/2006/main">
            <a:pPr algn="ctr"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Adaptive</a:t>
            </a:r>
          </a:p>
          <a:p xmlns:a="http://schemas.openxmlformats.org/drawingml/2006/main">
            <a:pPr algn="ctr"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MaxPooling</a:t>
            </a:r>
          </a:p>
        </p:txBody>
      </p:sp>
      <p:sp>
        <p:nvSpPr>
          <p:cNvPr id="71" name="patch-pool.shaft">
            <a:extLst xmlns:a="http://schemas.openxmlformats.org/drawingml/2006/main">
              <a:ext uri="{FF2B5EF4-FFF2-40B4-BE49-F238E27FC236}">
                <a16:creationId xmlns:a16="http://schemas.microsoft.com/office/drawing/2014/main" id="{D032814D-3B95-4DFB-8197-A6FEA023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834247" y="1685925"/>
            <a:ext cx="495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72" name="patch-pool.head">
            <a:extLst xmlns:a="http://schemas.openxmlformats.org/drawingml/2006/main">
              <a:ext uri="{FF2B5EF4-FFF2-40B4-BE49-F238E27FC236}">
                <a16:creationId xmlns:a16="http://schemas.microsoft.com/office/drawing/2014/main" id="{8FD8E923-27D8-4F59-97A5-B249B78F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829675" y="16287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3" name="final.feature.0">
            <a:extLst xmlns:a="http://schemas.openxmlformats.org/drawingml/2006/main">
              <a:ext uri="{FF2B5EF4-FFF2-40B4-BE49-F238E27FC236}">
                <a16:creationId xmlns:a16="http://schemas.microsoft.com/office/drawing/2014/main" id="{42E31384-BD58-4DDA-87E8-C29BB1BD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23975"/>
            <a:ext cx="133350" cy="752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6F5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4" name="final.feature.1">
            <a:extLst xmlns:a="http://schemas.openxmlformats.org/drawingml/2006/main">
              <a:ext uri="{FF2B5EF4-FFF2-40B4-BE49-F238E27FC236}">
                <a16:creationId xmlns:a16="http://schemas.microsoft.com/office/drawing/2014/main" id="{ECFBD718-6649-4688-8FA5-93E53F5B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323975"/>
            <a:ext cx="133350" cy="752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6F5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5" name="final.feature.2">
            <a:extLst xmlns:a="http://schemas.openxmlformats.org/drawingml/2006/main">
              <a:ext uri="{FF2B5EF4-FFF2-40B4-BE49-F238E27FC236}">
                <a16:creationId xmlns:a16="http://schemas.microsoft.com/office/drawing/2014/main" id="{B8F2BBC9-A968-4DA8-B386-293DAC04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323975"/>
            <a:ext cx="133350" cy="752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6F5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6" name="final.feature.3">
            <a:extLst xmlns:a="http://schemas.openxmlformats.org/drawingml/2006/main">
              <a:ext uri="{FF2B5EF4-FFF2-40B4-BE49-F238E27FC236}">
                <a16:creationId xmlns:a16="http://schemas.microsoft.com/office/drawing/2014/main" id="{E0639F24-66E5-4449-AF53-DC0B5400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323975"/>
            <a:ext cx="133350" cy="752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6F5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7" name="pool-final.shaft">
            <a:extLst xmlns:a="http://schemas.openxmlformats.org/drawingml/2006/main">
              <a:ext uri="{FF2B5EF4-FFF2-40B4-BE49-F238E27FC236}">
                <a16:creationId xmlns:a16="http://schemas.microsoft.com/office/drawing/2014/main" id="{13E67649-5E92-446C-85DB-148B50B6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7425" y="1685925"/>
            <a:ext cx="1188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78" name="pool-final.head">
            <a:extLst xmlns:a="http://schemas.openxmlformats.org/drawingml/2006/main">
              <a:ext uri="{FF2B5EF4-FFF2-40B4-BE49-F238E27FC236}">
                <a16:creationId xmlns:a16="http://schemas.microsoft.com/office/drawing/2014/main" id="{CB55D428-8E42-4D01-8963-C4A2DFD5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991725" y="16287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9" name="final.label">
            <a:extLst xmlns:a="http://schemas.openxmlformats.org/drawingml/2006/main">
              <a:ext uri="{FF2B5EF4-FFF2-40B4-BE49-F238E27FC236}">
                <a16:creationId xmlns:a16="http://schemas.microsoft.com/office/drawing/2014/main" id="{1FDFD232-8344-4E17-8A0D-F67DDF25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866775"/>
            <a:ext cx="7715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111"/>
                </a:solidFill>
              </a:defRPr>
            </a:pPr>
            <a:r>
              <a:rPr sz="1575" b="1" i="0">
                <a:solidFill>
                  <a:srgbClr val="111111"/>
                </a:solidFill>
              </a:rPr>
              <a:t>ℱ̂ᴬᴮ</a:t>
            </a:r>
          </a:p>
        </p:txBody>
      </p:sp>
      <p:sp>
        <p:nvSpPr>
          <p:cNvPr id="80" name="final-to-bottom.segment.0">
            <a:extLst xmlns:a="http://schemas.openxmlformats.org/drawingml/2006/main">
              <a:ext uri="{FF2B5EF4-FFF2-40B4-BE49-F238E27FC236}">
                <a16:creationId xmlns:a16="http://schemas.microsoft.com/office/drawing/2014/main" id="{E2229F0F-A652-4DAF-8CF4-103BD585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082213" y="2414588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dash"/>
          </a:ln>
        </p:spPr>
      </p:sp>
      <p:sp>
        <p:nvSpPr>
          <p:cNvPr id="81" name="final-to-bottom.segment.1">
            <a:extLst xmlns:a="http://schemas.openxmlformats.org/drawingml/2006/main">
              <a:ext uri="{FF2B5EF4-FFF2-40B4-BE49-F238E27FC236}">
                <a16:creationId xmlns:a16="http://schemas.microsoft.com/office/drawing/2014/main" id="{540E1888-F466-470C-982B-6EF3E363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867025" y="27241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dash"/>
          </a:ln>
        </p:spPr>
      </p:sp>
      <p:sp>
        <p:nvSpPr>
          <p:cNvPr id="82" name="final-to-bottom.end.shaft">
            <a:extLst xmlns:a="http://schemas.openxmlformats.org/drawingml/2006/main">
              <a:ext uri="{FF2B5EF4-FFF2-40B4-BE49-F238E27FC236}">
                <a16:creationId xmlns:a16="http://schemas.microsoft.com/office/drawing/2014/main" id="{9152231D-8185-48DA-832A-DBA93F98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726627" y="2864549"/>
            <a:ext cx="2807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dash"/>
          </a:ln>
        </p:spPr>
      </p:sp>
      <p:sp>
        <p:nvSpPr>
          <p:cNvPr id="83" name="final-to-bottom.end.head">
            <a:extLst xmlns:a="http://schemas.openxmlformats.org/drawingml/2006/main">
              <a:ext uri="{FF2B5EF4-FFF2-40B4-BE49-F238E27FC236}">
                <a16:creationId xmlns:a16="http://schemas.microsoft.com/office/drawing/2014/main" id="{AF40C8A1-C205-4027-A0A2-BC1AEA3F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809875" y="30003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84" name="bottom.f.0">
            <a:extLst xmlns:a="http://schemas.openxmlformats.org/drawingml/2006/main">
              <a:ext uri="{FF2B5EF4-FFF2-40B4-BE49-F238E27FC236}">
                <a16:creationId xmlns:a16="http://schemas.microsoft.com/office/drawing/2014/main" id="{E46DA17E-3899-4DA9-9EEF-D2E3BD04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114675"/>
            <a:ext cx="133350" cy="771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6F5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85" name="bottom.f.1">
            <a:extLst xmlns:a="http://schemas.openxmlformats.org/drawingml/2006/main">
              <a:ext uri="{FF2B5EF4-FFF2-40B4-BE49-F238E27FC236}">
                <a16:creationId xmlns:a16="http://schemas.microsoft.com/office/drawing/2014/main" id="{AC64161F-FB03-4517-B057-1CC64074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14675"/>
            <a:ext cx="133350" cy="771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6F5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86" name="bottom.f.2">
            <a:extLst xmlns:a="http://schemas.openxmlformats.org/drawingml/2006/main">
              <a:ext uri="{FF2B5EF4-FFF2-40B4-BE49-F238E27FC236}">
                <a16:creationId xmlns:a16="http://schemas.microsoft.com/office/drawing/2014/main" id="{7B448058-C3C2-4AD6-91D8-2609901D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114675"/>
            <a:ext cx="133350" cy="771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6F5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87" name="bottom.f.3">
            <a:extLst xmlns:a="http://schemas.openxmlformats.org/drawingml/2006/main">
              <a:ext uri="{FF2B5EF4-FFF2-40B4-BE49-F238E27FC236}">
                <a16:creationId xmlns:a16="http://schemas.microsoft.com/office/drawing/2014/main" id="{9F1422FA-0AAB-4597-B4D9-8AF642CE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114675"/>
            <a:ext cx="133350" cy="771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6F5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88" name="multiply">
            <a:extLst xmlns:a="http://schemas.openxmlformats.org/drawingml/2006/main">
              <a:ext uri="{FF2B5EF4-FFF2-40B4-BE49-F238E27FC236}">
                <a16:creationId xmlns:a16="http://schemas.microsoft.com/office/drawing/2014/main" id="{38EEAB29-F76A-41ED-8C52-69EA0309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43275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11111"/>
                </a:solidFill>
              </a:defRPr>
            </a:pPr>
            <a:r>
              <a:rPr sz="1950" b="1" i="0">
                <a:solidFill>
                  <a:srgbClr val="111111"/>
                </a:solidFill>
              </a:rPr>
              <a:t>*</a:t>
            </a:r>
          </a:p>
        </p:txBody>
      </p:sp>
      <p:sp>
        <p:nvSpPr>
          <p:cNvPr id="89" name="bottom.weights.0">
            <a:extLst xmlns:a="http://schemas.openxmlformats.org/drawingml/2006/main">
              <a:ext uri="{FF2B5EF4-FFF2-40B4-BE49-F238E27FC236}">
                <a16:creationId xmlns:a16="http://schemas.microsoft.com/office/drawing/2014/main" id="{46209BF1-E636-4613-A4A6-F9CC2B74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114675"/>
            <a:ext cx="133350" cy="771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E8A2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0" name="bottom.weights.1">
            <a:extLst xmlns:a="http://schemas.openxmlformats.org/drawingml/2006/main">
              <a:ext uri="{FF2B5EF4-FFF2-40B4-BE49-F238E27FC236}">
                <a16:creationId xmlns:a16="http://schemas.microsoft.com/office/drawing/2014/main" id="{817D4C0A-8E08-4C0A-BAA8-FBB9E7DE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114675"/>
            <a:ext cx="133350" cy="771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E8A2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1" name="bottom.weights.2">
            <a:extLst xmlns:a="http://schemas.openxmlformats.org/drawingml/2006/main">
              <a:ext uri="{FF2B5EF4-FFF2-40B4-BE49-F238E27FC236}">
                <a16:creationId xmlns:a16="http://schemas.microsoft.com/office/drawing/2014/main" id="{FD4A1A6D-5B6F-408C-9DAA-215EAE35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114675"/>
            <a:ext cx="133350" cy="771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E8A2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2" name="bottom.weights.3">
            <a:extLst xmlns:a="http://schemas.openxmlformats.org/drawingml/2006/main">
              <a:ext uri="{FF2B5EF4-FFF2-40B4-BE49-F238E27FC236}">
                <a16:creationId xmlns:a16="http://schemas.microsoft.com/office/drawing/2014/main" id="{6B9E2339-DFD1-4FA2-AC19-F9A60C8C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114675"/>
            <a:ext cx="133350" cy="771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E8A2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3" name="plus">
            <a:extLst xmlns:a="http://schemas.openxmlformats.org/drawingml/2006/main">
              <a:ext uri="{FF2B5EF4-FFF2-40B4-BE49-F238E27FC236}">
                <a16:creationId xmlns:a16="http://schemas.microsoft.com/office/drawing/2014/main" id="{1540DEB3-DECD-4168-8E37-C9049105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343275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11111"/>
                </a:solidFill>
              </a:defRPr>
            </a:pPr>
            <a:r>
              <a:rPr sz="1950" b="1" i="0">
                <a:solidFill>
                  <a:srgbClr val="111111"/>
                </a:solidFill>
              </a:rPr>
              <a:t>+</a:t>
            </a:r>
          </a:p>
        </p:txBody>
      </p:sp>
      <p:sp>
        <p:nvSpPr>
          <p:cNvPr id="94" name="bottom.pos.0">
            <a:extLst xmlns:a="http://schemas.openxmlformats.org/drawingml/2006/main">
              <a:ext uri="{FF2B5EF4-FFF2-40B4-BE49-F238E27FC236}">
                <a16:creationId xmlns:a16="http://schemas.microsoft.com/office/drawing/2014/main" id="{254A8C64-7D5E-4AB6-8B5B-630D5F51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14675"/>
            <a:ext cx="133350" cy="771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E1E4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5" name="bottom.pos.1">
            <a:extLst xmlns:a="http://schemas.openxmlformats.org/drawingml/2006/main">
              <a:ext uri="{FF2B5EF4-FFF2-40B4-BE49-F238E27FC236}">
                <a16:creationId xmlns:a16="http://schemas.microsoft.com/office/drawing/2014/main" id="{FE751772-288B-4FCF-A068-97CBFA3D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114675"/>
            <a:ext cx="133350" cy="771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E1E4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6" name="bottom.pos.2">
            <a:extLst xmlns:a="http://schemas.openxmlformats.org/drawingml/2006/main">
              <a:ext uri="{FF2B5EF4-FFF2-40B4-BE49-F238E27FC236}">
                <a16:creationId xmlns:a16="http://schemas.microsoft.com/office/drawing/2014/main" id="{62C9BF8F-6F1C-4855-8C02-B58EC27A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114675"/>
            <a:ext cx="133350" cy="771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E1E4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7" name="bottom.pos.3">
            <a:extLst xmlns:a="http://schemas.openxmlformats.org/drawingml/2006/main">
              <a:ext uri="{FF2B5EF4-FFF2-40B4-BE49-F238E27FC236}">
                <a16:creationId xmlns:a16="http://schemas.microsoft.com/office/drawing/2014/main" id="{1F7A93BD-DFBB-4890-A21E-A04EA465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114675"/>
            <a:ext cx="133350" cy="771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E1E4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8" name="equals">
            <a:extLst xmlns:a="http://schemas.openxmlformats.org/drawingml/2006/main">
              <a:ext uri="{FF2B5EF4-FFF2-40B4-BE49-F238E27FC236}">
                <a16:creationId xmlns:a16="http://schemas.microsoft.com/office/drawing/2014/main" id="{CB34A1B6-BFDB-41AB-BD9F-112FA6A7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43275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11111"/>
                </a:solidFill>
              </a:defRPr>
            </a:pPr>
            <a:r>
              <a:rPr sz="1950" b="1" i="0">
                <a:solidFill>
                  <a:srgbClr val="111111"/>
                </a:solidFill>
              </a:rPr>
              <a:t>=</a:t>
            </a:r>
          </a:p>
        </p:txBody>
      </p:sp>
      <p:sp>
        <p:nvSpPr>
          <p:cNvPr id="99" name="bottom.cond.0">
            <a:extLst xmlns:a="http://schemas.openxmlformats.org/drawingml/2006/main">
              <a:ext uri="{FF2B5EF4-FFF2-40B4-BE49-F238E27FC236}">
                <a16:creationId xmlns:a16="http://schemas.microsoft.com/office/drawing/2014/main" id="{2E3D3C98-C178-48D7-B1F6-E048CCDA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114675"/>
            <a:ext cx="133350" cy="771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6B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00" name="bottom.cond.1">
            <a:extLst xmlns:a="http://schemas.openxmlformats.org/drawingml/2006/main">
              <a:ext uri="{FF2B5EF4-FFF2-40B4-BE49-F238E27FC236}">
                <a16:creationId xmlns:a16="http://schemas.microsoft.com/office/drawing/2014/main" id="{4C0444AE-41DC-478A-8B95-28BC3586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114675"/>
            <a:ext cx="133350" cy="771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6B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01" name="bottom.cond.2">
            <a:extLst xmlns:a="http://schemas.openxmlformats.org/drawingml/2006/main">
              <a:ext uri="{FF2B5EF4-FFF2-40B4-BE49-F238E27FC236}">
                <a16:creationId xmlns:a16="http://schemas.microsoft.com/office/drawing/2014/main" id="{655B0B3D-AF3F-4982-8728-257332C1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14675"/>
            <a:ext cx="133350" cy="771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6B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02" name="bottom.cond.3">
            <a:extLst xmlns:a="http://schemas.openxmlformats.org/drawingml/2006/main">
              <a:ext uri="{FF2B5EF4-FFF2-40B4-BE49-F238E27FC236}">
                <a16:creationId xmlns:a16="http://schemas.microsoft.com/office/drawing/2014/main" id="{6E6E0085-406E-4A8E-B32B-655B848E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114675"/>
            <a:ext cx="133350" cy="771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6B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03" name="cond-global.shaft">
            <a:extLst xmlns:a="http://schemas.openxmlformats.org/drawingml/2006/main">
              <a:ext uri="{FF2B5EF4-FFF2-40B4-BE49-F238E27FC236}">
                <a16:creationId xmlns:a16="http://schemas.microsoft.com/office/drawing/2014/main" id="{EF219137-EC91-4236-B827-36515076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4700" y="3495675"/>
            <a:ext cx="5284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dash"/>
          </a:ln>
        </p:spPr>
      </p:sp>
      <p:sp>
        <p:nvSpPr>
          <p:cNvPr id="104" name="cond-global.head">
            <a:extLst xmlns:a="http://schemas.openxmlformats.org/drawingml/2006/main">
              <a:ext uri="{FF2B5EF4-FFF2-40B4-BE49-F238E27FC236}">
                <a16:creationId xmlns:a16="http://schemas.microsoft.com/office/drawing/2014/main" id="{F7FA5993-CB10-415C-8D04-01C5999C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648575" y="34385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05" name="bottom.global.0">
            <a:extLst xmlns:a="http://schemas.openxmlformats.org/drawingml/2006/main">
              <a:ext uri="{FF2B5EF4-FFF2-40B4-BE49-F238E27FC236}">
                <a16:creationId xmlns:a16="http://schemas.microsoft.com/office/drawing/2014/main" id="{165CB649-DFC2-4A35-BCD8-056951BF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14675"/>
            <a:ext cx="133350" cy="771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76B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06" name="bottom.global.1">
            <a:extLst xmlns:a="http://schemas.openxmlformats.org/drawingml/2006/main">
              <a:ext uri="{FF2B5EF4-FFF2-40B4-BE49-F238E27FC236}">
                <a16:creationId xmlns:a16="http://schemas.microsoft.com/office/drawing/2014/main" id="{DC820C77-E8AC-4E3E-A503-AFF9D64E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14675"/>
            <a:ext cx="133350" cy="771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76B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07" name="bottom.global.2">
            <a:extLst xmlns:a="http://schemas.openxmlformats.org/drawingml/2006/main">
              <a:ext uri="{FF2B5EF4-FFF2-40B4-BE49-F238E27FC236}">
                <a16:creationId xmlns:a16="http://schemas.microsoft.com/office/drawing/2014/main" id="{2398B997-97BD-4226-B202-21FF7CBF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14675"/>
            <a:ext cx="133350" cy="771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6B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08" name="bottom.global.3">
            <a:extLst xmlns:a="http://schemas.openxmlformats.org/drawingml/2006/main">
              <a:ext uri="{FF2B5EF4-FFF2-40B4-BE49-F238E27FC236}">
                <a16:creationId xmlns:a16="http://schemas.microsoft.com/office/drawing/2014/main" id="{C6A0ABE1-1B76-443D-B550-D7410974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14675"/>
            <a:ext cx="133350" cy="771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6B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09" name="bottom.global.4">
            <a:extLst xmlns:a="http://schemas.openxmlformats.org/drawingml/2006/main">
              <a:ext uri="{FF2B5EF4-FFF2-40B4-BE49-F238E27FC236}">
                <a16:creationId xmlns:a16="http://schemas.microsoft.com/office/drawing/2014/main" id="{2307EFD8-04D0-416C-BD9F-1B2DB327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14675"/>
            <a:ext cx="133350" cy="771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6B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0" name="bottom.global.5">
            <a:extLst xmlns:a="http://schemas.openxmlformats.org/drawingml/2006/main">
              <a:ext uri="{FF2B5EF4-FFF2-40B4-BE49-F238E27FC236}">
                <a16:creationId xmlns:a16="http://schemas.microsoft.com/office/drawing/2014/main" id="{B6CCCBB0-C68F-4701-9238-F767C114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14675"/>
            <a:ext cx="133350" cy="771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6B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1" name="bottom.cond.title">
            <a:extLst xmlns:a="http://schemas.openxmlformats.org/drawingml/2006/main">
              <a:ext uri="{FF2B5EF4-FFF2-40B4-BE49-F238E27FC236}">
                <a16:creationId xmlns:a16="http://schemas.microsoft.com/office/drawing/2014/main" id="{EA91FB35-9FA1-4BB1-978D-7F772789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14775"/>
            <a:ext cx="1057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Conditional Prompt</a:t>
            </a:r>
          </a:p>
        </p:txBody>
      </p:sp>
      <p:sp>
        <p:nvSpPr>
          <p:cNvPr id="112" name="bottom.global.title">
            <a:extLst xmlns:a="http://schemas.openxmlformats.org/drawingml/2006/main">
              <a:ext uri="{FF2B5EF4-FFF2-40B4-BE49-F238E27FC236}">
                <a16:creationId xmlns:a16="http://schemas.microsoft.com/office/drawing/2014/main" id="{1A950725-2E41-46E4-AAB5-F13866D2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14775"/>
            <a:ext cx="1200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Global Prompt</a:t>
            </a:r>
          </a:p>
        </p:txBody>
      </p:sp>
      <p:sp>
        <p:nvSpPr>
          <p:cNvPr id="113" name="legend">
            <a:extLst xmlns:a="http://schemas.openxmlformats.org/drawingml/2006/main">
              <a:ext uri="{FF2B5EF4-FFF2-40B4-BE49-F238E27FC236}">
                <a16:creationId xmlns:a16="http://schemas.microsoft.com/office/drawing/2014/main" id="{B4924656-72B6-49AC-A353-421A90CC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3590925"/>
            <a:ext cx="1524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🔥 Learnable</a:t>
            </a:r>
          </a:p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❄ Frozen</a:t>
            </a:r>
          </a:p>
        </p:txBody>
      </p:sp>
      <p:sp>
        <p:nvSpPr>
          <p:cNvPr id="114" name="legend.frame">
            <a:extLst xmlns:a="http://schemas.openxmlformats.org/drawingml/2006/main">
              <a:ext uri="{FF2B5EF4-FFF2-40B4-BE49-F238E27FC236}">
                <a16:creationId xmlns:a16="http://schemas.microsoft.com/office/drawing/2014/main" id="{40E368E3-09FC-494C-ADD5-D0881AFA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486150"/>
            <a:ext cx="15430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15" name="output">
            <a:extLst xmlns:a="http://schemas.openxmlformats.org/drawingml/2006/main">
              <a:ext uri="{FF2B5EF4-FFF2-40B4-BE49-F238E27FC236}">
                <a16:creationId xmlns:a16="http://schemas.microsoft.com/office/drawing/2014/main" id="{A2D9B816-17ED-4DB0-9829-6B86615E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09875"/>
            <a:ext cx="1571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To Text Encoder</a:t>
            </a:r>
          </a:p>
          <a:p xmlns:a="http://schemas.openxmlformats.org/drawingml/2006/main">
            <a:pPr algn="ctr"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&amp;</a:t>
            </a:r>
          </a:p>
          <a:p xmlns:a="http://schemas.openxmlformats.org/drawingml/2006/main">
            <a:pPr algn="ctr"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Stable Diffusion</a:t>
            </a:r>
          </a:p>
        </p:txBody>
      </p:sp>
      <p:sp>
        <p:nvSpPr>
          <p:cNvPr id="116" name="global-output.shaft">
            <a:extLst xmlns:a="http://schemas.openxmlformats.org/drawingml/2006/main">
              <a:ext uri="{FF2B5EF4-FFF2-40B4-BE49-F238E27FC236}">
                <a16:creationId xmlns:a16="http://schemas.microsoft.com/office/drawing/2014/main" id="{A0863319-EBDB-4556-A8F8-BE4938F9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3495675"/>
            <a:ext cx="14714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dash"/>
          </a:ln>
        </p:spPr>
      </p:sp>
      <p:sp>
        <p:nvSpPr>
          <p:cNvPr id="117" name="global-output.head">
            <a:extLst xmlns:a="http://schemas.openxmlformats.org/drawingml/2006/main">
              <a:ext uri="{FF2B5EF4-FFF2-40B4-BE49-F238E27FC236}">
                <a16:creationId xmlns:a16="http://schemas.microsoft.com/office/drawing/2014/main" id="{2C4EBC01-187B-4DB3-9EB8-CD214DD6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325100" y="34385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368307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2026-07-31T03:07:01.3380000Z</dcterms:created>
  <dcterms:modified xsi:type="dcterms:W3CDTF">2026-07-31T03:07:01.3380000Z</dcterms:modified>
</coreProperties>
</file>