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ec88529f414a6e" /><Relationship Type="http://schemas.openxmlformats.org/officeDocument/2006/relationships/extended-properties" Target="/docProps/app.xml" Id="Rd4acc7ad2d1540ad" /><Relationship Type="http://schemas.openxmlformats.org/officeDocument/2006/relationships/officeDocument" Target="/ppt/presentation.xml" Id="R0733d4ccadba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0e62faaff54456"/>
  </p:sldMasterIdLst>
  <p:notesMasterIdLst>
    <p:notesMasterId xmlns:r="http://schemas.openxmlformats.org/officeDocument/2006/relationships" r:id="Ra8736e291c9d4fa9"/>
  </p:notesMasterIdLst>
  <p:sldIdLst>
    <p:sldId xmlns:r="http://schemas.openxmlformats.org/officeDocument/2006/relationships" id="256" r:id="R31da5a77b91e4345"/>
  </p:sldIdLst>
  <p:sldSz cx="10067925" cy="5876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7a41fb1c04b03" /><Relationship Type="http://schemas.openxmlformats.org/officeDocument/2006/relationships/slideMaster" Target="/ppt/slideMasters/slideMaster1.xml" Id="R1a0e62faaff54456" /><Relationship Type="http://schemas.openxmlformats.org/officeDocument/2006/relationships/notesMaster" Target="/ppt/notesMasters/notesMaster1.xml" Id="Ra8736e291c9d4fa9" /><Relationship Type="http://schemas.openxmlformats.org/officeDocument/2006/relationships/presProps" Target="/ppt/presProps.xml" Id="Rbcf399fe94604f78" /><Relationship Type="http://schemas.openxmlformats.org/officeDocument/2006/relationships/tableStyles" Target="/ppt/tableStyles.xml" Id="Rc7a037ddc48f405c" /><Relationship Type="http://schemas.openxmlformats.org/officeDocument/2006/relationships/slide" Target="/ppt/slides/slide1.xml" Id="R31da5a77b91e43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3ecde3df0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d172218a94ee5" /><Relationship Type="http://schemas.openxmlformats.org/officeDocument/2006/relationships/notesMaster" Target="/ppt/notesMasters/notesMaster1.xml" Id="R48d4fe5a8e53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https://aclanthology.org/2024.emnlp-main.58/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1c94ac835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81694ac7144c9" /><Relationship Type="http://schemas.openxmlformats.org/officeDocument/2006/relationships/slideLayout" Target="/ppt/slideLayouts/slideLayout1.xml" Id="R6722f57fc7ef40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22f57fc7ef40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922e9fca54d5f" /><Relationship Type="http://schemas.openxmlformats.org/officeDocument/2006/relationships/image" Target="/ppt/media/image.png" Id="R1b5cd1760289462c" /><Relationship Type="http://schemas.openxmlformats.org/officeDocument/2006/relationships/image" Target="/ppt/media/image2.png" Id="R7b70cf808e064ded" /><Relationship Type="http://schemas.openxmlformats.org/officeDocument/2006/relationships/image" Target="/ppt/media/image3.png" Id="R2f50b683a64b4bf8" /><Relationship Type="http://schemas.openxmlformats.org/officeDocument/2006/relationships/image" Target="/ppt/media/image4.png" Id="R5ae8228478214ad5" /><Relationship Type="http://schemas.openxmlformats.org/officeDocument/2006/relationships/image" Target="/ppt/media/image5.png" Id="Rb89f1200530b4f12" /><Relationship Type="http://schemas.openxmlformats.org/officeDocument/2006/relationships/image" Target="/ppt/media/image6.png" Id="R699bbcfc064246f3" /><Relationship Type="http://schemas.openxmlformats.org/officeDocument/2006/relationships/image" Target="/ppt/media/image7.png" Id="Rb57c8bd5bfbf4f33" /><Relationship Type="http://schemas.openxmlformats.org/officeDocument/2006/relationships/image" Target="/ppt/media/image8.png" Id="R31ce6e5c40cc4db2" /><Relationship Type="http://schemas.openxmlformats.org/officeDocument/2006/relationships/image" Target="/ppt/media/image9.png" Id="R4dfeb6cf446a47d4" /><Relationship Type="http://schemas.openxmlformats.org/officeDocument/2006/relationships/image" Target="/ppt/media/image10.png" Id="R24f689195176445b" /><Relationship Type="http://schemas.openxmlformats.org/officeDocument/2006/relationships/image" Target="/ppt/media/image11.png" Id="Re0f0f6e9bd9a4edc" /><Relationship Type="http://schemas.openxmlformats.org/officeDocument/2006/relationships/image" Target="/ppt/media/image12.png" Id="R553f93bef0d14adf" /><Relationship Type="http://schemas.openxmlformats.org/officeDocument/2006/relationships/image" Target="/ppt/media/image13.png" Id="Ref432e57e0b24e3f" /><Relationship Type="http://schemas.openxmlformats.org/officeDocument/2006/relationships/image" Target="/ppt/media/image14.png" Id="Rdf543a0436ad4029" /><Relationship Type="http://schemas.openxmlformats.org/officeDocument/2006/relationships/image" Target="/ppt/media/image15.png" Id="R75b70fd589264a94" /><Relationship Type="http://schemas.openxmlformats.org/officeDocument/2006/relationships/image" Target="/ppt/media/image16.png" Id="Rd9c375b40788475f" /><Relationship Type="http://schemas.openxmlformats.org/officeDocument/2006/relationships/image" Target="/ppt/media/image17.png" Id="R19ba390c543d420f" /><Relationship Type="http://schemas.openxmlformats.org/officeDocument/2006/relationships/image" Target="/ppt/media/image18.png" Id="R0d707aa8c8f54371" /><Relationship Type="http://schemas.openxmlformats.org/officeDocument/2006/relationships/image" Target="/ppt/media/image19.png" Id="R67dc59a35ddb4381" /><Relationship Type="http://schemas.openxmlformats.org/officeDocument/2006/relationships/image" Target="/ppt/media/image20.png" Id="Rcbde7f1a00ec4883" /><Relationship Type="http://schemas.openxmlformats.org/officeDocument/2006/relationships/image" Target="/ppt/media/image21.png" Id="R3f988fa629234bc4" /><Relationship Type="http://schemas.openxmlformats.org/officeDocument/2006/relationships/image" Target="/ppt/media/image22.png" Id="R5f2fefd248e34970" /><Relationship Type="http://schemas.openxmlformats.org/officeDocument/2006/relationships/image" Target="/ppt/media/image23.png" Id="Rcc6c0a5b83e84f5f" /><Relationship Type="http://schemas.openxmlformats.org/officeDocument/2006/relationships/image" Target="/ppt/media/image24.png" Id="Ra39749506d2f4fad" /><Relationship Type="http://schemas.openxmlformats.org/officeDocument/2006/relationships/image" Target="/ppt/media/image25.png" Id="R581369ea6a27450a" /><Relationship Type="http://schemas.openxmlformats.org/officeDocument/2006/relationships/image" Target="/ppt/media/image26.png" Id="R9134e80c48ea4e12" /><Relationship Type="http://schemas.openxmlformats.org/officeDocument/2006/relationships/image" Target="/ppt/media/image27.png" Id="R8658e1f0501b425f" /><Relationship Type="http://schemas.openxmlformats.org/officeDocument/2006/relationships/image" Target="/ppt/media/image28.png" Id="R9499aba986ec4176" /><Relationship Type="http://schemas.openxmlformats.org/officeDocument/2006/relationships/notesSlide" Target="/ppt/notesSlides/notesSlide1.xml" Id="Rbf5bdb41616e4e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top.external.bg">
            <a:extLst xmlns:a="http://schemas.openxmlformats.org/drawingml/2006/main">
              <a:ext uri="{FF2B5EF4-FFF2-40B4-BE49-F238E27FC236}">
                <a16:creationId xmlns:a16="http://schemas.microsoft.com/office/drawing/2014/main" id="{D8390736-D8EE-41B9-A359-8A15CE64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59245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9"/>
          </a:solidFill>
          <a:ln xmlns:a="http://schemas.openxmlformats.org/drawingml/2006/main" w="13335">
            <a:solidFill>
              <a:srgbClr val="FAFCF9"/>
            </a:solidFill>
            <a:prstDash val="solid"/>
          </a:ln>
        </p:spPr>
      </p:sp>
      <p:sp>
        <p:nvSpPr>
          <p:cNvPr id="2" name="top.internal.bg">
            <a:extLst xmlns:a="http://schemas.openxmlformats.org/drawingml/2006/main">
              <a:ext uri="{FF2B5EF4-FFF2-40B4-BE49-F238E27FC236}">
                <a16:creationId xmlns:a16="http://schemas.microsoft.com/office/drawing/2014/main" id="{58CDA64D-ED91-4792-963E-71DE5769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4300"/>
            <a:ext cx="39433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E"/>
          </a:solidFill>
          <a:ln xmlns:a="http://schemas.openxmlformats.org/drawingml/2006/main" w="13335">
            <a:solidFill>
              <a:srgbClr val="F8FAFE"/>
            </a:solidFill>
            <a:prstDash val="solid"/>
          </a:ln>
        </p:spPr>
      </p:sp>
      <p:sp>
        <p:nvSpPr>
          <p:cNvPr id="3" name="bottom.query.bg">
            <a:extLst xmlns:a="http://schemas.openxmlformats.org/drawingml/2006/main">
              <a:ext uri="{FF2B5EF4-FFF2-40B4-BE49-F238E27FC236}">
                <a16:creationId xmlns:a16="http://schemas.microsoft.com/office/drawing/2014/main" id="{F6FF7162-54CD-4568-ACD9-17612D7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752600"/>
            <a:ext cx="3829050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13335">
            <a:solidFill>
              <a:srgbClr val="FFFCF5"/>
            </a:solidFill>
            <a:prstDash val="solid"/>
          </a:ln>
        </p:spPr>
      </p:sp>
      <p:sp>
        <p:nvSpPr>
          <p:cNvPr id="4" name="bottom.filter.bg">
            <a:extLst xmlns:a="http://schemas.openxmlformats.org/drawingml/2006/main">
              <a:ext uri="{FF2B5EF4-FFF2-40B4-BE49-F238E27FC236}">
                <a16:creationId xmlns:a16="http://schemas.microsoft.com/office/drawing/2014/main" id="{C9C814C2-26F8-4E19-96ED-190439F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52600"/>
            <a:ext cx="41052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7"/>
          </a:solidFill>
          <a:ln xmlns:a="http://schemas.openxmlformats.org/drawingml/2006/main" w="13335">
            <a:solidFill>
              <a:srgbClr val="FFF9F7"/>
            </a:solidFill>
            <a:prstDash val="solid"/>
          </a:ln>
        </p:spPr>
      </p:sp>
      <p:sp>
        <p:nvSpPr>
          <p:cNvPr id="5" name="bottom.answer.bg">
            <a:extLst xmlns:a="http://schemas.openxmlformats.org/drawingml/2006/main">
              <a:ext uri="{FF2B5EF4-FFF2-40B4-BE49-F238E27FC236}">
                <a16:creationId xmlns:a16="http://schemas.microsoft.com/office/drawing/2014/main" id="{D240D4AB-C32B-4AA6-B229-DBDCE81B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52600"/>
            <a:ext cx="19335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C"/>
          </a:solidFill>
          <a:ln xmlns:a="http://schemas.openxmlformats.org/drawingml/2006/main" w="13335">
            <a:solidFill>
              <a:srgbClr val="FAF7FC"/>
            </a:solidFill>
            <a:prstDash val="solid"/>
          </a:ln>
        </p:spPr>
      </p:sp>
      <p:sp>
        <p:nvSpPr>
          <p:cNvPr id="6" name="external.title">
            <a:extLst xmlns:a="http://schemas.openxmlformats.org/drawingml/2006/main">
              <a:ext uri="{FF2B5EF4-FFF2-40B4-BE49-F238E27FC236}">
                <a16:creationId xmlns:a16="http://schemas.microsoft.com/office/drawing/2014/main" id="{2B4A4618-0E60-4E2F-A0B2-888D3D8D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9542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External Knowledge Augmentation</a:t>
            </a:r>
          </a:p>
        </p:txBody>
      </p:sp>
      <p:sp>
        <p:nvSpPr>
          <p:cNvPr id="7" name="internal.title">
            <a:extLst xmlns:a="http://schemas.openxmlformats.org/drawingml/2006/main">
              <a:ext uri="{FF2B5EF4-FFF2-40B4-BE49-F238E27FC236}">
                <a16:creationId xmlns:a16="http://schemas.microsoft.com/office/drawing/2014/main" id="{CAA463AB-6CC2-48AA-B7BF-5EFCCD6C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954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Internal Knowledge Augmentation</a:t>
            </a:r>
          </a:p>
        </p:txBody>
      </p:sp>
      <p:sp>
        <p:nvSpPr>
          <p:cNvPr id="8" name="query.title">
            <a:extLst xmlns:a="http://schemas.openxmlformats.org/drawingml/2006/main">
              <a:ext uri="{FF2B5EF4-FFF2-40B4-BE49-F238E27FC236}">
                <a16:creationId xmlns:a16="http://schemas.microsoft.com/office/drawing/2014/main" id="{190168A1-F6FB-4B01-8C9F-BB9B8AD1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097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Query Generation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Blending</a:t>
            </a:r>
          </a:p>
        </p:txBody>
      </p:sp>
      <p:sp>
        <p:nvSpPr>
          <p:cNvPr id="9" name="filter.title">
            <a:extLst xmlns:a="http://schemas.openxmlformats.org/drawingml/2006/main">
              <a:ext uri="{FF2B5EF4-FFF2-40B4-BE49-F238E27FC236}">
                <a16:creationId xmlns:a16="http://schemas.microsoft.com/office/drawing/2014/main" id="{EC53B149-E177-4701-B5D2-788B96EF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097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Knowledge Filtering</a:t>
            </a:r>
          </a:p>
        </p:txBody>
      </p:sp>
      <p:sp>
        <p:nvSpPr>
          <p:cNvPr id="10" name="answer.title">
            <a:extLst xmlns:a="http://schemas.openxmlformats.org/drawingml/2006/main">
              <a:ext uri="{FF2B5EF4-FFF2-40B4-BE49-F238E27FC236}">
                <a16:creationId xmlns:a16="http://schemas.microsoft.com/office/drawing/2014/main" id="{F6A7ECB6-B361-44CD-A6EF-6BB11808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1495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Answer Generation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cd1760289462c"/>
          <a:stretch xmlns:a="http://schemas.openxmlformats.org/drawingml/2006/main"/>
        </p:blipFill>
        <p:spPr>
          <a:xfrm xmlns:a="http://schemas.openxmlformats.org/drawingml/2006/main">
            <a:off x="247650" y="628650"/>
            <a:ext cx="647700" cy="4286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0cf808e064ded"/>
          <a:stretch xmlns:a="http://schemas.openxmlformats.org/drawingml/2006/main"/>
        </p:blipFill>
        <p:spPr>
          <a:xfrm xmlns:a="http://schemas.openxmlformats.org/drawingml/2006/main">
            <a:off x="1171575" y="638175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0b683a64b4bf8"/>
          <a:stretch xmlns:a="http://schemas.openxmlformats.org/drawingml/2006/main"/>
        </p:blipFill>
        <p:spPr>
          <a:xfrm xmlns:a="http://schemas.openxmlformats.org/drawingml/2006/main">
            <a:off x="1885950" y="152400"/>
            <a:ext cx="1066800" cy="495300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8228478214ad5"/>
          <a:stretch xmlns:a="http://schemas.openxmlformats.org/drawingml/2006/main"/>
        </p:blipFill>
        <p:spPr>
          <a:xfrm xmlns:a="http://schemas.openxmlformats.org/drawingml/2006/main">
            <a:off x="3190875" y="647700"/>
            <a:ext cx="476250" cy="495300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f1200530b4f12"/>
          <a:stretch xmlns:a="http://schemas.openxmlformats.org/drawingml/2006/main"/>
        </p:blipFill>
        <p:spPr>
          <a:xfrm xmlns:a="http://schemas.openxmlformats.org/drawingml/2006/main">
            <a:off x="3914775" y="171450"/>
            <a:ext cx="866775" cy="523875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bbcfc064246f3"/>
          <a:stretch xmlns:a="http://schemas.openxmlformats.org/drawingml/2006/main"/>
        </p:blipFill>
        <p:spPr>
          <a:xfrm xmlns:a="http://schemas.openxmlformats.org/drawingml/2006/main">
            <a:off x="3933825" y="828675"/>
            <a:ext cx="609600" cy="40005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c8bd5bfbf4f33"/>
          <a:stretch xmlns:a="http://schemas.openxmlformats.org/drawingml/2006/main"/>
        </p:blipFill>
        <p:spPr>
          <a:xfrm xmlns:a="http://schemas.openxmlformats.org/drawingml/2006/main">
            <a:off x="6210300" y="619125"/>
            <a:ext cx="628650" cy="428625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e6e5c40cc4db2"/>
          <a:stretch xmlns:a="http://schemas.openxmlformats.org/drawingml/2006/main"/>
        </p:blipFill>
        <p:spPr>
          <a:xfrm xmlns:a="http://schemas.openxmlformats.org/drawingml/2006/main">
            <a:off x="7086600" y="638175"/>
            <a:ext cx="476250" cy="495300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eb6cf446a47d4"/>
          <a:stretch xmlns:a="http://schemas.openxmlformats.org/drawingml/2006/main"/>
        </p:blipFill>
        <p:spPr>
          <a:xfrm xmlns:a="http://schemas.openxmlformats.org/drawingml/2006/main">
            <a:off x="7753350" y="161925"/>
            <a:ext cx="895350" cy="523875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689195176445b"/>
          <a:stretch xmlns:a="http://schemas.openxmlformats.org/drawingml/2006/main"/>
        </p:blipFill>
        <p:spPr>
          <a:xfrm xmlns:a="http://schemas.openxmlformats.org/drawingml/2006/main">
            <a:off x="8943975" y="609600"/>
            <a:ext cx="619125" cy="428625"/>
          </a:xfrm>
          <a:prstGeom xmlns:a="http://schemas.openxmlformats.org/drawingml/2006/main" prst="rect">
            <a:avLst/>
          </a:prstGeom>
        </p:spPr>
      </p:pic>
      <p:sp>
        <p:nvSpPr>
          <p:cNvPr id="21" name="top.arrow.0.shaft">
            <a:extLst xmlns:a="http://schemas.openxmlformats.org/drawingml/2006/main">
              <a:ext uri="{FF2B5EF4-FFF2-40B4-BE49-F238E27FC236}">
                <a16:creationId xmlns:a16="http://schemas.microsoft.com/office/drawing/2014/main" id="{D4343C47-23C6-4EF0-A2E9-3104ED0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847725"/>
            <a:ext cx="171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top.arrow.0.head">
            <a:extLst xmlns:a="http://schemas.openxmlformats.org/drawingml/2006/main">
              <a:ext uri="{FF2B5EF4-FFF2-40B4-BE49-F238E27FC236}">
                <a16:creationId xmlns:a16="http://schemas.microsoft.com/office/drawing/2014/main" id="{0562BB52-3667-4ADE-8CC8-5EE12B9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156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top.arrow.1.shaft">
            <a:extLst xmlns:a="http://schemas.openxmlformats.org/drawingml/2006/main">
              <a:ext uri="{FF2B5EF4-FFF2-40B4-BE49-F238E27FC236}">
                <a16:creationId xmlns:a16="http://schemas.microsoft.com/office/drawing/2014/main" id="{173D085F-38D7-471E-9653-7F3AFE4C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847725"/>
            <a:ext cx="162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4" name="top.arrow.1.head">
            <a:extLst xmlns:a="http://schemas.openxmlformats.org/drawingml/2006/main">
              <a:ext uri="{FF2B5EF4-FFF2-40B4-BE49-F238E27FC236}">
                <a16:creationId xmlns:a16="http://schemas.microsoft.com/office/drawing/2014/main" id="{C1A6C2A2-476C-4EBD-AE2C-2AF8A6B2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85938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top.arrow.2.shaft">
            <a:extLst xmlns:a="http://schemas.openxmlformats.org/drawingml/2006/main">
              <a:ext uri="{FF2B5EF4-FFF2-40B4-BE49-F238E27FC236}">
                <a16:creationId xmlns:a16="http://schemas.microsoft.com/office/drawing/2014/main" id="{BE26D835-FFE8-46A3-B0C1-8BBA0A8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847725"/>
            <a:ext cx="1430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6" name="top.arrow.2.head">
            <a:extLst xmlns:a="http://schemas.openxmlformats.org/drawingml/2006/main">
              <a:ext uri="{FF2B5EF4-FFF2-40B4-BE49-F238E27FC236}">
                <a16:creationId xmlns:a16="http://schemas.microsoft.com/office/drawing/2014/main" id="{7C6DA1A2-F63A-4C51-9180-08177A43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9086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top.arrow.3.shaft">
            <a:extLst xmlns:a="http://schemas.openxmlformats.org/drawingml/2006/main">
              <a:ext uri="{FF2B5EF4-FFF2-40B4-BE49-F238E27FC236}">
                <a16:creationId xmlns:a16="http://schemas.microsoft.com/office/drawing/2014/main" id="{F1433D07-C3FC-4C73-B6FF-01999400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847725"/>
            <a:ext cx="1430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8" name="top.arrow.3.head">
            <a:extLst xmlns:a="http://schemas.openxmlformats.org/drawingml/2006/main">
              <a:ext uri="{FF2B5EF4-FFF2-40B4-BE49-F238E27FC236}">
                <a16:creationId xmlns:a16="http://schemas.microsoft.com/office/drawing/2014/main" id="{C714C186-DB3B-4836-8B14-0B12C1D8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1476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top.arrow.4.shaft">
            <a:extLst xmlns:a="http://schemas.openxmlformats.org/drawingml/2006/main">
              <a:ext uri="{FF2B5EF4-FFF2-40B4-BE49-F238E27FC236}">
                <a16:creationId xmlns:a16="http://schemas.microsoft.com/office/drawing/2014/main" id="{B8F955FF-5D92-4100-82F1-91914153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847725"/>
            <a:ext cx="171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0" name="top.arrow.4.head">
            <a:extLst xmlns:a="http://schemas.openxmlformats.org/drawingml/2006/main">
              <a:ext uri="{FF2B5EF4-FFF2-40B4-BE49-F238E27FC236}">
                <a16:creationId xmlns:a16="http://schemas.microsoft.com/office/drawing/2014/main" id="{C1495C48-6E2B-4557-91FE-4FE2003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7681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top.arrow.5.shaft">
            <a:extLst xmlns:a="http://schemas.openxmlformats.org/drawingml/2006/main">
              <a:ext uri="{FF2B5EF4-FFF2-40B4-BE49-F238E27FC236}">
                <a16:creationId xmlns:a16="http://schemas.microsoft.com/office/drawing/2014/main" id="{55656F50-327F-498A-80B5-6BC2C227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847725"/>
            <a:ext cx="1525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2" name="top.arrow.5.head">
            <a:extLst xmlns:a="http://schemas.openxmlformats.org/drawingml/2006/main">
              <a:ext uri="{FF2B5EF4-FFF2-40B4-BE49-F238E27FC236}">
                <a16:creationId xmlns:a16="http://schemas.microsoft.com/office/drawing/2014/main" id="{A1CE7B81-5E23-4ED5-A6FF-0DBD286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9611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top.arrow.6.shaft">
            <a:extLst xmlns:a="http://schemas.openxmlformats.org/drawingml/2006/main">
              <a:ext uri="{FF2B5EF4-FFF2-40B4-BE49-F238E27FC236}">
                <a16:creationId xmlns:a16="http://schemas.microsoft.com/office/drawing/2014/main" id="{6DA86261-E445-4891-80B2-38DF0D8B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847725"/>
            <a:ext cx="859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4" name="top.arrow.6.head">
            <a:extLst xmlns:a="http://schemas.openxmlformats.org/drawingml/2006/main">
              <a:ext uri="{FF2B5EF4-FFF2-40B4-BE49-F238E27FC236}">
                <a16:creationId xmlns:a16="http://schemas.microsoft.com/office/drawing/2014/main" id="{FDB97B2E-C414-4FD1-88BB-E43DC924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6286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5" name="top.arrow.7.shaft">
            <a:extLst xmlns:a="http://schemas.openxmlformats.org/drawingml/2006/main">
              <a:ext uri="{FF2B5EF4-FFF2-40B4-BE49-F238E27FC236}">
                <a16:creationId xmlns:a16="http://schemas.microsoft.com/office/drawing/2014/main" id="{9448725B-5FBF-45BB-89F7-202C396C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847725"/>
            <a:ext cx="181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6" name="top.arrow.7.head">
            <a:extLst xmlns:a="http://schemas.openxmlformats.org/drawingml/2006/main">
              <a:ext uri="{FF2B5EF4-FFF2-40B4-BE49-F238E27FC236}">
                <a16:creationId xmlns:a16="http://schemas.microsoft.com/office/drawing/2014/main" id="{5AB8FDD7-7663-4BDB-993F-8A52A3E5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43963" y="785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0f6e9bd9a4edc"/>
          <a:stretch xmlns:a="http://schemas.openxmlformats.org/drawingml/2006/main"/>
        </p:blipFill>
        <p:spPr>
          <a:xfrm xmlns:a="http://schemas.openxmlformats.org/drawingml/2006/main">
            <a:off x="657225" y="2266950"/>
            <a:ext cx="695325" cy="476250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f93bef0d14adf"/>
          <a:stretch xmlns:a="http://schemas.openxmlformats.org/drawingml/2006/main"/>
        </p:blipFill>
        <p:spPr>
          <a:xfrm xmlns:a="http://schemas.openxmlformats.org/drawingml/2006/main">
            <a:off x="1924050" y="2276475"/>
            <a:ext cx="485775" cy="4857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32e57e0b24e3f"/>
          <a:stretch xmlns:a="http://schemas.openxmlformats.org/drawingml/2006/main"/>
        </p:blipFill>
        <p:spPr>
          <a:xfrm xmlns:a="http://schemas.openxmlformats.org/drawingml/2006/main">
            <a:off x="2847975" y="2095500"/>
            <a:ext cx="1057275" cy="96202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43a0436ad4029"/>
          <a:stretch xmlns:a="http://schemas.openxmlformats.org/drawingml/2006/main"/>
        </p:blipFill>
        <p:spPr>
          <a:xfrm xmlns:a="http://schemas.openxmlformats.org/drawingml/2006/main">
            <a:off x="4181475" y="2276475"/>
            <a:ext cx="476250" cy="495300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70fd589264a94"/>
          <a:stretch xmlns:a="http://schemas.openxmlformats.org/drawingml/2006/main"/>
        </p:blipFill>
        <p:spPr>
          <a:xfrm xmlns:a="http://schemas.openxmlformats.org/drawingml/2006/main">
            <a:off x="5314950" y="2228850"/>
            <a:ext cx="514350" cy="619125"/>
          </a:xfrm>
          <a:prstGeom xmlns:a="http://schemas.openxmlformats.org/drawingml/2006/main" prst="rect">
            <a:avLst/>
          </a:prstGeom>
        </p:spPr>
      </p:pic>
      <p:sp>
        <p:nvSpPr>
          <p:cNvPr id="42" name="row.0.arrow.0.shaft">
            <a:extLst xmlns:a="http://schemas.openxmlformats.org/drawingml/2006/main">
              <a:ext uri="{FF2B5EF4-FFF2-40B4-BE49-F238E27FC236}">
                <a16:creationId xmlns:a16="http://schemas.microsoft.com/office/drawing/2014/main" id="{9201A230-0741-4717-9293-2055047F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33650"/>
            <a:ext cx="4383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3" name="row.0.arrow.0.head">
            <a:extLst xmlns:a="http://schemas.openxmlformats.org/drawingml/2006/main">
              <a:ext uri="{FF2B5EF4-FFF2-40B4-BE49-F238E27FC236}">
                <a16:creationId xmlns:a16="http://schemas.microsoft.com/office/drawing/2014/main" id="{70843A29-BB92-40D2-BDA9-74303167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14513" y="2471738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4" name="row.0.arrow.1.shaft">
            <a:extLst xmlns:a="http://schemas.openxmlformats.org/drawingml/2006/main">
              <a:ext uri="{FF2B5EF4-FFF2-40B4-BE49-F238E27FC236}">
                <a16:creationId xmlns:a16="http://schemas.microsoft.com/office/drawing/2014/main" id="{88CCB1D8-7378-431C-9499-0AC46E76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533650"/>
            <a:ext cx="304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5" name="row.0.arrow.1.head">
            <a:extLst xmlns:a="http://schemas.openxmlformats.org/drawingml/2006/main">
              <a:ext uri="{FF2B5EF4-FFF2-40B4-BE49-F238E27FC236}">
                <a16:creationId xmlns:a16="http://schemas.microsoft.com/office/drawing/2014/main" id="{23A03001-3C9B-47C6-B789-254F5BA2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38438" y="2471738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6" name="row.0.arrow.2.shaft">
            <a:extLst xmlns:a="http://schemas.openxmlformats.org/drawingml/2006/main">
              <a:ext uri="{FF2B5EF4-FFF2-40B4-BE49-F238E27FC236}">
                <a16:creationId xmlns:a16="http://schemas.microsoft.com/office/drawing/2014/main" id="{64D93E23-F5F3-4BB0-8160-20855E1D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533650"/>
            <a:ext cx="1621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7" name="row.0.arrow.2.head">
            <a:extLst xmlns:a="http://schemas.openxmlformats.org/drawingml/2006/main">
              <a:ext uri="{FF2B5EF4-FFF2-40B4-BE49-F238E27FC236}">
                <a16:creationId xmlns:a16="http://schemas.microsoft.com/office/drawing/2014/main" id="{B838D7F8-30E4-445D-B7F3-C69F2A00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81463" y="2471738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8" name="row.0.arrow.3.shaft">
            <a:extLst xmlns:a="http://schemas.openxmlformats.org/drawingml/2006/main">
              <a:ext uri="{FF2B5EF4-FFF2-40B4-BE49-F238E27FC236}">
                <a16:creationId xmlns:a16="http://schemas.microsoft.com/office/drawing/2014/main" id="{3D8519C6-E86E-4DA2-8C39-0074F03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533650"/>
            <a:ext cx="4383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9" name="row.0.arrow.3.head">
            <a:extLst xmlns:a="http://schemas.openxmlformats.org/drawingml/2006/main">
              <a:ext uri="{FF2B5EF4-FFF2-40B4-BE49-F238E27FC236}">
                <a16:creationId xmlns:a16="http://schemas.microsoft.com/office/drawing/2014/main" id="{6A1A1A3A-B696-49AD-8271-97A27741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10163" y="2471738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375b40788475f"/>
          <a:stretch xmlns:a="http://schemas.openxmlformats.org/drawingml/2006/main"/>
        </p:blipFill>
        <p:spPr>
          <a:xfrm xmlns:a="http://schemas.openxmlformats.org/drawingml/2006/main">
            <a:off x="657225" y="3590925"/>
            <a:ext cx="695325" cy="476250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a390c543d420f"/>
          <a:stretch xmlns:a="http://schemas.openxmlformats.org/drawingml/2006/main"/>
        </p:blipFill>
        <p:spPr>
          <a:xfrm xmlns:a="http://schemas.openxmlformats.org/drawingml/2006/main">
            <a:off x="1924050" y="3629025"/>
            <a:ext cx="485775" cy="4857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07aa8c8f54371"/>
          <a:stretch xmlns:a="http://schemas.openxmlformats.org/drawingml/2006/main"/>
        </p:blipFill>
        <p:spPr>
          <a:xfrm xmlns:a="http://schemas.openxmlformats.org/drawingml/2006/main">
            <a:off x="2847975" y="3133725"/>
            <a:ext cx="1057275" cy="96202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c59a35ddb4381"/>
          <a:stretch xmlns:a="http://schemas.openxmlformats.org/drawingml/2006/main"/>
        </p:blipFill>
        <p:spPr>
          <a:xfrm xmlns:a="http://schemas.openxmlformats.org/drawingml/2006/main">
            <a:off x="4181475" y="3629025"/>
            <a:ext cx="476250" cy="495300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e7f1a00ec4883"/>
          <a:stretch xmlns:a="http://schemas.openxmlformats.org/drawingml/2006/main"/>
        </p:blipFill>
        <p:spPr>
          <a:xfrm xmlns:a="http://schemas.openxmlformats.org/drawingml/2006/main">
            <a:off x="5219700" y="3571875"/>
            <a:ext cx="685800" cy="666750"/>
          </a:xfrm>
          <a:prstGeom xmlns:a="http://schemas.openxmlformats.org/drawingml/2006/main" prst="rect">
            <a:avLst/>
          </a:prstGeom>
        </p:spPr>
      </p:pic>
      <p:sp>
        <p:nvSpPr>
          <p:cNvPr id="55" name="row.1.arrow.0.shaft">
            <a:extLst xmlns:a="http://schemas.openxmlformats.org/drawingml/2006/main">
              <a:ext uri="{FF2B5EF4-FFF2-40B4-BE49-F238E27FC236}">
                <a16:creationId xmlns:a16="http://schemas.microsoft.com/office/drawing/2014/main" id="{70087B58-DCDB-4E61-AB24-AF2BB5FC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895725"/>
            <a:ext cx="4383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6" name="row.1.arrow.0.head">
            <a:extLst xmlns:a="http://schemas.openxmlformats.org/drawingml/2006/main">
              <a:ext uri="{FF2B5EF4-FFF2-40B4-BE49-F238E27FC236}">
                <a16:creationId xmlns:a16="http://schemas.microsoft.com/office/drawing/2014/main" id="{ACEAC216-DFDD-4E73-9EB2-50DAC4E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14513" y="3833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7" name="row.1.arrow.1.shaft">
            <a:extLst xmlns:a="http://schemas.openxmlformats.org/drawingml/2006/main">
              <a:ext uri="{FF2B5EF4-FFF2-40B4-BE49-F238E27FC236}">
                <a16:creationId xmlns:a16="http://schemas.microsoft.com/office/drawing/2014/main" id="{408342B9-73E0-4B11-B855-E477F1E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895725"/>
            <a:ext cx="304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8" name="row.1.arrow.1.head">
            <a:extLst xmlns:a="http://schemas.openxmlformats.org/drawingml/2006/main">
              <a:ext uri="{FF2B5EF4-FFF2-40B4-BE49-F238E27FC236}">
                <a16:creationId xmlns:a16="http://schemas.microsoft.com/office/drawing/2014/main" id="{8900DFA0-CCEC-4E95-BC51-3642356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38438" y="3833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9" name="row.1.arrow.2.shaft">
            <a:extLst xmlns:a="http://schemas.openxmlformats.org/drawingml/2006/main">
              <a:ext uri="{FF2B5EF4-FFF2-40B4-BE49-F238E27FC236}">
                <a16:creationId xmlns:a16="http://schemas.microsoft.com/office/drawing/2014/main" id="{25FBE78B-CB45-4697-BC2C-24B076F6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895725"/>
            <a:ext cx="1621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0" name="row.1.arrow.2.head">
            <a:extLst xmlns:a="http://schemas.openxmlformats.org/drawingml/2006/main">
              <a:ext uri="{FF2B5EF4-FFF2-40B4-BE49-F238E27FC236}">
                <a16:creationId xmlns:a16="http://schemas.microsoft.com/office/drawing/2014/main" id="{89BE9FAB-59DB-4743-B90A-8E48D7B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81463" y="3833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1" name="row.1.arrow.3.shaft">
            <a:extLst xmlns:a="http://schemas.openxmlformats.org/drawingml/2006/main">
              <a:ext uri="{FF2B5EF4-FFF2-40B4-BE49-F238E27FC236}">
                <a16:creationId xmlns:a16="http://schemas.microsoft.com/office/drawing/2014/main" id="{AD4FFA77-A23C-46E8-BAE1-7547E7A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895725"/>
            <a:ext cx="4383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2" name="row.1.arrow.3.head">
            <a:extLst xmlns:a="http://schemas.openxmlformats.org/drawingml/2006/main">
              <a:ext uri="{FF2B5EF4-FFF2-40B4-BE49-F238E27FC236}">
                <a16:creationId xmlns:a16="http://schemas.microsoft.com/office/drawing/2014/main" id="{8E1A8757-90BE-4DEF-BD01-3BF4C8E3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10163" y="38338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88fa629234bc4"/>
          <a:stretch xmlns:a="http://schemas.openxmlformats.org/drawingml/2006/main"/>
        </p:blipFill>
        <p:spPr>
          <a:xfrm xmlns:a="http://schemas.openxmlformats.org/drawingml/2006/main">
            <a:off x="657225" y="4895850"/>
            <a:ext cx="695325" cy="476250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fefd248e34970"/>
          <a:stretch xmlns:a="http://schemas.openxmlformats.org/drawingml/2006/main"/>
        </p:blipFill>
        <p:spPr>
          <a:xfrm xmlns:a="http://schemas.openxmlformats.org/drawingml/2006/main">
            <a:off x="1924050" y="4953000"/>
            <a:ext cx="485775" cy="485775"/>
          </a:xfrm>
          <a:prstGeom xmlns:a="http://schemas.openxmlformats.org/drawingml/2006/main" prst="rect">
            <a:avLst/>
          </a:prstGeom>
        </p:spPr>
      </p:pic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0a5b83e84f5f"/>
          <a:stretch xmlns:a="http://schemas.openxmlformats.org/drawingml/2006/main"/>
        </p:blipFill>
        <p:spPr>
          <a:xfrm xmlns:a="http://schemas.openxmlformats.org/drawingml/2006/main">
            <a:off x="2847975" y="4514850"/>
            <a:ext cx="1057275" cy="962025"/>
          </a:xfrm>
          <a:prstGeom xmlns:a="http://schemas.openxmlformats.org/drawingml/2006/main" prst="rect">
            <a:avLst/>
          </a:prstGeom>
        </p:spPr>
      </p:pic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749506d2f4fad"/>
          <a:stretch xmlns:a="http://schemas.openxmlformats.org/drawingml/2006/main"/>
        </p:blipFill>
        <p:spPr>
          <a:xfrm xmlns:a="http://schemas.openxmlformats.org/drawingml/2006/main">
            <a:off x="4181475" y="4953000"/>
            <a:ext cx="476250" cy="495300"/>
          </a:xfrm>
          <a:prstGeom xmlns:a="http://schemas.openxmlformats.org/drawingml/2006/main" prst="rect">
            <a:avLst/>
          </a:prstGeom>
        </p:spPr>
      </p:pic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369ea6a27450a"/>
          <a:stretch xmlns:a="http://schemas.openxmlformats.org/drawingml/2006/main"/>
        </p:blipFill>
        <p:spPr>
          <a:xfrm xmlns:a="http://schemas.openxmlformats.org/drawingml/2006/main">
            <a:off x="5410200" y="4895850"/>
            <a:ext cx="514350" cy="619125"/>
          </a:xfrm>
          <a:prstGeom xmlns:a="http://schemas.openxmlformats.org/drawingml/2006/main" prst="rect">
            <a:avLst/>
          </a:prstGeom>
        </p:spPr>
      </p:pic>
      <p:sp>
        <p:nvSpPr>
          <p:cNvPr id="68" name="row.2.arrow.0.shaft">
            <a:extLst xmlns:a="http://schemas.openxmlformats.org/drawingml/2006/main">
              <a:ext uri="{FF2B5EF4-FFF2-40B4-BE49-F238E27FC236}">
                <a16:creationId xmlns:a16="http://schemas.microsoft.com/office/drawing/2014/main" id="{02989740-EFA3-4906-BC7E-706B8B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267325"/>
            <a:ext cx="4383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9" name="row.2.arrow.0.head">
            <a:extLst xmlns:a="http://schemas.openxmlformats.org/drawingml/2006/main">
              <a:ext uri="{FF2B5EF4-FFF2-40B4-BE49-F238E27FC236}">
                <a16:creationId xmlns:a16="http://schemas.microsoft.com/office/drawing/2014/main" id="{543B2683-7CDD-4673-9B29-44134828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14513" y="52054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0" name="row.2.arrow.1.shaft">
            <a:extLst xmlns:a="http://schemas.openxmlformats.org/drawingml/2006/main">
              <a:ext uri="{FF2B5EF4-FFF2-40B4-BE49-F238E27FC236}">
                <a16:creationId xmlns:a16="http://schemas.microsoft.com/office/drawing/2014/main" id="{FDDBD247-EFDC-40F9-886B-4FB05B9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267325"/>
            <a:ext cx="304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1" name="row.2.arrow.1.head">
            <a:extLst xmlns:a="http://schemas.openxmlformats.org/drawingml/2006/main">
              <a:ext uri="{FF2B5EF4-FFF2-40B4-BE49-F238E27FC236}">
                <a16:creationId xmlns:a16="http://schemas.microsoft.com/office/drawing/2014/main" id="{D1DF2C7D-8B2F-4ED8-9811-3F3D0871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38438" y="52054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2" name="row.2.arrow.2.shaft">
            <a:extLst xmlns:a="http://schemas.openxmlformats.org/drawingml/2006/main">
              <a:ext uri="{FF2B5EF4-FFF2-40B4-BE49-F238E27FC236}">
                <a16:creationId xmlns:a16="http://schemas.microsoft.com/office/drawing/2014/main" id="{51DCA1F4-4E1D-47E2-A4D8-04A2302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5267325"/>
            <a:ext cx="1621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3" name="row.2.arrow.2.head">
            <a:extLst xmlns:a="http://schemas.openxmlformats.org/drawingml/2006/main">
              <a:ext uri="{FF2B5EF4-FFF2-40B4-BE49-F238E27FC236}">
                <a16:creationId xmlns:a16="http://schemas.microsoft.com/office/drawing/2014/main" id="{9A6F2B06-92FB-439F-BE38-13F8B75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81463" y="52054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4" name="row.2.arrow.3.shaft">
            <a:extLst xmlns:a="http://schemas.openxmlformats.org/drawingml/2006/main">
              <a:ext uri="{FF2B5EF4-FFF2-40B4-BE49-F238E27FC236}">
                <a16:creationId xmlns:a16="http://schemas.microsoft.com/office/drawing/2014/main" id="{BD10B40A-61B5-4AA4-89E4-59A86C5E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5267325"/>
            <a:ext cx="4383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5" name="row.2.arrow.3.head">
            <a:extLst xmlns:a="http://schemas.openxmlformats.org/drawingml/2006/main">
              <a:ext uri="{FF2B5EF4-FFF2-40B4-BE49-F238E27FC236}">
                <a16:creationId xmlns:a16="http://schemas.microsoft.com/office/drawing/2014/main" id="{EE1FE29B-FCF3-4385-AB9E-2A9FDAE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10163" y="520541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4e80c48ea4e12"/>
          <a:stretch xmlns:a="http://schemas.openxmlformats.org/drawingml/2006/main"/>
        </p:blipFill>
        <p:spPr>
          <a:xfrm xmlns:a="http://schemas.openxmlformats.org/drawingml/2006/main">
            <a:off x="6791325" y="3257550"/>
            <a:ext cx="1190625" cy="1323975"/>
          </a:xfrm>
          <a:prstGeom xmlns:a="http://schemas.openxmlformats.org/drawingml/2006/main" prst="rect">
            <a:avLst/>
          </a:prstGeom>
        </p:spPr>
      </p:pic>
      <p:sp>
        <p:nvSpPr>
          <p:cNvPr id="77" name="merge.1.shaft">
            <a:extLst xmlns:a="http://schemas.openxmlformats.org/drawingml/2006/main">
              <a:ext uri="{FF2B5EF4-FFF2-40B4-BE49-F238E27FC236}">
                <a16:creationId xmlns:a16="http://schemas.microsoft.com/office/drawing/2014/main" id="{86A8F709-866C-45E9-9B0B-DEF940D3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60287">
            <a:off x="5571421" y="3132149"/>
            <a:ext cx="14801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111"/>
            </a:solidFill>
            <a:prstDash val="solid"/>
          </a:ln>
        </p:spPr>
      </p:sp>
      <p:sp>
        <p:nvSpPr>
          <p:cNvPr id="78" name="merge.1.head">
            <a:extLst xmlns:a="http://schemas.openxmlformats.org/drawingml/2006/main">
              <a:ext uri="{FF2B5EF4-FFF2-40B4-BE49-F238E27FC236}">
                <a16:creationId xmlns:a16="http://schemas.microsoft.com/office/drawing/2014/main" id="{EA7E3A83-E849-42E2-8CDE-13DD944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60287">
            <a:off x="6648450" y="37528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9" name="merge.2.shaft">
            <a:extLst xmlns:a="http://schemas.openxmlformats.org/drawingml/2006/main">
              <a:ext uri="{FF2B5EF4-FFF2-40B4-BE49-F238E27FC236}">
                <a16:creationId xmlns:a16="http://schemas.microsoft.com/office/drawing/2014/main" id="{F7EEDD1A-22CA-469D-A1C1-2A32D75F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3914775"/>
            <a:ext cx="7299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111"/>
            </a:solidFill>
            <a:prstDash val="solid"/>
          </a:ln>
        </p:spPr>
      </p:sp>
      <p:sp>
        <p:nvSpPr>
          <p:cNvPr id="80" name="merge.2.head">
            <a:extLst xmlns:a="http://schemas.openxmlformats.org/drawingml/2006/main">
              <a:ext uri="{FF2B5EF4-FFF2-40B4-BE49-F238E27FC236}">
                <a16:creationId xmlns:a16="http://schemas.microsoft.com/office/drawing/2014/main" id="{EBC68447-B8DB-4BA3-89EC-292C4A0D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48450" y="3838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1" name="merge.3.shaft">
            <a:extLst xmlns:a="http://schemas.openxmlformats.org/drawingml/2006/main">
              <a:ext uri="{FF2B5EF4-FFF2-40B4-BE49-F238E27FC236}">
                <a16:creationId xmlns:a16="http://schemas.microsoft.com/office/drawing/2014/main" id="{5F20649D-00AA-40F7-A75C-71ED50DC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22347">
            <a:off x="5618801" y="4649035"/>
            <a:ext cx="13829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111"/>
            </a:solidFill>
            <a:prstDash val="solid"/>
          </a:ln>
        </p:spPr>
      </p:sp>
      <p:sp>
        <p:nvSpPr>
          <p:cNvPr id="82" name="merge.3.head">
            <a:extLst xmlns:a="http://schemas.openxmlformats.org/drawingml/2006/main">
              <a:ext uri="{FF2B5EF4-FFF2-40B4-BE49-F238E27FC236}">
                <a16:creationId xmlns:a16="http://schemas.microsoft.com/office/drawing/2014/main" id="{2ED2B27A-C216-49FE-A4D7-375C704D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7653">
            <a:off x="6648450" y="3933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8e1f0501b425f"/>
          <a:stretch xmlns:a="http://schemas.openxmlformats.org/drawingml/2006/main"/>
        </p:blipFill>
        <p:spPr>
          <a:xfrm xmlns:a="http://schemas.openxmlformats.org/drawingml/2006/main">
            <a:off x="8239125" y="3629025"/>
            <a:ext cx="476250" cy="495300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9aba986ec4176"/>
          <a:stretch xmlns:a="http://schemas.openxmlformats.org/drawingml/2006/main"/>
        </p:blipFill>
        <p:spPr>
          <a:xfrm xmlns:a="http://schemas.openxmlformats.org/drawingml/2006/main">
            <a:off x="9048750" y="3638550"/>
            <a:ext cx="371475" cy="457200"/>
          </a:xfrm>
          <a:prstGeom xmlns:a="http://schemas.openxmlformats.org/drawingml/2006/main" prst="rect">
            <a:avLst/>
          </a:prstGeom>
        </p:spPr>
      </p:pic>
      <p:sp>
        <p:nvSpPr>
          <p:cNvPr id="85" name="union-llm.shaft">
            <a:extLst xmlns:a="http://schemas.openxmlformats.org/drawingml/2006/main">
              <a:ext uri="{FF2B5EF4-FFF2-40B4-BE49-F238E27FC236}">
                <a16:creationId xmlns:a16="http://schemas.microsoft.com/office/drawing/2014/main" id="{3AE6A968-F057-4D6D-8F27-1EEF5E22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3914775"/>
            <a:ext cx="1430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6" name="union-llm.head">
            <a:extLst xmlns:a="http://schemas.openxmlformats.org/drawingml/2006/main">
              <a:ext uri="{FF2B5EF4-FFF2-40B4-BE49-F238E27FC236}">
                <a16:creationId xmlns:a16="http://schemas.microsoft.com/office/drawing/2014/main" id="{B08C99DE-CA62-4F2C-B34B-720B8E80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29588" y="385286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7" name="llm-answer.shaft">
            <a:extLst xmlns:a="http://schemas.openxmlformats.org/drawingml/2006/main">
              <a:ext uri="{FF2B5EF4-FFF2-40B4-BE49-F238E27FC236}">
                <a16:creationId xmlns:a16="http://schemas.microsoft.com/office/drawing/2014/main" id="{E1E9FE03-8BA8-4EB1-8D54-B0E25470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3914775"/>
            <a:ext cx="2192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8" name="llm-answer.head">
            <a:extLst xmlns:a="http://schemas.openxmlformats.org/drawingml/2006/main">
              <a:ext uri="{FF2B5EF4-FFF2-40B4-BE49-F238E27FC236}">
                <a16:creationId xmlns:a16="http://schemas.microsoft.com/office/drawing/2014/main" id="{10E0AD80-B405-4476-A3D4-E7C43C81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48738" y="3852863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9" name="external.labels">
            <a:extLst xmlns:a="http://schemas.openxmlformats.org/drawingml/2006/main">
              <a:ext uri="{FF2B5EF4-FFF2-40B4-BE49-F238E27FC236}">
                <a16:creationId xmlns:a16="http://schemas.microsoft.com/office/drawing/2014/main" id="{31388DBC-14C0-435F-A2F7-7A75CE53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66800"/>
            <a:ext cx="566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Input query q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Knowledge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Base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Retrieved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Knowledge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LLM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LLM Response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External Knowledge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Augmented Query q_in</a:t>
            </a:r>
          </a:p>
        </p:txBody>
      </p:sp>
      <p:sp>
        <p:nvSpPr>
          <p:cNvPr id="90" name="internal.labels">
            <a:extLst xmlns:a="http://schemas.openxmlformats.org/drawingml/2006/main">
              <a:ext uri="{FF2B5EF4-FFF2-40B4-BE49-F238E27FC236}">
                <a16:creationId xmlns:a16="http://schemas.microsoft.com/office/drawing/2014/main" id="{CC9A8B99-71EF-4820-B7EB-200F1C3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57275"/>
            <a:ext cx="3562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Input query q        LLM        LLM Response        Internal Knowledge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Augmented Query q_in</a:t>
            </a:r>
          </a:p>
        </p:txBody>
      </p:sp>
    </p:spTree>
    <p:extLst>
      <p:ext uri="{BB962C8B-B14F-4D97-AF65-F5344CB8AC3E}">
        <p14:creationId xmlns:p14="http://schemas.microsoft.com/office/powerpoint/2010/main" val="1081162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2026-07-31T03:07:02.9820000Z</dcterms:created>
  <dcterms:modified xsi:type="dcterms:W3CDTF">2026-07-31T03:07:02.9820000Z</dcterms:modified>
</coreProperties>
</file>