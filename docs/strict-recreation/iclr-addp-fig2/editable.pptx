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006101d52647d6" /><Relationship Type="http://schemas.openxmlformats.org/officeDocument/2006/relationships/extended-properties" Target="/docProps/app.xml" Id="R678c0de31ae24c95" /><Relationship Type="http://schemas.openxmlformats.org/officeDocument/2006/relationships/officeDocument" Target="/ppt/presentation.xml" Id="R38f0a7abd7014e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cd321f2b604d83"/>
  </p:sldMasterIdLst>
  <p:notesMasterIdLst>
    <p:notesMasterId xmlns:r="http://schemas.openxmlformats.org/officeDocument/2006/relationships" r:id="Rda2656662d824cc3"/>
  </p:notesMasterIdLst>
  <p:sldIdLst>
    <p:sldId xmlns:r="http://schemas.openxmlformats.org/officeDocument/2006/relationships" id="256" r:id="R66a1896462b54545"/>
  </p:sldIdLst>
  <p:sldSz cx="9429750" cy="3124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0ecc5ad5894c49" /><Relationship Type="http://schemas.openxmlformats.org/officeDocument/2006/relationships/slideMaster" Target="/ppt/slideMasters/slideMaster1.xml" Id="R14cd321f2b604d83" /><Relationship Type="http://schemas.openxmlformats.org/officeDocument/2006/relationships/notesMaster" Target="/ppt/notesMasters/notesMaster1.xml" Id="Rda2656662d824cc3" /><Relationship Type="http://schemas.openxmlformats.org/officeDocument/2006/relationships/presProps" Target="/ppt/presProps.xml" Id="R2afc2991fd2748be" /><Relationship Type="http://schemas.openxmlformats.org/officeDocument/2006/relationships/tableStyles" Target="/ppt/tableStyles.xml" Id="Rbe1e6964ec0b4ef9" /><Relationship Type="http://schemas.openxmlformats.org/officeDocument/2006/relationships/slide" Target="/ppt/slides/slide1.xml" Id="R66a1896462b545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44bf73441d49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6e49e9713b42b1" /><Relationship Type="http://schemas.openxmlformats.org/officeDocument/2006/relationships/notesMaster" Target="/ppt/notesMasters/notesMaster1.xml" Id="Ra5e0f4807def40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https://openreview.net/forum?id=cMPm8YFXZe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dda6936b5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3208dec4b04ee1" /><Relationship Type="http://schemas.openxmlformats.org/officeDocument/2006/relationships/slideLayout" Target="/ppt/slideLayouts/slideLayout1.xml" Id="R1e473982f43646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473982f43646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aa4c0f79e40bc" /><Relationship Type="http://schemas.openxmlformats.org/officeDocument/2006/relationships/image" Target="/ppt/media/image.png" Id="Rfc976bb78a704b76" /><Relationship Type="http://schemas.openxmlformats.org/officeDocument/2006/relationships/image" Target="/ppt/media/image2.png" Id="R17070d8404764b6d" /><Relationship Type="http://schemas.openxmlformats.org/officeDocument/2006/relationships/image" Target="/ppt/media/image3.png" Id="Rd2a79f550394498f" /><Relationship Type="http://schemas.openxmlformats.org/officeDocument/2006/relationships/image" Target="/ppt/media/image4.png" Id="R19d21e48f6a94483" /><Relationship Type="http://schemas.openxmlformats.org/officeDocument/2006/relationships/image" Target="/ppt/media/image5.png" Id="Rf0657b8c72b1472b" /><Relationship Type="http://schemas.openxmlformats.org/officeDocument/2006/relationships/image" Target="/ppt/media/image6.png" Id="Rfc646a308dd7446f" /><Relationship Type="http://schemas.openxmlformats.org/officeDocument/2006/relationships/image" Target="/ppt/media/image7.png" Id="Rae84ffc076e74671" /><Relationship Type="http://schemas.openxmlformats.org/officeDocument/2006/relationships/image" Target="/ppt/media/image8.png" Id="R62dbb02d83884731" /><Relationship Type="http://schemas.openxmlformats.org/officeDocument/2006/relationships/image" Target="/ppt/media/image9.png" Id="Rfb9d6ddcaab44706" /><Relationship Type="http://schemas.openxmlformats.org/officeDocument/2006/relationships/image" Target="/ppt/media/image10.png" Id="R1a9f6c42e71a490d" /><Relationship Type="http://schemas.openxmlformats.org/officeDocument/2006/relationships/image" Target="/ppt/media/image11.png" Id="R12dd939543c84689" /><Relationship Type="http://schemas.openxmlformats.org/officeDocument/2006/relationships/notesSlide" Target="/ppt/notesSlides/notesSlide1.xml" Id="R8d7f4ec5b03f41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legend.decode">
            <a:extLst xmlns:a="http://schemas.openxmlformats.org/drawingml/2006/main">
              <a:ext uri="{FF2B5EF4-FFF2-40B4-BE49-F238E27FC236}">
                <a16:creationId xmlns:a16="http://schemas.microsoft.com/office/drawing/2014/main" id="{E7810826-831F-41B6-B375-AA524280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57275"/>
            <a:ext cx="100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Token-to-Pixel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Decoding</a:t>
            </a:r>
          </a:p>
        </p:txBody>
      </p:sp>
      <p:sp>
        <p:nvSpPr>
          <p:cNvPr id="2" name="legend.generate">
            <a:extLst xmlns:a="http://schemas.openxmlformats.org/drawingml/2006/main">
              <a:ext uri="{FF2B5EF4-FFF2-40B4-BE49-F238E27FC236}">
                <a16:creationId xmlns:a16="http://schemas.microsoft.com/office/drawing/2014/main" id="{623CC8BD-1FF3-481E-8D57-D2EFD2B2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0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Pixel-to-Token</a:t>
            </a:r>
          </a:p>
          <a:p xmlns:a="http://schemas.openxmlformats.org/drawingml/2006/main">
            <a:pPr algn="ctr">
              <a:defRPr sz="1125" b="0" i="0">
                <a:solidFill>
                  <a:srgbClr val="111111"/>
                </a:solidFill>
              </a:defRPr>
            </a:pPr>
            <a:r>
              <a:rPr sz="1125" b="0" i="0">
                <a:solidFill>
                  <a:srgbClr val="111111"/>
                </a:solidFill>
              </a:rPr>
              <a:t>Generation</a:t>
            </a:r>
          </a:p>
        </p:txBody>
      </p:sp>
      <p:sp>
        <p:nvSpPr>
          <p:cNvPr id="3" name="legend.blue.shaft">
            <a:extLst xmlns:a="http://schemas.openxmlformats.org/drawingml/2006/main">
              <a:ext uri="{FF2B5EF4-FFF2-40B4-BE49-F238E27FC236}">
                <a16:creationId xmlns:a16="http://schemas.microsoft.com/office/drawing/2014/main" id="{0CC89FD2-D175-4A5E-AB86-291ECC05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" y="1228725"/>
            <a:ext cx="236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172D5"/>
            </a:solidFill>
            <a:prstDash val="solid"/>
          </a:ln>
        </p:spPr>
      </p:sp>
      <p:sp>
        <p:nvSpPr>
          <p:cNvPr id="4" name="legend.blue.head">
            <a:extLst xmlns:a="http://schemas.openxmlformats.org/drawingml/2006/main">
              <a:ext uri="{FF2B5EF4-FFF2-40B4-BE49-F238E27FC236}">
                <a16:creationId xmlns:a16="http://schemas.microsoft.com/office/drawing/2014/main" id="{C5F2D81A-F3AD-4543-B079-6D7033B8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275" y="1185863"/>
            <a:ext cx="76200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2D5"/>
          </a:solidFill>
          <a:ln xmlns:a="http://schemas.openxmlformats.org/drawingml/2006/main" w="0">
            <a:solidFill>
              <a:srgbClr val="3172D5"/>
            </a:solidFill>
            <a:prstDash val="solid"/>
          </a:ln>
        </p:spPr>
      </p:sp>
      <p:sp>
        <p:nvSpPr>
          <p:cNvPr id="5" name="legend.red.shaft">
            <a:extLst xmlns:a="http://schemas.openxmlformats.org/drawingml/2006/main">
              <a:ext uri="{FF2B5EF4-FFF2-40B4-BE49-F238E27FC236}">
                <a16:creationId xmlns:a16="http://schemas.microsoft.com/office/drawing/2014/main" id="{02EC923E-5E46-44A2-844A-66AD8E56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" y="1685925"/>
            <a:ext cx="236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191C"/>
            </a:solidFill>
            <a:prstDash val="solid"/>
          </a:ln>
        </p:spPr>
      </p:sp>
      <p:sp>
        <p:nvSpPr>
          <p:cNvPr id="6" name="legend.red.head">
            <a:extLst xmlns:a="http://schemas.openxmlformats.org/drawingml/2006/main">
              <a:ext uri="{FF2B5EF4-FFF2-40B4-BE49-F238E27FC236}">
                <a16:creationId xmlns:a16="http://schemas.microsoft.com/office/drawing/2014/main" id="{4657985A-FD9A-41B6-A33C-4EB50E2F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275" y="1643063"/>
            <a:ext cx="76200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191C"/>
          </a:solidFill>
          <a:ln xmlns:a="http://schemas.openxmlformats.org/drawingml/2006/main" w="0">
            <a:solidFill>
              <a:srgbClr val="D7191C"/>
            </a:solidFill>
            <a:prstDash val="solid"/>
          </a:ln>
        </p:spPr>
      </p:sp>
      <p:sp>
        <p:nvSpPr>
          <p:cNvPr id="7" name="process">
            <a:extLst xmlns:a="http://schemas.openxmlformats.org/drawingml/2006/main">
              <a:ext uri="{FF2B5EF4-FFF2-40B4-BE49-F238E27FC236}">
                <a16:creationId xmlns:a16="http://schemas.microsoft.com/office/drawing/2014/main" id="{DCA96D8B-2134-4125-9FBD-CE254C7B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02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Alternating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Denoising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Process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76bb78a704b76"/>
          <a:stretch xmlns:a="http://schemas.openxmlformats.org/drawingml/2006/main"/>
        </p:blipFill>
        <p:spPr>
          <a:xfrm xmlns:a="http://schemas.openxmlformats.org/drawingml/2006/main">
            <a:off x="1943100" y="1104900"/>
            <a:ext cx="504825" cy="66675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70d8404764b6d"/>
          <a:stretch xmlns:a="http://schemas.openxmlformats.org/drawingml/2006/main"/>
        </p:blipFill>
        <p:spPr>
          <a:xfrm xmlns:a="http://schemas.openxmlformats.org/drawingml/2006/main">
            <a:off x="2714625" y="1104900"/>
            <a:ext cx="552450" cy="66675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79f550394498f"/>
          <a:stretch xmlns:a="http://schemas.openxmlformats.org/drawingml/2006/main"/>
        </p:blipFill>
        <p:spPr>
          <a:xfrm xmlns:a="http://schemas.openxmlformats.org/drawingml/2006/main">
            <a:off x="4514850" y="1104900"/>
            <a:ext cx="514350" cy="66675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21e48f6a94483"/>
          <a:stretch xmlns:a="http://schemas.openxmlformats.org/drawingml/2006/main"/>
        </p:blipFill>
        <p:spPr>
          <a:xfrm xmlns:a="http://schemas.openxmlformats.org/drawingml/2006/main">
            <a:off x="5286375" y="1104900"/>
            <a:ext cx="552450" cy="66675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57b8c72b1472b"/>
          <a:stretch xmlns:a="http://schemas.openxmlformats.org/drawingml/2006/main"/>
        </p:blipFill>
        <p:spPr>
          <a:xfrm xmlns:a="http://schemas.openxmlformats.org/drawingml/2006/main">
            <a:off x="7077075" y="1104900"/>
            <a:ext cx="514350" cy="6667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46a308dd7446f"/>
          <a:stretch xmlns:a="http://schemas.openxmlformats.org/drawingml/2006/main"/>
        </p:blipFill>
        <p:spPr>
          <a:xfrm xmlns:a="http://schemas.openxmlformats.org/drawingml/2006/main">
            <a:off x="7848600" y="1104900"/>
            <a:ext cx="552450" cy="6667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4ffc076e74671"/>
          <a:stretch xmlns:a="http://schemas.openxmlformats.org/drawingml/2006/main"/>
        </p:blipFill>
        <p:spPr>
          <a:xfrm xmlns:a="http://schemas.openxmlformats.org/drawingml/2006/main">
            <a:off x="1619250" y="2133600"/>
            <a:ext cx="723900" cy="733425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bb02d83884731"/>
          <a:stretch xmlns:a="http://schemas.openxmlformats.org/drawingml/2006/main"/>
        </p:blipFill>
        <p:spPr>
          <a:xfrm xmlns:a="http://schemas.openxmlformats.org/drawingml/2006/main">
            <a:off x="2828925" y="2133600"/>
            <a:ext cx="723900" cy="733425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d6ddcaab44706"/>
          <a:stretch xmlns:a="http://schemas.openxmlformats.org/drawingml/2006/main"/>
        </p:blipFill>
        <p:spPr>
          <a:xfrm xmlns:a="http://schemas.openxmlformats.org/drawingml/2006/main">
            <a:off x="4162425" y="2133600"/>
            <a:ext cx="742950" cy="733425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f6c42e71a490d"/>
          <a:stretch xmlns:a="http://schemas.openxmlformats.org/drawingml/2006/main"/>
        </p:blipFill>
        <p:spPr>
          <a:xfrm xmlns:a="http://schemas.openxmlformats.org/drawingml/2006/main">
            <a:off x="5381625" y="2133600"/>
            <a:ext cx="742950" cy="733425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d939543c84689"/>
          <a:stretch xmlns:a="http://schemas.openxmlformats.org/drawingml/2006/main"/>
        </p:blipFill>
        <p:spPr>
          <a:xfrm xmlns:a="http://schemas.openxmlformats.org/drawingml/2006/main">
            <a:off x="6753225" y="2133600"/>
            <a:ext cx="733425" cy="733425"/>
          </a:xfrm>
          <a:prstGeom xmlns:a="http://schemas.openxmlformats.org/drawingml/2006/main" prst="rect">
            <a:avLst/>
          </a:prstGeom>
        </p:spPr>
      </p:pic>
      <p:sp>
        <p:nvSpPr>
          <p:cNvPr id="19" name="label.z0">
            <a:extLst xmlns:a="http://schemas.openxmlformats.org/drawingml/2006/main">
              <a:ext uri="{FF2B5EF4-FFF2-40B4-BE49-F238E27FC236}">
                <a16:creationId xmlns:a16="http://schemas.microsoft.com/office/drawing/2014/main" id="{EF4C57BC-6E7D-452A-B5F4-2E0FE86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001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z₀</a:t>
            </a:r>
          </a:p>
        </p:txBody>
      </p:sp>
      <p:sp>
        <p:nvSpPr>
          <p:cNvPr id="20" name="label.zb0">
            <a:extLst xmlns:a="http://schemas.openxmlformats.org/drawingml/2006/main">
              <a:ext uri="{FF2B5EF4-FFF2-40B4-BE49-F238E27FC236}">
                <a16:creationId xmlns:a16="http://schemas.microsoft.com/office/drawing/2014/main" id="{AAED51D3-EFFB-4266-BB98-BB96CECA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0001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z̄₀</a:t>
            </a:r>
          </a:p>
        </p:txBody>
      </p:sp>
      <p:sp>
        <p:nvSpPr>
          <p:cNvPr id="21" name="label.zt">
            <a:extLst xmlns:a="http://schemas.openxmlformats.org/drawingml/2006/main">
              <a:ext uri="{FF2B5EF4-FFF2-40B4-BE49-F238E27FC236}">
                <a16:creationId xmlns:a16="http://schemas.microsoft.com/office/drawing/2014/main" id="{04FD29A9-08B5-4FDB-8562-5E7BEC97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0001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zₜ</a:t>
            </a:r>
          </a:p>
        </p:txBody>
      </p:sp>
      <p:sp>
        <p:nvSpPr>
          <p:cNvPr id="22" name="label.zbt">
            <a:extLst xmlns:a="http://schemas.openxmlformats.org/drawingml/2006/main">
              <a:ext uri="{FF2B5EF4-FFF2-40B4-BE49-F238E27FC236}">
                <a16:creationId xmlns:a16="http://schemas.microsoft.com/office/drawing/2014/main" id="{85C58B88-CFD8-47B1-8D42-3DDE9494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001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z̄ₜ</a:t>
            </a:r>
          </a:p>
        </p:txBody>
      </p:sp>
      <p:sp>
        <p:nvSpPr>
          <p:cNvPr id="23" name="label.zT">
            <a:extLst xmlns:a="http://schemas.openxmlformats.org/drawingml/2006/main">
              <a:ext uri="{FF2B5EF4-FFF2-40B4-BE49-F238E27FC236}">
                <a16:creationId xmlns:a16="http://schemas.microsoft.com/office/drawing/2014/main" id="{AF5288A8-DD9F-4FFF-B430-AB74CB1F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0001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zT</a:t>
            </a:r>
          </a:p>
        </p:txBody>
      </p:sp>
      <p:sp>
        <p:nvSpPr>
          <p:cNvPr id="24" name="label.zbT">
            <a:extLst xmlns:a="http://schemas.openxmlformats.org/drawingml/2006/main">
              <a:ext uri="{FF2B5EF4-FFF2-40B4-BE49-F238E27FC236}">
                <a16:creationId xmlns:a16="http://schemas.microsoft.com/office/drawing/2014/main" id="{6A3F596F-F41E-4FB7-B240-751FE620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0001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z̄T</a:t>
            </a:r>
          </a:p>
        </p:txBody>
      </p:sp>
      <p:sp>
        <p:nvSpPr>
          <p:cNvPr id="25" name="label.x0">
            <a:extLst xmlns:a="http://schemas.openxmlformats.org/drawingml/2006/main">
              <a:ext uri="{FF2B5EF4-FFF2-40B4-BE49-F238E27FC236}">
                <a16:creationId xmlns:a16="http://schemas.microsoft.com/office/drawing/2014/main" id="{540845A8-1D0E-4686-B990-B59224EF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670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x₀</a:t>
            </a:r>
          </a:p>
        </p:txBody>
      </p:sp>
      <p:sp>
        <p:nvSpPr>
          <p:cNvPr id="26" name="label.x1">
            <a:extLst xmlns:a="http://schemas.openxmlformats.org/drawingml/2006/main">
              <a:ext uri="{FF2B5EF4-FFF2-40B4-BE49-F238E27FC236}">
                <a16:creationId xmlns:a16="http://schemas.microsoft.com/office/drawing/2014/main" id="{6AE652C0-246A-4678-A26D-C0764D2B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670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x₁</a:t>
            </a:r>
          </a:p>
        </p:txBody>
      </p:sp>
      <p:sp>
        <p:nvSpPr>
          <p:cNvPr id="27" name="label.xt">
            <a:extLst xmlns:a="http://schemas.openxmlformats.org/drawingml/2006/main">
              <a:ext uri="{FF2B5EF4-FFF2-40B4-BE49-F238E27FC236}">
                <a16:creationId xmlns:a16="http://schemas.microsoft.com/office/drawing/2014/main" id="{A6F43BE0-3697-45A8-AE00-70F1713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670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xₜ</a:t>
            </a:r>
          </a:p>
        </p:txBody>
      </p:sp>
      <p:sp>
        <p:nvSpPr>
          <p:cNvPr id="28" name="label.xt1">
            <a:extLst xmlns:a="http://schemas.openxmlformats.org/drawingml/2006/main">
              <a:ext uri="{FF2B5EF4-FFF2-40B4-BE49-F238E27FC236}">
                <a16:creationId xmlns:a16="http://schemas.microsoft.com/office/drawing/2014/main" id="{E93CBEC1-918B-4A2A-860C-699AEC3E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670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xₜ₊₁</a:t>
            </a:r>
          </a:p>
        </p:txBody>
      </p:sp>
      <p:sp>
        <p:nvSpPr>
          <p:cNvPr id="29" name="label.xT">
            <a:extLst xmlns:a="http://schemas.openxmlformats.org/drawingml/2006/main">
              <a:ext uri="{FF2B5EF4-FFF2-40B4-BE49-F238E27FC236}">
                <a16:creationId xmlns:a16="http://schemas.microsoft.com/office/drawing/2014/main" id="{0E340EF8-676F-4D79-9B99-7F5006C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</a:defRPr>
            </a:pPr>
            <a:r>
              <a:rPr sz="1200" b="0" i="1">
                <a:solidFill>
                  <a:srgbClr val="111111"/>
                </a:solidFill>
              </a:rPr>
              <a:t>xT</a:t>
            </a:r>
          </a:p>
        </p:txBody>
      </p:sp>
      <p:sp>
        <p:nvSpPr>
          <p:cNvPr id="30" name="decode.0.shaft">
            <a:extLst xmlns:a="http://schemas.openxmlformats.org/drawingml/2006/main">
              <a:ext uri="{FF2B5EF4-FFF2-40B4-BE49-F238E27FC236}">
                <a16:creationId xmlns:a16="http://schemas.microsoft.com/office/drawing/2014/main" id="{DF37E094-23A2-4CCA-B879-0833B1C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71098">
            <a:off x="2052446" y="2320660"/>
            <a:ext cx="3705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172D5"/>
            </a:solidFill>
            <a:prstDash val="solid"/>
          </a:ln>
        </p:spPr>
      </p:sp>
      <p:sp>
        <p:nvSpPr>
          <p:cNvPr id="31" name="decode.0.head">
            <a:extLst xmlns:a="http://schemas.openxmlformats.org/drawingml/2006/main">
              <a:ext uri="{FF2B5EF4-FFF2-40B4-BE49-F238E27FC236}">
                <a16:creationId xmlns:a16="http://schemas.microsoft.com/office/drawing/2014/main" id="{26F26829-0450-4E9A-A6F7-5C9C96C5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71098">
            <a:off x="2057400" y="2466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2D5"/>
          </a:solidFill>
          <a:ln xmlns:a="http://schemas.openxmlformats.org/drawingml/2006/main" w="0">
            <a:solidFill>
              <a:srgbClr val="3172D5"/>
            </a:solidFill>
            <a:prstDash val="solid"/>
          </a:ln>
        </p:spPr>
      </p:sp>
      <p:sp>
        <p:nvSpPr>
          <p:cNvPr id="32" name="generate.0.shaft">
            <a:extLst xmlns:a="http://schemas.openxmlformats.org/drawingml/2006/main">
              <a:ext uri="{FF2B5EF4-FFF2-40B4-BE49-F238E27FC236}">
                <a16:creationId xmlns:a16="http://schemas.microsoft.com/office/drawing/2014/main" id="{1D13EE3B-691A-4D22-9AB0-1BE88939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86508">
            <a:off x="2862809" y="2367818"/>
            <a:ext cx="3331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191C"/>
            </a:solidFill>
            <a:prstDash val="solid"/>
          </a:ln>
        </p:spPr>
      </p:sp>
      <p:sp>
        <p:nvSpPr>
          <p:cNvPr id="33" name="generate.0.head">
            <a:extLst xmlns:a="http://schemas.openxmlformats.org/drawingml/2006/main">
              <a:ext uri="{FF2B5EF4-FFF2-40B4-BE49-F238E27FC236}">
                <a16:creationId xmlns:a16="http://schemas.microsoft.com/office/drawing/2014/main" id="{CE76BF6B-8C46-4B96-A70B-DFE6CB27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13492">
            <a:off x="3048000" y="2105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191C"/>
          </a:solidFill>
          <a:ln xmlns:a="http://schemas.openxmlformats.org/drawingml/2006/main" w="0">
            <a:solidFill>
              <a:srgbClr val="D7191C"/>
            </a:solidFill>
            <a:prstDash val="solid"/>
          </a:ln>
        </p:spPr>
      </p:sp>
      <p:sp>
        <p:nvSpPr>
          <p:cNvPr id="34" name="decode.t.shaft">
            <a:extLst xmlns:a="http://schemas.openxmlformats.org/drawingml/2006/main">
              <a:ext uri="{FF2B5EF4-FFF2-40B4-BE49-F238E27FC236}">
                <a16:creationId xmlns:a16="http://schemas.microsoft.com/office/drawing/2014/main" id="{283C7DA9-A54D-403F-8E57-8E1D82F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00442">
            <a:off x="4600897" y="2321188"/>
            <a:ext cx="3806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172D5"/>
            </a:solidFill>
            <a:prstDash val="solid"/>
          </a:ln>
        </p:spPr>
      </p:sp>
      <p:sp>
        <p:nvSpPr>
          <p:cNvPr id="35" name="decode.t.head">
            <a:extLst xmlns:a="http://schemas.openxmlformats.org/drawingml/2006/main">
              <a:ext uri="{FF2B5EF4-FFF2-40B4-BE49-F238E27FC236}">
                <a16:creationId xmlns:a16="http://schemas.microsoft.com/office/drawing/2014/main" id="{03976334-E031-4BE2-ABA8-C38556AC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00442">
            <a:off x="4600575" y="2466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2D5"/>
          </a:solidFill>
          <a:ln xmlns:a="http://schemas.openxmlformats.org/drawingml/2006/main" w="0">
            <a:solidFill>
              <a:srgbClr val="3172D5"/>
            </a:solidFill>
            <a:prstDash val="solid"/>
          </a:ln>
        </p:spPr>
      </p:sp>
      <p:sp>
        <p:nvSpPr>
          <p:cNvPr id="36" name="generate.t.shaft">
            <a:extLst xmlns:a="http://schemas.openxmlformats.org/drawingml/2006/main">
              <a:ext uri="{FF2B5EF4-FFF2-40B4-BE49-F238E27FC236}">
                <a16:creationId xmlns:a16="http://schemas.microsoft.com/office/drawing/2014/main" id="{53F8A870-E5C3-4B62-BA7A-CAF78533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06097">
            <a:off x="5417659" y="2366664"/>
            <a:ext cx="3520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7191C"/>
            </a:solidFill>
            <a:prstDash val="solid"/>
          </a:ln>
        </p:spPr>
      </p:sp>
      <p:sp>
        <p:nvSpPr>
          <p:cNvPr id="37" name="generate.t.head">
            <a:extLst xmlns:a="http://schemas.openxmlformats.org/drawingml/2006/main">
              <a:ext uri="{FF2B5EF4-FFF2-40B4-BE49-F238E27FC236}">
                <a16:creationId xmlns:a16="http://schemas.microsoft.com/office/drawing/2014/main" id="{6E79641A-9830-4728-998A-C962ADF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3903">
            <a:off x="5638800" y="2105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191C"/>
          </a:solidFill>
          <a:ln xmlns:a="http://schemas.openxmlformats.org/drawingml/2006/main" w="0">
            <a:solidFill>
              <a:srgbClr val="D7191C"/>
            </a:solidFill>
            <a:prstDash val="solid"/>
          </a:ln>
        </p:spPr>
      </p:sp>
      <p:sp>
        <p:nvSpPr>
          <p:cNvPr id="38" name="decode.T.shaft">
            <a:extLst xmlns:a="http://schemas.openxmlformats.org/drawingml/2006/main">
              <a:ext uri="{FF2B5EF4-FFF2-40B4-BE49-F238E27FC236}">
                <a16:creationId xmlns:a16="http://schemas.microsoft.com/office/drawing/2014/main" id="{8D7543B2-A8F5-4CAC-A1AD-CFA4E8D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4115">
            <a:off x="7193169" y="2320399"/>
            <a:ext cx="365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172D5"/>
            </a:solidFill>
            <a:prstDash val="solid"/>
          </a:ln>
        </p:spPr>
      </p:sp>
      <p:sp>
        <p:nvSpPr>
          <p:cNvPr id="39" name="decode.T.head">
            <a:extLst xmlns:a="http://schemas.openxmlformats.org/drawingml/2006/main">
              <a:ext uri="{FF2B5EF4-FFF2-40B4-BE49-F238E27FC236}">
                <a16:creationId xmlns:a16="http://schemas.microsoft.com/office/drawing/2014/main" id="{9734CAB9-10B6-4785-A305-03032A30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4115">
            <a:off x="7200900" y="2466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2D5"/>
          </a:solidFill>
          <a:ln xmlns:a="http://schemas.openxmlformats.org/drawingml/2006/main" w="0">
            <a:solidFill>
              <a:srgbClr val="3172D5"/>
            </a:solidFill>
            <a:prstDash val="solid"/>
          </a:ln>
        </p:spPr>
      </p:sp>
      <p:sp>
        <p:nvSpPr>
          <p:cNvPr id="40" name="ellipsis.1">
            <a:extLst xmlns:a="http://schemas.openxmlformats.org/drawingml/2006/main">
              <a:ext uri="{FF2B5EF4-FFF2-40B4-BE49-F238E27FC236}">
                <a16:creationId xmlns:a16="http://schemas.microsoft.com/office/drawing/2014/main" id="{40ABDC18-4203-4BE1-BA40-32E0B5DA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24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···</a:t>
            </a:r>
          </a:p>
        </p:txBody>
      </p:sp>
      <p:sp>
        <p:nvSpPr>
          <p:cNvPr id="41" name="ellipsis.2">
            <a:extLst xmlns:a="http://schemas.openxmlformats.org/drawingml/2006/main">
              <a:ext uri="{FF2B5EF4-FFF2-40B4-BE49-F238E27FC236}">
                <a16:creationId xmlns:a16="http://schemas.microsoft.com/office/drawing/2014/main" id="{F009F2B1-A7C8-430B-A234-A51AD225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24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···</a:t>
            </a:r>
          </a:p>
        </p:txBody>
      </p:sp>
    </p:spTree>
    <p:extLst>
      <p:ext uri="{BB962C8B-B14F-4D97-AF65-F5344CB8AC3E}">
        <p14:creationId xmlns:p14="http://schemas.microsoft.com/office/powerpoint/2010/main" val="523465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2026-07-31T03:07:00.7370000Z</dcterms:created>
  <dcterms:modified xsi:type="dcterms:W3CDTF">2026-07-31T03:07:00.7370000Z</dcterms:modified>
</coreProperties>
</file>