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aaecd584244cbc" /><Relationship Type="http://schemas.openxmlformats.org/officeDocument/2006/relationships/extended-properties" Target="/docProps/app.xml" Id="Rc08c4be0d0b8428f" /><Relationship Type="http://schemas.openxmlformats.org/officeDocument/2006/relationships/officeDocument" Target="/ppt/presentation.xml" Id="Rf53ffaa5414e46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f280be2fc249fa"/>
  </p:sldMasterIdLst>
  <p:notesMasterIdLst>
    <p:notesMasterId xmlns:r="http://schemas.openxmlformats.org/officeDocument/2006/relationships" r:id="R0fd3830e18f84b39"/>
  </p:notesMasterIdLst>
  <p:sldIdLst>
    <p:sldId xmlns:r="http://schemas.openxmlformats.org/officeDocument/2006/relationships" id="256" r:id="R8a7b358b8fb44ca5"/>
  </p:sldIdLst>
  <p:sldSz cx="11068050" cy="2505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12cc9cc08645c7" /><Relationship Type="http://schemas.openxmlformats.org/officeDocument/2006/relationships/slideMaster" Target="/ppt/slideMasters/slideMaster1.xml" Id="R5df280be2fc249fa" /><Relationship Type="http://schemas.openxmlformats.org/officeDocument/2006/relationships/notesMaster" Target="/ppt/notesMasters/notesMaster1.xml" Id="R0fd3830e18f84b39" /><Relationship Type="http://schemas.openxmlformats.org/officeDocument/2006/relationships/presProps" Target="/ppt/presProps.xml" Id="R5b79402d48664930" /><Relationship Type="http://schemas.openxmlformats.org/officeDocument/2006/relationships/tableStyles" Target="/ppt/tableStyles.xml" Id="R6b436917f6ff448d" /><Relationship Type="http://schemas.openxmlformats.org/officeDocument/2006/relationships/slide" Target="/ppt/slides/slide1.xml" Id="R8a7b358b8fb44c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81f414c27541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da9516396b425c" /><Relationship Type="http://schemas.openxmlformats.org/officeDocument/2006/relationships/notesMaster" Target="/ppt/notesMasters/notesMaster1.xml" Id="R1c4bb3f1eaaa4b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https://aclanthology.org/2024.emnlp-main.547/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e17c04c4c4a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16615f3c2c48e8" /><Relationship Type="http://schemas.openxmlformats.org/officeDocument/2006/relationships/slideLayout" Target="/ppt/slideLayouts/slideLayout1.xml" Id="R49d67127bff341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d67127bff341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01fa923434bf1" /><Relationship Type="http://schemas.openxmlformats.org/officeDocument/2006/relationships/image" Target="/ppt/media/image.png" Id="Race6ecb4e5604a83" /><Relationship Type="http://schemas.openxmlformats.org/officeDocument/2006/relationships/image" Target="/ppt/media/image2.png" Id="Rb13582f1794b4cf9" /><Relationship Type="http://schemas.openxmlformats.org/officeDocument/2006/relationships/image" Target="/ppt/media/image3.png" Id="Radaa5526dcc84a79" /><Relationship Type="http://schemas.openxmlformats.org/officeDocument/2006/relationships/notesSlide" Target="/ppt/notesSlides/notesSlide1.xml" Id="R2c0b766dfc6241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panel.a">
            <a:extLst xmlns:a="http://schemas.openxmlformats.org/drawingml/2006/main">
              <a:ext uri="{FF2B5EF4-FFF2-40B4-BE49-F238E27FC236}">
                <a16:creationId xmlns:a16="http://schemas.microsoft.com/office/drawing/2014/main" id="{2AF74590-FD5E-427C-BE4E-7373A493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81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(A)</a:t>
            </a:r>
          </a:p>
        </p:txBody>
      </p:sp>
      <p:sp>
        <p:nvSpPr>
          <p:cNvPr id="2" name="panel.b">
            <a:extLst xmlns:a="http://schemas.openxmlformats.org/drawingml/2006/main">
              <a:ext uri="{FF2B5EF4-FFF2-40B4-BE49-F238E27FC236}">
                <a16:creationId xmlns:a16="http://schemas.microsoft.com/office/drawing/2014/main" id="{3D05DF14-6822-42C4-BF98-E8EF9AD6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(B)</a:t>
            </a:r>
          </a:p>
        </p:txBody>
      </p:sp>
      <p:sp>
        <p:nvSpPr>
          <p:cNvPr id="3" name="panel.divider">
            <a:extLst xmlns:a="http://schemas.openxmlformats.org/drawingml/2006/main">
              <a:ext uri="{FF2B5EF4-FFF2-40B4-BE49-F238E27FC236}">
                <a16:creationId xmlns:a16="http://schemas.microsoft.com/office/drawing/2014/main" id="{BABF1EC0-52E8-443B-98A6-6C4C1CA4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53000" y="12001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4" name="prompt.box">
            <a:extLst xmlns:a="http://schemas.openxmlformats.org/drawingml/2006/main">
              <a:ext uri="{FF2B5EF4-FFF2-40B4-BE49-F238E27FC236}">
                <a16:creationId xmlns:a16="http://schemas.microsoft.com/office/drawing/2014/main" id="{1EDAECC6-9FBC-4D17-995D-E9420945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5275"/>
            <a:ext cx="1095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88888"/>
            </a:solidFill>
            <a:prstDash val="dash"/>
          </a:ln>
        </p:spPr>
      </p:sp>
      <p:sp>
        <p:nvSpPr>
          <p:cNvPr id="5" name="prompt.text">
            <a:extLst xmlns:a="http://schemas.openxmlformats.org/drawingml/2006/main">
              <a:ext uri="{FF2B5EF4-FFF2-40B4-BE49-F238E27FC236}">
                <a16:creationId xmlns:a16="http://schemas.microsoft.com/office/drawing/2014/main" id="{9070EF5F-4736-4AA7-B51D-7E127B79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5275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Describe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Abyssinian</a:t>
            </a:r>
          </a:p>
        </p:txBody>
      </p:sp>
      <p:sp>
        <p:nvSpPr>
          <p:cNvPr id="6" name="llm.left.box">
            <a:extLst xmlns:a="http://schemas.openxmlformats.org/drawingml/2006/main">
              <a:ext uri="{FF2B5EF4-FFF2-40B4-BE49-F238E27FC236}">
                <a16:creationId xmlns:a16="http://schemas.microsoft.com/office/drawing/2014/main" id="{0947ED42-703F-4B75-BA37-09C079C2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62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FD4"/>
          </a:solidFill>
          <a:ln xmlns:a="http://schemas.openxmlformats.org/drawingml/2006/main" w="13335">
            <a:solidFill>
              <a:srgbClr val="765780"/>
            </a:solidFill>
            <a:prstDash val="solid"/>
          </a:ln>
        </p:spPr>
      </p:sp>
      <p:sp>
        <p:nvSpPr>
          <p:cNvPr id="7" name="llm.left.text">
            <a:extLst xmlns:a="http://schemas.openxmlformats.org/drawingml/2006/main">
              <a:ext uri="{FF2B5EF4-FFF2-40B4-BE49-F238E27FC236}">
                <a16:creationId xmlns:a16="http://schemas.microsoft.com/office/drawing/2014/main" id="{07DCA9D9-EB3C-4CA0-8889-2810E0F0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62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LLM</a:t>
            </a:r>
          </a:p>
          <a:p xmlns:a="http://schemas.openxmlformats.org/drawingml/2006/main">
            <a:pPr algn="ctr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Agent</a:t>
            </a:r>
          </a:p>
        </p:txBody>
      </p:sp>
      <p:sp>
        <p:nvSpPr>
          <p:cNvPr id="8" name="vlm.box">
            <a:extLst xmlns:a="http://schemas.openxmlformats.org/drawingml/2006/main">
              <a:ext uri="{FF2B5EF4-FFF2-40B4-BE49-F238E27FC236}">
                <a16:creationId xmlns:a16="http://schemas.microsoft.com/office/drawing/2014/main" id="{44B31F56-3B84-4D06-84DF-C6FCB895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57300"/>
            <a:ext cx="962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FD4"/>
          </a:solidFill>
          <a:ln xmlns:a="http://schemas.openxmlformats.org/drawingml/2006/main" w="13335">
            <a:solidFill>
              <a:srgbClr val="765780"/>
            </a:solidFill>
            <a:prstDash val="solid"/>
          </a:ln>
        </p:spPr>
      </p:sp>
      <p:sp>
        <p:nvSpPr>
          <p:cNvPr id="9" name="vlm.text">
            <a:extLst xmlns:a="http://schemas.openxmlformats.org/drawingml/2006/main">
              <a:ext uri="{FF2B5EF4-FFF2-40B4-BE49-F238E27FC236}">
                <a16:creationId xmlns:a16="http://schemas.microsoft.com/office/drawing/2014/main" id="{6C63048E-E569-4529-BCB6-AC93E7BA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57300"/>
            <a:ext cx="962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VLM</a:t>
            </a:r>
          </a:p>
        </p:txBody>
      </p:sp>
      <p:sp>
        <p:nvSpPr>
          <p:cNvPr id="10" name="llm.right.box">
            <a:extLst xmlns:a="http://schemas.openxmlformats.org/drawingml/2006/main">
              <a:ext uri="{FF2B5EF4-FFF2-40B4-BE49-F238E27FC236}">
                <a16:creationId xmlns:a16="http://schemas.microsoft.com/office/drawing/2014/main" id="{735F6BC0-91FE-4268-A1F2-6272B571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981075"/>
            <a:ext cx="971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FD4"/>
          </a:solidFill>
          <a:ln xmlns:a="http://schemas.openxmlformats.org/drawingml/2006/main" w="13335">
            <a:solidFill>
              <a:srgbClr val="765780"/>
            </a:solidFill>
            <a:prstDash val="solid"/>
          </a:ln>
        </p:spPr>
      </p:sp>
      <p:sp>
        <p:nvSpPr>
          <p:cNvPr id="11" name="llm.right.text">
            <a:extLst xmlns:a="http://schemas.openxmlformats.org/drawingml/2006/main">
              <a:ext uri="{FF2B5EF4-FFF2-40B4-BE49-F238E27FC236}">
                <a16:creationId xmlns:a16="http://schemas.microsoft.com/office/drawing/2014/main" id="{F33E2795-29E4-465E-90EA-6E2FCD2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981075"/>
            <a:ext cx="971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LLM</a:t>
            </a:r>
          </a:p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Agent</a:t>
            </a:r>
          </a:p>
        </p:txBody>
      </p:sp>
      <p:sp>
        <p:nvSpPr>
          <p:cNvPr id="12" name="fire">
            <a:extLst xmlns:a="http://schemas.openxmlformats.org/drawingml/2006/main">
              <a:ext uri="{FF2B5EF4-FFF2-40B4-BE49-F238E27FC236}">
                <a16:creationId xmlns:a16="http://schemas.microsoft.com/office/drawing/2014/main" id="{AEDF2572-4AAF-4473-B99B-4873B759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076325"/>
            <a:ext cx="276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</a:defRPr>
            </a:pPr>
            <a:r>
              <a:rPr sz="1875" b="0" i="0">
                <a:solidFill>
                  <a:srgbClr val="111111"/>
                </a:solidFill>
              </a:rPr>
              <a:t>🔥</a:t>
            </a:r>
          </a:p>
        </p:txBody>
      </p:sp>
      <p:sp>
        <p:nvSpPr>
          <p:cNvPr id="13" name="snow">
            <a:extLst xmlns:a="http://schemas.openxmlformats.org/drawingml/2006/main">
              <a:ext uri="{FF2B5EF4-FFF2-40B4-BE49-F238E27FC236}">
                <a16:creationId xmlns:a16="http://schemas.microsoft.com/office/drawing/2014/main" id="{D8032CFF-DC78-4FEC-9394-4B00B1FD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0668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28A8FF"/>
                </a:solidFill>
              </a:defRPr>
            </a:pPr>
            <a:r>
              <a:rPr sz="1875" b="0" i="0">
                <a:solidFill>
                  <a:srgbClr val="28A8FF"/>
                </a:solidFill>
              </a:rPr>
              <a:t>❄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6ecb4e5604a83"/>
          <a:stretch xmlns:a="http://schemas.openxmlformats.org/drawingml/2006/main"/>
        </p:blipFill>
        <p:spPr>
          <a:xfrm xmlns:a="http://schemas.openxmlformats.org/drawingml/2006/main">
            <a:off x="2990850" y="257175"/>
            <a:ext cx="628650" cy="485775"/>
          </a:xfrm>
          <a:prstGeom xmlns:a="http://schemas.openxmlformats.org/drawingml/2006/main" prst="rect">
            <a:avLst/>
          </a:prstGeom>
        </p:spPr>
      </p:pic>
      <p:sp>
        <p:nvSpPr>
          <p:cNvPr id="15" name="response">
            <a:extLst xmlns:a="http://schemas.openxmlformats.org/drawingml/2006/main">
              <a:ext uri="{FF2B5EF4-FFF2-40B4-BE49-F238E27FC236}">
                <a16:creationId xmlns:a16="http://schemas.microsoft.com/office/drawing/2014/main" id="{9EA5DEB1-C49D-4A04-AAFC-7B0361B1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Response</a:t>
            </a:r>
          </a:p>
        </p:txBody>
      </p:sp>
      <p:sp>
        <p:nvSpPr>
          <p:cNvPr id="16" name="similarity">
            <a:extLst xmlns:a="http://schemas.openxmlformats.org/drawingml/2006/main">
              <a:ext uri="{FF2B5EF4-FFF2-40B4-BE49-F238E27FC236}">
                <a16:creationId xmlns:a16="http://schemas.microsoft.com/office/drawing/2014/main" id="{2AC30654-AE81-40A9-8832-83BA5293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71675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Image-Response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Cosine Similarity</a:t>
            </a:r>
          </a:p>
        </p:txBody>
      </p:sp>
      <p:sp>
        <p:nvSpPr>
          <p:cNvPr id="17" name="descriptions.a">
            <a:extLst xmlns:a="http://schemas.openxmlformats.org/drawingml/2006/main">
              <a:ext uri="{FF2B5EF4-FFF2-40B4-BE49-F238E27FC236}">
                <a16:creationId xmlns:a16="http://schemas.microsoft.com/office/drawing/2014/main" id="{DED3DCB7-E9DF-491C-B9C6-6C5A8AD7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"/>
            <a:ext cx="1752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• Describe Abyssinian</a:t>
            </a:r>
          </a:p>
          <a:p xmlns:a="http://schemas.openxmlformats.org/drawingml/2006/main">
            <a:pPr algn="l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• ...</a:t>
            </a:r>
          </a:p>
          <a:p xmlns:a="http://schemas.openxmlformats.org/drawingml/2006/main">
            <a:pPr algn="l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• Describe Sphynx</a:t>
            </a:r>
          </a:p>
        </p:txBody>
      </p:sp>
      <p:sp>
        <p:nvSpPr>
          <p:cNvPr id="18" name="descriptions.b">
            <a:extLst xmlns:a="http://schemas.openxmlformats.org/drawingml/2006/main">
              <a:ext uri="{FF2B5EF4-FFF2-40B4-BE49-F238E27FC236}">
                <a16:creationId xmlns:a16="http://schemas.microsoft.com/office/drawing/2014/main" id="{E19A1A2A-533B-48E9-A5D9-D3CB485B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33525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• Slender Cat</a:t>
            </a:r>
          </a:p>
          <a:p xmlns:a="http://schemas.openxmlformats.org/drawingml/2006/main">
            <a:pPr algn="l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• ...</a:t>
            </a:r>
          </a:p>
          <a:p xmlns:a="http://schemas.openxmlformats.org/drawingml/2006/main">
            <a:pPr algn="l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• Bald Cat</a:t>
            </a:r>
          </a:p>
        </p:txBody>
      </p:sp>
      <p:sp>
        <p:nvSpPr>
          <p:cNvPr id="19" name="loop.prompt.segment.0">
            <a:extLst xmlns:a="http://schemas.openxmlformats.org/drawingml/2006/main">
              <a:ext uri="{FF2B5EF4-FFF2-40B4-BE49-F238E27FC236}">
                <a16:creationId xmlns:a16="http://schemas.microsoft.com/office/drawing/2014/main" id="{009FEFE0-FC67-48BC-9E4D-F5FC44B9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80612">
            <a:off x="77540" y="900113"/>
            <a:ext cx="3878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0" name="loop.prompt.end.shaft">
            <a:extLst xmlns:a="http://schemas.openxmlformats.org/drawingml/2006/main">
              <a:ext uri="{FF2B5EF4-FFF2-40B4-BE49-F238E27FC236}">
                <a16:creationId xmlns:a16="http://schemas.microsoft.com/office/drawing/2014/main" id="{A7ED466D-8F46-44F9-95A4-502DDFFA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96689">
            <a:off x="89464" y="1263925"/>
            <a:ext cx="4493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1" name="loop.prompt.end.head">
            <a:extLst xmlns:a="http://schemas.openxmlformats.org/drawingml/2006/main">
              <a:ext uri="{FF2B5EF4-FFF2-40B4-BE49-F238E27FC236}">
                <a16:creationId xmlns:a16="http://schemas.microsoft.com/office/drawing/2014/main" id="{55728CC3-D397-4E69-8855-AFE36AF7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96689">
            <a:off x="409575" y="1438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2" name="loop.response.segment.0">
            <a:extLst xmlns:a="http://schemas.openxmlformats.org/drawingml/2006/main">
              <a:ext uri="{FF2B5EF4-FFF2-40B4-BE49-F238E27FC236}">
                <a16:creationId xmlns:a16="http://schemas.microsoft.com/office/drawing/2014/main" id="{39ADAAAB-FCC0-4348-9108-BFF83C71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295">
            <a:off x="1023996" y="966788"/>
            <a:ext cx="7809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3" name="loop.response.end.shaft">
            <a:extLst xmlns:a="http://schemas.openxmlformats.org/drawingml/2006/main">
              <a:ext uri="{FF2B5EF4-FFF2-40B4-BE49-F238E27FC236}">
                <a16:creationId xmlns:a16="http://schemas.microsoft.com/office/drawing/2014/main" id="{D3D0DC1E-3B34-4FC2-BBA9-223E3AEF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9870">
            <a:off x="1726587" y="954706"/>
            <a:ext cx="13159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4" name="loop.response.end.head">
            <a:extLst xmlns:a="http://schemas.openxmlformats.org/drawingml/2006/main">
              <a:ext uri="{FF2B5EF4-FFF2-40B4-BE49-F238E27FC236}">
                <a16:creationId xmlns:a16="http://schemas.microsoft.com/office/drawing/2014/main" id="{805A8B70-AAD9-45BA-828B-2257F299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69870">
            <a:off x="3009900" y="1095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loop.image.segment.0">
            <a:extLst xmlns:a="http://schemas.openxmlformats.org/drawingml/2006/main">
              <a:ext uri="{FF2B5EF4-FFF2-40B4-BE49-F238E27FC236}">
                <a16:creationId xmlns:a16="http://schemas.microsoft.com/office/drawing/2014/main" id="{2AE32C79-46F7-4BDD-AD08-34E1EDEE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24176">
            <a:off x="3054430" y="857250"/>
            <a:ext cx="882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6" name="loop.image.end.shaft">
            <a:extLst xmlns:a="http://schemas.openxmlformats.org/drawingml/2006/main">
              <a:ext uri="{FF2B5EF4-FFF2-40B4-BE49-F238E27FC236}">
                <a16:creationId xmlns:a16="http://schemas.microsoft.com/office/drawing/2014/main" id="{D9525DC9-F807-4580-A1A9-7481F145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20771">
            <a:off x="3532878" y="1209729"/>
            <a:ext cx="5481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7" name="loop.image.end.head">
            <a:extLst xmlns:a="http://schemas.openxmlformats.org/drawingml/2006/main">
              <a:ext uri="{FF2B5EF4-FFF2-40B4-BE49-F238E27FC236}">
                <a16:creationId xmlns:a16="http://schemas.microsoft.com/office/drawing/2014/main" id="{091F2989-33CF-4F32-B11D-4CDACF25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320771">
            <a:off x="3609975" y="1447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8" name="loop.similarity.segment.0">
            <a:extLst xmlns:a="http://schemas.openxmlformats.org/drawingml/2006/main">
              <a:ext uri="{FF2B5EF4-FFF2-40B4-BE49-F238E27FC236}">
                <a16:creationId xmlns:a16="http://schemas.microsoft.com/office/drawing/2014/main" id="{87492F5A-B55F-479E-AEFF-962CB7EE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93903">
            <a:off x="2019280" y="2005013"/>
            <a:ext cx="11144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9" name="loop.similarity.end.shaft">
            <a:extLst xmlns:a="http://schemas.openxmlformats.org/drawingml/2006/main">
              <a:ext uri="{FF2B5EF4-FFF2-40B4-BE49-F238E27FC236}">
                <a16:creationId xmlns:a16="http://schemas.microsoft.com/office/drawing/2014/main" id="{52565692-1E9D-4499-B13D-A0799827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38782">
            <a:off x="1117972" y="2050368"/>
            <a:ext cx="948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" name="loop.similarity.end.head">
            <a:extLst xmlns:a="http://schemas.openxmlformats.org/drawingml/2006/main">
              <a:ext uri="{FF2B5EF4-FFF2-40B4-BE49-F238E27FC236}">
                <a16:creationId xmlns:a16="http://schemas.microsoft.com/office/drawing/2014/main" id="{4D89C342-2CD3-4A35-BC24-705C6424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38782">
            <a:off x="1028700" y="1847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1" name="loop.llm.segment.0">
            <a:extLst xmlns:a="http://schemas.openxmlformats.org/drawingml/2006/main">
              <a:ext uri="{FF2B5EF4-FFF2-40B4-BE49-F238E27FC236}">
                <a16:creationId xmlns:a16="http://schemas.microsoft.com/office/drawing/2014/main" id="{5C57860A-B67F-413F-A3E6-94BC5A9A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78596">
            <a:off x="5453671" y="1423988"/>
            <a:ext cx="4464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" name="loop.llm.end.shaft">
            <a:extLst xmlns:a="http://schemas.openxmlformats.org/drawingml/2006/main">
              <a:ext uri="{FF2B5EF4-FFF2-40B4-BE49-F238E27FC236}">
                <a16:creationId xmlns:a16="http://schemas.microsoft.com/office/drawing/2014/main" id="{65DF6739-A626-4673-AA27-6C0D2269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385819">
            <a:off x="5561053" y="1697519"/>
            <a:ext cx="271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3" name="loop.llm.end.head">
            <a:extLst xmlns:a="http://schemas.openxmlformats.org/drawingml/2006/main">
              <a:ext uri="{FF2B5EF4-FFF2-40B4-BE49-F238E27FC236}">
                <a16:creationId xmlns:a16="http://schemas.microsoft.com/office/drawing/2014/main" id="{9DEF2F8E-290D-4FA3-8916-0E8C3E60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785819">
            <a:off x="5495925" y="1762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582f1794b4cf9"/>
          <a:stretch xmlns:a="http://schemas.openxmlformats.org/drawingml/2006/main"/>
        </p:blipFill>
        <p:spPr>
          <a:xfrm xmlns:a="http://schemas.openxmlformats.org/drawingml/2006/main">
            <a:off x="8582025" y="123825"/>
            <a:ext cx="285750" cy="257175"/>
          </a:xfrm>
          <a:prstGeom xmlns:a="http://schemas.openxmlformats.org/drawingml/2006/main" prst="rect">
            <a:avLst/>
          </a:prstGeom>
        </p:spPr>
      </p:pic>
      <p:sp>
        <p:nvSpPr>
          <p:cNvPr id="35" name="inspector.box">
            <a:extLst xmlns:a="http://schemas.openxmlformats.org/drawingml/2006/main">
              <a:ext uri="{FF2B5EF4-FFF2-40B4-BE49-F238E27FC236}">
                <a16:creationId xmlns:a16="http://schemas.microsoft.com/office/drawing/2014/main" id="{ADAD13FD-C277-4D2E-83DC-2E281FE4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0025"/>
            <a:ext cx="10763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FD4"/>
          </a:solidFill>
          <a:ln xmlns:a="http://schemas.openxmlformats.org/drawingml/2006/main" w="13335">
            <a:solidFill>
              <a:srgbClr val="765780"/>
            </a:solidFill>
            <a:prstDash val="solid"/>
          </a:ln>
        </p:spPr>
      </p:sp>
      <p:sp>
        <p:nvSpPr>
          <p:cNvPr id="36" name="inspector.text">
            <a:extLst xmlns:a="http://schemas.openxmlformats.org/drawingml/2006/main">
              <a:ext uri="{FF2B5EF4-FFF2-40B4-BE49-F238E27FC236}">
                <a16:creationId xmlns:a16="http://schemas.microsoft.com/office/drawing/2014/main" id="{1A9B2331-DC84-4B02-90B8-368D6C0E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0025"/>
            <a:ext cx="1076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Inspector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a5526dcc84a79"/>
          <a:stretch xmlns:a="http://schemas.openxmlformats.org/drawingml/2006/main"/>
        </p:blipFill>
        <p:spPr>
          <a:xfrm xmlns:a="http://schemas.openxmlformats.org/drawingml/2006/main">
            <a:off x="8858250" y="1504950"/>
            <a:ext cx="657225" cy="781050"/>
          </a:xfrm>
          <a:prstGeom xmlns:a="http://schemas.openxmlformats.org/drawingml/2006/main" prst="rect">
            <a:avLst/>
          </a:prstGeom>
        </p:spPr>
      </p:pic>
      <p:sp>
        <p:nvSpPr>
          <p:cNvPr id="38" name="attributes.box">
            <a:extLst xmlns:a="http://schemas.openxmlformats.org/drawingml/2006/main">
              <a:ext uri="{FF2B5EF4-FFF2-40B4-BE49-F238E27FC236}">
                <a16:creationId xmlns:a16="http://schemas.microsoft.com/office/drawing/2014/main" id="{961D810A-19FC-4464-8D16-02FEFBB1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43025"/>
            <a:ext cx="12954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77777"/>
            </a:solidFill>
            <a:prstDash val="dash"/>
          </a:ln>
        </p:spPr>
      </p:sp>
      <p:sp>
        <p:nvSpPr>
          <p:cNvPr id="39" name="attributes.text">
            <a:extLst xmlns:a="http://schemas.openxmlformats.org/drawingml/2006/main">
              <a:ext uri="{FF2B5EF4-FFF2-40B4-BE49-F238E27FC236}">
                <a16:creationId xmlns:a16="http://schemas.microsoft.com/office/drawing/2014/main" id="{776A390F-E21D-486C-8003-8DACAF0C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43025"/>
            <a:ext cx="1295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Attributes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contribute to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this VLM’s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representa-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tions</a:t>
            </a:r>
          </a:p>
        </p:txBody>
      </p:sp>
      <p:sp>
        <p:nvSpPr>
          <p:cNvPr id="40" name="concepts">
            <a:extLst xmlns:a="http://schemas.openxmlformats.org/drawingml/2006/main">
              <a:ext uri="{FF2B5EF4-FFF2-40B4-BE49-F238E27FC236}">
                <a16:creationId xmlns:a16="http://schemas.microsoft.com/office/drawing/2014/main" id="{4EABA870-D83A-4A80-A076-76F47035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81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• Slender Cat</a:t>
            </a:r>
          </a:p>
          <a:p xmlns:a="http://schemas.openxmlformats.org/drawingml/2006/main">
            <a:pPr algn="l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• ...</a:t>
            </a:r>
          </a:p>
          <a:p xmlns:a="http://schemas.openxmlformats.org/drawingml/2006/main">
            <a:pPr algn="l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• Bald Cat</a:t>
            </a:r>
          </a:p>
        </p:txBody>
      </p:sp>
      <p:sp>
        <p:nvSpPr>
          <p:cNvPr id="41" name="attribute-list">
            <a:extLst xmlns:a="http://schemas.openxmlformats.org/drawingml/2006/main">
              <a:ext uri="{FF2B5EF4-FFF2-40B4-BE49-F238E27FC236}">
                <a16:creationId xmlns:a16="http://schemas.microsoft.com/office/drawing/2014/main" id="{775BD50D-70DF-4936-8F85-114C3B55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9144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• W/ Attributes</a:t>
            </a:r>
          </a:p>
          <a:p xmlns:a="http://schemas.openxmlformats.org/drawingml/2006/main">
            <a:pPr algn="l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• ...</a:t>
            </a:r>
          </a:p>
          <a:p xmlns:a="http://schemas.openxmlformats.org/drawingml/2006/main">
            <a:pPr algn="l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• W/ Attributes</a:t>
            </a:r>
          </a:p>
        </p:txBody>
      </p:sp>
      <p:sp>
        <p:nvSpPr>
          <p:cNvPr id="42" name="concepts-inspector.shaft">
            <a:extLst xmlns:a="http://schemas.openxmlformats.org/drawingml/2006/main">
              <a:ext uri="{FF2B5EF4-FFF2-40B4-BE49-F238E27FC236}">
                <a16:creationId xmlns:a16="http://schemas.microsoft.com/office/drawing/2014/main" id="{11209DD6-DBAC-4979-BB5A-D5FD2658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419100"/>
            <a:ext cx="4712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3" name="concepts-inspector.head">
            <a:extLst xmlns:a="http://schemas.openxmlformats.org/drawingml/2006/main">
              <a:ext uri="{FF2B5EF4-FFF2-40B4-BE49-F238E27FC236}">
                <a16:creationId xmlns:a16="http://schemas.microsoft.com/office/drawing/2014/main" id="{F36B33C7-59FC-4E2C-9005-43EFCB3D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15325" y="361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4" name="inspector-output.segment.0">
            <a:extLst xmlns:a="http://schemas.openxmlformats.org/drawingml/2006/main">
              <a:ext uri="{FF2B5EF4-FFF2-40B4-BE49-F238E27FC236}">
                <a16:creationId xmlns:a16="http://schemas.microsoft.com/office/drawing/2014/main" id="{3A71FC3D-EB42-43F1-9D33-929FCD8B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00" y="419100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5" name="inspector-output.end.shaft">
            <a:extLst xmlns:a="http://schemas.openxmlformats.org/drawingml/2006/main">
              <a:ext uri="{FF2B5EF4-FFF2-40B4-BE49-F238E27FC236}">
                <a16:creationId xmlns:a16="http://schemas.microsoft.com/office/drawing/2014/main" id="{03569691-5BE7-4CD5-8EF4-492107DC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513314" y="507111"/>
            <a:ext cx="1760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6" name="inspector-output.end.head">
            <a:extLst xmlns:a="http://schemas.openxmlformats.org/drawingml/2006/main">
              <a:ext uri="{FF2B5EF4-FFF2-40B4-BE49-F238E27FC236}">
                <a16:creationId xmlns:a16="http://schemas.microsoft.com/office/drawing/2014/main" id="{0667F5F3-3011-4FB8-9835-C44FFD97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544175" y="590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7" name="output-human.segment.0">
            <a:extLst xmlns:a="http://schemas.openxmlformats.org/drawingml/2006/main">
              <a:ext uri="{FF2B5EF4-FFF2-40B4-BE49-F238E27FC236}">
                <a16:creationId xmlns:a16="http://schemas.microsoft.com/office/drawing/2014/main" id="{C81D83FA-DF47-47E2-9B70-0EA64FC1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391775" y="18383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8" name="output-human.end.shaft">
            <a:extLst xmlns:a="http://schemas.openxmlformats.org/drawingml/2006/main">
              <a:ext uri="{FF2B5EF4-FFF2-40B4-BE49-F238E27FC236}">
                <a16:creationId xmlns:a16="http://schemas.microsoft.com/office/drawing/2014/main" id="{4CDF0F00-2E8C-4ECA-A64F-A977B481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177653" y="2057400"/>
            <a:ext cx="4331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9" name="output-human.end.head">
            <a:extLst xmlns:a="http://schemas.openxmlformats.org/drawingml/2006/main">
              <a:ext uri="{FF2B5EF4-FFF2-40B4-BE49-F238E27FC236}">
                <a16:creationId xmlns:a16="http://schemas.microsoft.com/office/drawing/2014/main" id="{33545C77-30A5-4B87-84B8-CB4DEA01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067925" y="2000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0" name="human-attributes.shaft">
            <a:extLst xmlns:a="http://schemas.openxmlformats.org/drawingml/2006/main">
              <a:ext uri="{FF2B5EF4-FFF2-40B4-BE49-F238E27FC236}">
                <a16:creationId xmlns:a16="http://schemas.microsoft.com/office/drawing/2014/main" id="{D6BDEFDF-2CD3-4FEF-BE47-FE00CD24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977378" y="2057400"/>
            <a:ext cx="4617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1" name="human-attributes.head">
            <a:extLst xmlns:a="http://schemas.openxmlformats.org/drawingml/2006/main">
              <a:ext uri="{FF2B5EF4-FFF2-40B4-BE49-F238E27FC236}">
                <a16:creationId xmlns:a16="http://schemas.microsoft.com/office/drawing/2014/main" id="{69722172-64E0-4C74-AF57-00D3D07A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867650" y="2000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3471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2026-07-31T03:07:00.1140000Z</dcterms:created>
  <dcterms:modified xsi:type="dcterms:W3CDTF">2026-07-31T03:07:00.1140000Z</dcterms:modified>
</coreProperties>
</file>