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7717b2b10d4ccf" /><Relationship Type="http://schemas.openxmlformats.org/officeDocument/2006/relationships/extended-properties" Target="/docProps/app.xml" Id="R63c5cf6e20e24065" /><Relationship Type="http://schemas.openxmlformats.org/officeDocument/2006/relationships/officeDocument" Target="/ppt/presentation.xml" Id="R6d4b58d9f40e47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35ec9a9651494b"/>
  </p:sldMasterIdLst>
  <p:notesMasterIdLst>
    <p:notesMasterId xmlns:r="http://schemas.openxmlformats.org/officeDocument/2006/relationships" r:id="R932ec05c8cfe49fc"/>
  </p:notesMasterIdLst>
  <p:sldIdLst>
    <p:sldId xmlns:r="http://schemas.openxmlformats.org/officeDocument/2006/relationships" id="256" r:id="Re4f1f08db3034983"/>
  </p:sldIdLst>
  <p:sldSz cx="5553075" cy="3562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df7aec40334906" /><Relationship Type="http://schemas.openxmlformats.org/officeDocument/2006/relationships/slideMaster" Target="/ppt/slideMasters/slideMaster1.xml" Id="Rea35ec9a9651494b" /><Relationship Type="http://schemas.openxmlformats.org/officeDocument/2006/relationships/notesMaster" Target="/ppt/notesMasters/notesMaster1.xml" Id="R932ec05c8cfe49fc" /><Relationship Type="http://schemas.openxmlformats.org/officeDocument/2006/relationships/presProps" Target="/ppt/presProps.xml" Id="R81943731a9cd4e0d" /><Relationship Type="http://schemas.openxmlformats.org/officeDocument/2006/relationships/tableStyles" Target="/ppt/tableStyles.xml" Id="R5576aea4cc984420" /><Relationship Type="http://schemas.openxmlformats.org/officeDocument/2006/relationships/slide" Target="/ppt/slides/slide1.xml" Id="Re4f1f08db30349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87c90f929e45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65b5879248405b" /><Relationship Type="http://schemas.openxmlformats.org/officeDocument/2006/relationships/notesMaster" Target="/ppt/notesMasters/notesMaster1.xml" Id="R806d85eef1ca43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 Simple Early Exiting Framework for Accelerated Sampling in Diffusion Models, ICML 2024, Figure 2: https://proceedings.mlr.press/v235/moon24a.html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9e9f7107d40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ad5eaec2f34700" /><Relationship Type="http://schemas.openxmlformats.org/officeDocument/2006/relationships/slideLayout" Target="/ppt/slideLayouts/slideLayout1.xml" Id="R9667e7419a604f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67e7419a604f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27891994646c5" /><Relationship Type="http://schemas.openxmlformats.org/officeDocument/2006/relationships/image" Target="/ppt/media/image.png" Id="R30026224da874fba" /><Relationship Type="http://schemas.openxmlformats.org/officeDocument/2006/relationships/notesSlide" Target="/ppt/notesSlides/notesSlide1.xml" Id="R7a5da01e169640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noise">
            <a:extLst xmlns:a="http://schemas.openxmlformats.org/drawingml/2006/main">
              <a:ext uri="{FF2B5EF4-FFF2-40B4-BE49-F238E27FC236}">
                <a16:creationId xmlns:a16="http://schemas.microsoft.com/office/drawing/2014/main" id="{ECF88BDE-CE95-4C2B-88C1-922F3409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i="1">
                <a:solidFill>
                  <a:srgbClr val="111111"/>
                </a:solidFill>
              </a:defRPr>
            </a:pPr>
            <a:r>
              <a:rPr sz="1500" i="1">
                <a:solidFill>
                  <a:srgbClr val="111111"/>
                </a:solidFill>
              </a:rPr>
              <a:t>∼ 𝒩(0, I)</a:t>
            </a:r>
          </a:p>
        </p:txBody>
      </p:sp>
      <p:sp>
        <p:nvSpPr>
          <p:cNvPr id="2" name="noise.arrow">
            <a:extLst xmlns:a="http://schemas.openxmlformats.org/drawingml/2006/main">
              <a:ext uri="{FF2B5EF4-FFF2-40B4-BE49-F238E27FC236}">
                <a16:creationId xmlns:a16="http://schemas.microsoft.com/office/drawing/2014/main" id="{D710AFAA-66E0-433D-AF71-F13497A4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3337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3" name="noise.arrow.head">
            <a:extLst xmlns:a="http://schemas.openxmlformats.org/drawingml/2006/main">
              <a:ext uri="{FF2B5EF4-FFF2-40B4-BE49-F238E27FC236}">
                <a16:creationId xmlns:a16="http://schemas.microsoft.com/office/drawing/2014/main" id="{28D5BCF2-0C50-48FF-9A4F-A8E13E79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28600" y="49530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rtial.block1">
            <a:extLst xmlns:a="http://schemas.openxmlformats.org/drawingml/2006/main">
              <a:ext uri="{FF2B5EF4-FFF2-40B4-BE49-F238E27FC236}">
                <a16:creationId xmlns:a16="http://schemas.microsoft.com/office/drawing/2014/main" id="{A14B6673-0297-4BC4-8274-45D4F834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"/>
            <a:ext cx="619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Block 1</a:t>
            </a:r>
          </a:p>
        </p:txBody>
      </p:sp>
      <p:sp>
        <p:nvSpPr>
          <p:cNvPr id="5" name="partial.stem">
            <a:extLst xmlns:a="http://schemas.openxmlformats.org/drawingml/2006/main">
              <a:ext uri="{FF2B5EF4-FFF2-40B4-BE49-F238E27FC236}">
                <a16:creationId xmlns:a16="http://schemas.microsoft.com/office/drawing/2014/main" id="{35B183DA-C35F-4828-AD48-C39707B3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904875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6" name="partial.decoder">
            <a:extLst xmlns:a="http://schemas.openxmlformats.org/drawingml/2006/main">
              <a:ext uri="{FF2B5EF4-FFF2-40B4-BE49-F238E27FC236}">
                <a16:creationId xmlns:a16="http://schemas.microsoft.com/office/drawing/2014/main" id="{B43620FD-1534-4E53-BA67-0D789246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28700"/>
            <a:ext cx="619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DF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11111"/>
                </a:solidFill>
              </a:defRPr>
            </a:pPr>
            <a:r>
              <a:rPr sz="825">
                <a:solidFill>
                  <a:srgbClr val="111111"/>
                </a:solidFill>
              </a:rPr>
              <a:t>Decoder</a:t>
            </a:r>
          </a:p>
        </p:txBody>
      </p:sp>
      <p:sp>
        <p:nvSpPr>
          <p:cNvPr id="7" name="tower.1.top">
            <a:extLst xmlns:a="http://schemas.openxmlformats.org/drawingml/2006/main">
              <a:ext uri="{FF2B5EF4-FFF2-40B4-BE49-F238E27FC236}">
                <a16:creationId xmlns:a16="http://schemas.microsoft.com/office/drawing/2014/main" id="{A06DB7CA-131F-4BAC-84E5-FBDB14D2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3875"/>
            <a:ext cx="666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tower.1.stem.top">
            <a:extLst xmlns:a="http://schemas.openxmlformats.org/drawingml/2006/main">
              <a:ext uri="{FF2B5EF4-FFF2-40B4-BE49-F238E27FC236}">
                <a16:creationId xmlns:a16="http://schemas.microsoft.com/office/drawing/2014/main" id="{2BE53684-7FDE-43E6-903F-862355C9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953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9" name="tower.1.block.0">
            <a:extLst xmlns:a="http://schemas.openxmlformats.org/drawingml/2006/main">
              <a:ext uri="{FF2B5EF4-FFF2-40B4-BE49-F238E27FC236}">
                <a16:creationId xmlns:a16="http://schemas.microsoft.com/office/drawing/2014/main" id="{D9006002-0E1C-41E8-BEC4-00E4E129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02870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0E1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Block 2</a:t>
            </a:r>
          </a:p>
        </p:txBody>
      </p:sp>
      <p:sp>
        <p:nvSpPr>
          <p:cNvPr id="10" name="tower.1.decoder">
            <a:extLst xmlns:a="http://schemas.openxmlformats.org/drawingml/2006/main">
              <a:ext uri="{FF2B5EF4-FFF2-40B4-BE49-F238E27FC236}">
                <a16:creationId xmlns:a16="http://schemas.microsoft.com/office/drawing/2014/main" id="{83C6D71B-8CA2-46C9-9518-6A7BD60C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144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DF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11111"/>
                </a:solidFill>
              </a:defRPr>
            </a:pPr>
            <a:r>
              <a:rPr sz="825">
                <a:solidFill>
                  <a:srgbClr val="111111"/>
                </a:solidFill>
              </a:rPr>
              <a:t>Decoder</a:t>
            </a:r>
          </a:p>
        </p:txBody>
      </p:sp>
      <p:sp>
        <p:nvSpPr>
          <p:cNvPr id="11" name="tower.1.to-decoder">
            <a:extLst xmlns:a="http://schemas.openxmlformats.org/drawingml/2006/main">
              <a:ext uri="{FF2B5EF4-FFF2-40B4-BE49-F238E27FC236}">
                <a16:creationId xmlns:a16="http://schemas.microsoft.com/office/drawing/2014/main" id="{FA34C854-3F79-4F39-8B68-8244FA9A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3906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2" name="tower.1.skip.top">
            <a:extLst xmlns:a="http://schemas.openxmlformats.org/drawingml/2006/main">
              <a:ext uri="{FF2B5EF4-FFF2-40B4-BE49-F238E27FC236}">
                <a16:creationId xmlns:a16="http://schemas.microsoft.com/office/drawing/2014/main" id="{A1C13A78-7743-4CAF-813E-35A96519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1950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3" name="tower.1.skip.input">
            <a:extLst xmlns:a="http://schemas.openxmlformats.org/drawingml/2006/main">
              <a:ext uri="{FF2B5EF4-FFF2-40B4-BE49-F238E27FC236}">
                <a16:creationId xmlns:a16="http://schemas.microsoft.com/office/drawing/2014/main" id="{A1A18B6F-AFEA-4A06-A123-4BC8D4BE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4" name="tower.1.skip.input.head">
            <a:extLst xmlns:a="http://schemas.openxmlformats.org/drawingml/2006/main">
              <a:ext uri="{FF2B5EF4-FFF2-40B4-BE49-F238E27FC236}">
                <a16:creationId xmlns:a16="http://schemas.microsoft.com/office/drawing/2014/main" id="{DFC4E0BC-83F5-439E-A765-7E830D64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95375" y="49530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ower.1.skip.left">
            <a:extLst xmlns:a="http://schemas.openxmlformats.org/drawingml/2006/main">
              <a:ext uri="{FF2B5EF4-FFF2-40B4-BE49-F238E27FC236}">
                <a16:creationId xmlns:a16="http://schemas.microsoft.com/office/drawing/2014/main" id="{BF6EF3AB-2FDF-4E53-81C3-DAE38027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1950"/>
            <a:ext cx="0" cy="1323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6" name="tower.1.skip.bottom">
            <a:extLst xmlns:a="http://schemas.openxmlformats.org/drawingml/2006/main">
              <a:ext uri="{FF2B5EF4-FFF2-40B4-BE49-F238E27FC236}">
                <a16:creationId xmlns:a16="http://schemas.microsoft.com/office/drawing/2014/main" id="{9DF6CA6E-9FC2-453B-AE69-875F992C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8592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7" name="tower.1.skip.return">
            <a:extLst xmlns:a="http://schemas.openxmlformats.org/drawingml/2006/main">
              <a:ext uri="{FF2B5EF4-FFF2-40B4-BE49-F238E27FC236}">
                <a16:creationId xmlns:a16="http://schemas.microsoft.com/office/drawing/2014/main" id="{8C7A0F4B-D081-4D8A-8285-34242081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85925"/>
            <a:ext cx="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18" name="tower.2.top">
            <a:extLst xmlns:a="http://schemas.openxmlformats.org/drawingml/2006/main">
              <a:ext uri="{FF2B5EF4-FFF2-40B4-BE49-F238E27FC236}">
                <a16:creationId xmlns:a16="http://schemas.microsoft.com/office/drawing/2014/main" id="{D35CCED6-859B-483A-A294-E72C2677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3875"/>
            <a:ext cx="666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tower.2.stem.top">
            <a:extLst xmlns:a="http://schemas.openxmlformats.org/drawingml/2006/main">
              <a:ext uri="{FF2B5EF4-FFF2-40B4-BE49-F238E27FC236}">
                <a16:creationId xmlns:a16="http://schemas.microsoft.com/office/drawing/2014/main" id="{5B46CB39-38FD-49E8-93C9-39E90DFA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953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20" name="tower.2.block.0">
            <a:extLst xmlns:a="http://schemas.openxmlformats.org/drawingml/2006/main">
              <a:ext uri="{FF2B5EF4-FFF2-40B4-BE49-F238E27FC236}">
                <a16:creationId xmlns:a16="http://schemas.microsoft.com/office/drawing/2014/main" id="{3FD42D12-B558-4449-8EB6-A45C2486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02870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0E1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Block 2</a:t>
            </a:r>
          </a:p>
        </p:txBody>
      </p:sp>
      <p:sp>
        <p:nvSpPr>
          <p:cNvPr id="21" name="tower.2.decoder">
            <a:extLst xmlns:a="http://schemas.openxmlformats.org/drawingml/2006/main">
              <a:ext uri="{FF2B5EF4-FFF2-40B4-BE49-F238E27FC236}">
                <a16:creationId xmlns:a16="http://schemas.microsoft.com/office/drawing/2014/main" id="{C41874B7-B950-4172-AF1A-536C4EDF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5144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DF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11111"/>
                </a:solidFill>
              </a:defRPr>
            </a:pPr>
            <a:r>
              <a:rPr sz="825">
                <a:solidFill>
                  <a:srgbClr val="111111"/>
                </a:solidFill>
              </a:rPr>
              <a:t>Decoder</a:t>
            </a:r>
          </a:p>
        </p:txBody>
      </p:sp>
      <p:sp>
        <p:nvSpPr>
          <p:cNvPr id="22" name="tower.2.to-decoder">
            <a:extLst xmlns:a="http://schemas.openxmlformats.org/drawingml/2006/main">
              <a:ext uri="{FF2B5EF4-FFF2-40B4-BE49-F238E27FC236}">
                <a16:creationId xmlns:a16="http://schemas.microsoft.com/office/drawing/2014/main" id="{83A3A700-03F9-4D2F-A609-507EE3AC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906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23" name="tower.2.skip.top">
            <a:extLst xmlns:a="http://schemas.openxmlformats.org/drawingml/2006/main">
              <a:ext uri="{FF2B5EF4-FFF2-40B4-BE49-F238E27FC236}">
                <a16:creationId xmlns:a16="http://schemas.microsoft.com/office/drawing/2014/main" id="{E29354FC-3C0F-4BDD-A425-12C66A59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61950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24" name="tower.2.skip.input">
            <a:extLst xmlns:a="http://schemas.openxmlformats.org/drawingml/2006/main">
              <a:ext uri="{FF2B5EF4-FFF2-40B4-BE49-F238E27FC236}">
                <a16:creationId xmlns:a16="http://schemas.microsoft.com/office/drawing/2014/main" id="{86517411-91FF-494F-9870-42F6951A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19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25" name="tower.2.skip.input.head">
            <a:extLst xmlns:a="http://schemas.openxmlformats.org/drawingml/2006/main">
              <a:ext uri="{FF2B5EF4-FFF2-40B4-BE49-F238E27FC236}">
                <a16:creationId xmlns:a16="http://schemas.microsoft.com/office/drawing/2014/main" id="{FB357BB8-399B-4AD7-B53A-91320C2F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162175" y="49530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ower.2.skip.left">
            <a:extLst xmlns:a="http://schemas.openxmlformats.org/drawingml/2006/main">
              <a:ext uri="{FF2B5EF4-FFF2-40B4-BE49-F238E27FC236}">
                <a16:creationId xmlns:a16="http://schemas.microsoft.com/office/drawing/2014/main" id="{10C8257C-7627-46AE-952E-6C4CD6BA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61950"/>
            <a:ext cx="0" cy="1323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27" name="tower.2.skip.bottom">
            <a:extLst xmlns:a="http://schemas.openxmlformats.org/drawingml/2006/main">
              <a:ext uri="{FF2B5EF4-FFF2-40B4-BE49-F238E27FC236}">
                <a16:creationId xmlns:a16="http://schemas.microsoft.com/office/drawing/2014/main" id="{9AB058E4-3200-4D04-B7DD-A8662760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68592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28" name="tower.2.skip.return">
            <a:extLst xmlns:a="http://schemas.openxmlformats.org/drawingml/2006/main">
              <a:ext uri="{FF2B5EF4-FFF2-40B4-BE49-F238E27FC236}">
                <a16:creationId xmlns:a16="http://schemas.microsoft.com/office/drawing/2014/main" id="{26281464-137B-4D78-A721-BE299FAA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85925"/>
            <a:ext cx="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29" name="tower.3.top">
            <a:extLst xmlns:a="http://schemas.openxmlformats.org/drawingml/2006/main">
              <a:ext uri="{FF2B5EF4-FFF2-40B4-BE49-F238E27FC236}">
                <a16:creationId xmlns:a16="http://schemas.microsoft.com/office/drawing/2014/main" id="{0A30CE43-DC7C-497C-A72B-EDF45DF4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3875"/>
            <a:ext cx="666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tower.3.stem.top">
            <a:extLst xmlns:a="http://schemas.openxmlformats.org/drawingml/2006/main">
              <a:ext uri="{FF2B5EF4-FFF2-40B4-BE49-F238E27FC236}">
                <a16:creationId xmlns:a16="http://schemas.microsoft.com/office/drawing/2014/main" id="{5164EB30-CC5C-4B90-8E00-42833FBB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953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31" name="tower.3.block.0">
            <a:extLst xmlns:a="http://schemas.openxmlformats.org/drawingml/2006/main">
              <a:ext uri="{FF2B5EF4-FFF2-40B4-BE49-F238E27FC236}">
                <a16:creationId xmlns:a16="http://schemas.microsoft.com/office/drawing/2014/main" id="{71D064CC-5948-4F2B-9C28-9AEA8F35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02870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0E1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tower.3.stem.0">
            <a:extLst xmlns:a="http://schemas.openxmlformats.org/drawingml/2006/main">
              <a:ext uri="{FF2B5EF4-FFF2-40B4-BE49-F238E27FC236}">
                <a16:creationId xmlns:a16="http://schemas.microsoft.com/office/drawing/2014/main" id="{B95880D6-55DB-46FD-9DE5-887FBC62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90650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33" name="tower.3.block.1">
            <a:extLst xmlns:a="http://schemas.openxmlformats.org/drawingml/2006/main">
              <a:ext uri="{FF2B5EF4-FFF2-40B4-BE49-F238E27FC236}">
                <a16:creationId xmlns:a16="http://schemas.microsoft.com/office/drawing/2014/main" id="{E89472C6-2EE9-41CD-B776-33480258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335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6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Block 3</a:t>
            </a:r>
          </a:p>
        </p:txBody>
      </p:sp>
      <p:sp>
        <p:nvSpPr>
          <p:cNvPr id="34" name="tower.3.decoder">
            <a:extLst xmlns:a="http://schemas.openxmlformats.org/drawingml/2006/main">
              <a:ext uri="{FF2B5EF4-FFF2-40B4-BE49-F238E27FC236}">
                <a16:creationId xmlns:a16="http://schemas.microsoft.com/office/drawing/2014/main" id="{BA70875E-8776-4A37-9104-CA89BF9D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193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DF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11111"/>
                </a:solidFill>
              </a:defRPr>
            </a:pPr>
            <a:r>
              <a:rPr sz="825">
                <a:solidFill>
                  <a:srgbClr val="111111"/>
                </a:solidFill>
              </a:rPr>
              <a:t>Decoder</a:t>
            </a:r>
          </a:p>
        </p:txBody>
      </p:sp>
      <p:sp>
        <p:nvSpPr>
          <p:cNvPr id="35" name="tower.3.to-decoder">
            <a:extLst xmlns:a="http://schemas.openxmlformats.org/drawingml/2006/main">
              <a:ext uri="{FF2B5EF4-FFF2-40B4-BE49-F238E27FC236}">
                <a16:creationId xmlns:a16="http://schemas.microsoft.com/office/drawing/2014/main" id="{86BCA3BC-398E-44D3-888E-51EB4F7C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95475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36" name="tower.3.skip.top">
            <a:extLst xmlns:a="http://schemas.openxmlformats.org/drawingml/2006/main">
              <a:ext uri="{FF2B5EF4-FFF2-40B4-BE49-F238E27FC236}">
                <a16:creationId xmlns:a16="http://schemas.microsoft.com/office/drawing/2014/main" id="{86F1FA71-E926-40A5-A4E8-F56DA648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61950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37" name="tower.3.skip.input">
            <a:extLst xmlns:a="http://schemas.openxmlformats.org/drawingml/2006/main">
              <a:ext uri="{FF2B5EF4-FFF2-40B4-BE49-F238E27FC236}">
                <a16:creationId xmlns:a16="http://schemas.microsoft.com/office/drawing/2014/main" id="{8CD2CF31-E0FB-450D-A65B-490BB6E7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38" name="tower.3.skip.input.head">
            <a:extLst xmlns:a="http://schemas.openxmlformats.org/drawingml/2006/main">
              <a:ext uri="{FF2B5EF4-FFF2-40B4-BE49-F238E27FC236}">
                <a16:creationId xmlns:a16="http://schemas.microsoft.com/office/drawing/2014/main" id="{F51C85EE-5B6C-48FC-B8BD-51C42957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114675" y="49530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ower.3.skip.left">
            <a:extLst xmlns:a="http://schemas.openxmlformats.org/drawingml/2006/main">
              <a:ext uri="{FF2B5EF4-FFF2-40B4-BE49-F238E27FC236}">
                <a16:creationId xmlns:a16="http://schemas.microsoft.com/office/drawing/2014/main" id="{64F61421-AB47-460B-A51B-76630112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61950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40" name="tower.3.skip.bottom">
            <a:extLst xmlns:a="http://schemas.openxmlformats.org/drawingml/2006/main">
              <a:ext uri="{FF2B5EF4-FFF2-40B4-BE49-F238E27FC236}">
                <a16:creationId xmlns:a16="http://schemas.microsoft.com/office/drawing/2014/main" id="{89279E9C-D420-4030-BB92-91FF2924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362200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41" name="tower.3.skip.return">
            <a:extLst xmlns:a="http://schemas.openxmlformats.org/drawingml/2006/main">
              <a:ext uri="{FF2B5EF4-FFF2-40B4-BE49-F238E27FC236}">
                <a16:creationId xmlns:a16="http://schemas.microsoft.com/office/drawing/2014/main" id="{2F72A3B0-2AE6-44A4-BC43-623B9BE1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42" name="tower.4.top">
            <a:extLst xmlns:a="http://schemas.openxmlformats.org/drawingml/2006/main">
              <a:ext uri="{FF2B5EF4-FFF2-40B4-BE49-F238E27FC236}">
                <a16:creationId xmlns:a16="http://schemas.microsoft.com/office/drawing/2014/main" id="{7562AE5B-A28F-4AAB-90CE-74FDF19E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3875"/>
            <a:ext cx="666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tower.4.stem.top">
            <a:extLst xmlns:a="http://schemas.openxmlformats.org/drawingml/2006/main">
              <a:ext uri="{FF2B5EF4-FFF2-40B4-BE49-F238E27FC236}">
                <a16:creationId xmlns:a16="http://schemas.microsoft.com/office/drawing/2014/main" id="{411EC6C6-25FA-45D9-9240-5F873935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8953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44" name="tower.4.block.0">
            <a:extLst xmlns:a="http://schemas.openxmlformats.org/drawingml/2006/main">
              <a:ext uri="{FF2B5EF4-FFF2-40B4-BE49-F238E27FC236}">
                <a16:creationId xmlns:a16="http://schemas.microsoft.com/office/drawing/2014/main" id="{8EB60E57-3F2F-4C96-8491-11A70AE3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02870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0E1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tower.4.stem.0">
            <a:extLst xmlns:a="http://schemas.openxmlformats.org/drawingml/2006/main">
              <a:ext uri="{FF2B5EF4-FFF2-40B4-BE49-F238E27FC236}">
                <a16:creationId xmlns:a16="http://schemas.microsoft.com/office/drawing/2014/main" id="{96968E0E-5424-4930-8AB0-89AB3472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390650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46" name="tower.4.block.1">
            <a:extLst xmlns:a="http://schemas.openxmlformats.org/drawingml/2006/main">
              <a:ext uri="{FF2B5EF4-FFF2-40B4-BE49-F238E27FC236}">
                <a16:creationId xmlns:a16="http://schemas.microsoft.com/office/drawing/2014/main" id="{A55CCD84-A944-4A32-8522-DA754631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5335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6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Block 3</a:t>
            </a:r>
          </a:p>
        </p:txBody>
      </p:sp>
      <p:sp>
        <p:nvSpPr>
          <p:cNvPr id="47" name="tower.4.decoder">
            <a:extLst xmlns:a="http://schemas.openxmlformats.org/drawingml/2006/main">
              <a:ext uri="{FF2B5EF4-FFF2-40B4-BE49-F238E27FC236}">
                <a16:creationId xmlns:a16="http://schemas.microsoft.com/office/drawing/2014/main" id="{A9729F64-A4A7-45D5-AAA9-6BBED0A2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193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DF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11111"/>
                </a:solidFill>
              </a:defRPr>
            </a:pPr>
            <a:r>
              <a:rPr sz="825">
                <a:solidFill>
                  <a:srgbClr val="111111"/>
                </a:solidFill>
              </a:rPr>
              <a:t>Decoder</a:t>
            </a:r>
          </a:p>
        </p:txBody>
      </p:sp>
      <p:sp>
        <p:nvSpPr>
          <p:cNvPr id="48" name="tower.4.to-decoder">
            <a:extLst xmlns:a="http://schemas.openxmlformats.org/drawingml/2006/main">
              <a:ext uri="{FF2B5EF4-FFF2-40B4-BE49-F238E27FC236}">
                <a16:creationId xmlns:a16="http://schemas.microsoft.com/office/drawing/2014/main" id="{15272E6B-2685-4D49-B564-C49ACA77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895475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49" name="tower.4.skip.top">
            <a:extLst xmlns:a="http://schemas.openxmlformats.org/drawingml/2006/main">
              <a:ext uri="{FF2B5EF4-FFF2-40B4-BE49-F238E27FC236}">
                <a16:creationId xmlns:a16="http://schemas.microsoft.com/office/drawing/2014/main" id="{902D8700-63AA-435C-A423-D1BFF875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1950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50" name="tower.4.skip.input">
            <a:extLst xmlns:a="http://schemas.openxmlformats.org/drawingml/2006/main">
              <a:ext uri="{FF2B5EF4-FFF2-40B4-BE49-F238E27FC236}">
                <a16:creationId xmlns:a16="http://schemas.microsoft.com/office/drawing/2014/main" id="{77CAEEB3-6DB8-48F5-AF25-E49B2FEB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19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51" name="tower.4.skip.input.head">
            <a:extLst xmlns:a="http://schemas.openxmlformats.org/drawingml/2006/main">
              <a:ext uri="{FF2B5EF4-FFF2-40B4-BE49-F238E27FC236}">
                <a16:creationId xmlns:a16="http://schemas.microsoft.com/office/drawing/2014/main" id="{E86A5F56-A5B4-48CD-860F-C10A6B48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076700" y="49530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ower.4.skip.left">
            <a:extLst xmlns:a="http://schemas.openxmlformats.org/drawingml/2006/main">
              <a:ext uri="{FF2B5EF4-FFF2-40B4-BE49-F238E27FC236}">
                <a16:creationId xmlns:a16="http://schemas.microsoft.com/office/drawing/2014/main" id="{85370FDD-DC8D-4CF4-9F51-4A0E96A2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1950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53" name="tower.4.skip.bottom">
            <a:extLst xmlns:a="http://schemas.openxmlformats.org/drawingml/2006/main">
              <a:ext uri="{FF2B5EF4-FFF2-40B4-BE49-F238E27FC236}">
                <a16:creationId xmlns:a16="http://schemas.microsoft.com/office/drawing/2014/main" id="{25527F99-5B1B-4884-BC23-A8D9C044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62200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54" name="tower.4.skip.return">
            <a:extLst xmlns:a="http://schemas.openxmlformats.org/drawingml/2006/main">
              <a:ext uri="{FF2B5EF4-FFF2-40B4-BE49-F238E27FC236}">
                <a16:creationId xmlns:a16="http://schemas.microsoft.com/office/drawing/2014/main" id="{874223BD-EB30-4D8C-9084-12478FBE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2098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55" name="tower.5.top">
            <a:extLst xmlns:a="http://schemas.openxmlformats.org/drawingml/2006/main">
              <a:ext uri="{FF2B5EF4-FFF2-40B4-BE49-F238E27FC236}">
                <a16:creationId xmlns:a16="http://schemas.microsoft.com/office/drawing/2014/main" id="{F43F6EC9-1303-45D7-8669-C007D001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3875"/>
            <a:ext cx="666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tower.5.stem.top">
            <a:extLst xmlns:a="http://schemas.openxmlformats.org/drawingml/2006/main">
              <a:ext uri="{FF2B5EF4-FFF2-40B4-BE49-F238E27FC236}">
                <a16:creationId xmlns:a16="http://schemas.microsoft.com/office/drawing/2014/main" id="{6EE2857C-4815-4171-883C-C5CB65CE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8953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57" name="tower.5.block.0">
            <a:extLst xmlns:a="http://schemas.openxmlformats.org/drawingml/2006/main">
              <a:ext uri="{FF2B5EF4-FFF2-40B4-BE49-F238E27FC236}">
                <a16:creationId xmlns:a16="http://schemas.microsoft.com/office/drawing/2014/main" id="{5B7BDCB6-70B0-4303-AD86-58BEB940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02870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0E1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tower.5.stem.0">
            <a:extLst xmlns:a="http://schemas.openxmlformats.org/drawingml/2006/main">
              <a:ext uri="{FF2B5EF4-FFF2-40B4-BE49-F238E27FC236}">
                <a16:creationId xmlns:a16="http://schemas.microsoft.com/office/drawing/2014/main" id="{66AB793F-3F2C-4934-A0F1-6A3CA623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390650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59" name="tower.5.block.1">
            <a:extLst xmlns:a="http://schemas.openxmlformats.org/drawingml/2006/main">
              <a:ext uri="{FF2B5EF4-FFF2-40B4-BE49-F238E27FC236}">
                <a16:creationId xmlns:a16="http://schemas.microsoft.com/office/drawing/2014/main" id="{91D4DACA-E52A-498D-9850-38C722DE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5335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6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tower.5.stem.1">
            <a:extLst xmlns:a="http://schemas.openxmlformats.org/drawingml/2006/main">
              <a:ext uri="{FF2B5EF4-FFF2-40B4-BE49-F238E27FC236}">
                <a16:creationId xmlns:a16="http://schemas.microsoft.com/office/drawing/2014/main" id="{FAEAC768-5C1C-4133-A332-F333BBDC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895475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61" name="tower.5.block.2">
            <a:extLst xmlns:a="http://schemas.openxmlformats.org/drawingml/2006/main">
              <a:ext uri="{FF2B5EF4-FFF2-40B4-BE49-F238E27FC236}">
                <a16:creationId xmlns:a16="http://schemas.microsoft.com/office/drawing/2014/main" id="{F79E9A54-2024-4659-AE22-6D100F87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1930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A1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111111"/>
                </a:solidFill>
              </a:defRPr>
            </a:pPr>
            <a:r>
              <a:rPr sz="900">
                <a:solidFill>
                  <a:srgbClr val="111111"/>
                </a:solidFill>
              </a:rPr>
              <a:t>Block 4</a:t>
            </a:r>
          </a:p>
        </p:txBody>
      </p:sp>
      <p:sp>
        <p:nvSpPr>
          <p:cNvPr id="62" name="tower.5.decoder">
            <a:extLst xmlns:a="http://schemas.openxmlformats.org/drawingml/2006/main">
              <a:ext uri="{FF2B5EF4-FFF2-40B4-BE49-F238E27FC236}">
                <a16:creationId xmlns:a16="http://schemas.microsoft.com/office/drawing/2014/main" id="{9585C82D-BD2F-4A79-884A-8184F73A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05075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DF"/>
          </a:solidFill>
          <a:ln xmlns:a="http://schemas.openxmlformats.org/drawingml/2006/main" w="7620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111111"/>
                </a:solidFill>
              </a:defRPr>
            </a:pPr>
            <a:r>
              <a:rPr sz="825">
                <a:solidFill>
                  <a:srgbClr val="111111"/>
                </a:solidFill>
              </a:rPr>
              <a:t>Decoder</a:t>
            </a:r>
          </a:p>
        </p:txBody>
      </p:sp>
      <p:sp>
        <p:nvSpPr>
          <p:cNvPr id="63" name="tower.5.to-decoder">
            <a:extLst xmlns:a="http://schemas.openxmlformats.org/drawingml/2006/main">
              <a:ext uri="{FF2B5EF4-FFF2-40B4-BE49-F238E27FC236}">
                <a16:creationId xmlns:a16="http://schemas.microsoft.com/office/drawing/2014/main" id="{F6CAF3E8-8A3A-46F3-A20A-6FD8EF81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3812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64" name="tower.5.skip.top">
            <a:extLst xmlns:a="http://schemas.openxmlformats.org/drawingml/2006/main">
              <a:ext uri="{FF2B5EF4-FFF2-40B4-BE49-F238E27FC236}">
                <a16:creationId xmlns:a16="http://schemas.microsoft.com/office/drawing/2014/main" id="{725FAE69-9D62-40BB-A93A-6D90DA9D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1950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65" name="tower.5.skip.input">
            <a:extLst xmlns:a="http://schemas.openxmlformats.org/drawingml/2006/main">
              <a:ext uri="{FF2B5EF4-FFF2-40B4-BE49-F238E27FC236}">
                <a16:creationId xmlns:a16="http://schemas.microsoft.com/office/drawing/2014/main" id="{B1198AC2-0A9B-41BA-A1D6-F43E5FF1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19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66" name="tower.5.skip.input.head">
            <a:extLst xmlns:a="http://schemas.openxmlformats.org/drawingml/2006/main">
              <a:ext uri="{FF2B5EF4-FFF2-40B4-BE49-F238E27FC236}">
                <a16:creationId xmlns:a16="http://schemas.microsoft.com/office/drawing/2014/main" id="{8F00DB7C-E96E-40CC-905F-138F3A3C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029200" y="49530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ower.5.skip.left">
            <a:extLst xmlns:a="http://schemas.openxmlformats.org/drawingml/2006/main">
              <a:ext uri="{FF2B5EF4-FFF2-40B4-BE49-F238E27FC236}">
                <a16:creationId xmlns:a16="http://schemas.microsoft.com/office/drawing/2014/main" id="{42BA3BE1-8DC4-4558-8BF0-03B45B35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1950"/>
            <a:ext cx="0" cy="2466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68" name="tower.5.skip.bottom">
            <a:extLst xmlns:a="http://schemas.openxmlformats.org/drawingml/2006/main">
              <a:ext uri="{FF2B5EF4-FFF2-40B4-BE49-F238E27FC236}">
                <a16:creationId xmlns:a16="http://schemas.microsoft.com/office/drawing/2014/main" id="{181FE9D0-EBBA-4AA3-906F-BECD27F2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2892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69" name="tower.5.skip.return">
            <a:extLst xmlns:a="http://schemas.openxmlformats.org/drawingml/2006/main">
              <a:ext uri="{FF2B5EF4-FFF2-40B4-BE49-F238E27FC236}">
                <a16:creationId xmlns:a16="http://schemas.microsoft.com/office/drawing/2014/main" id="{61A8ED05-1CC8-4A8D-A61A-161FCD4F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955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70" name="output.arrow">
            <a:extLst xmlns:a="http://schemas.openxmlformats.org/drawingml/2006/main">
              <a:ext uri="{FF2B5EF4-FFF2-40B4-BE49-F238E27FC236}">
                <a16:creationId xmlns:a16="http://schemas.microsoft.com/office/drawing/2014/main" id="{7630E183-E932-42FB-A360-6805B2BE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9557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  <a:prstDash val="solid"/>
          </a:ln>
        </p:spPr>
      </p:sp>
      <p:sp>
        <p:nvSpPr>
          <p:cNvPr id="71" name="output.arrow.head">
            <a:extLst xmlns:a="http://schemas.openxmlformats.org/drawingml/2006/main">
              <a:ext uri="{FF2B5EF4-FFF2-40B4-BE49-F238E27FC236}">
                <a16:creationId xmlns:a16="http://schemas.microsoft.com/office/drawing/2014/main" id="{FD1D8D90-D1AD-4E56-8C62-3485ACAF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029200" y="297180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output.label">
            <a:extLst xmlns:a="http://schemas.openxmlformats.org/drawingml/2006/main">
              <a:ext uri="{FF2B5EF4-FFF2-40B4-BE49-F238E27FC236}">
                <a16:creationId xmlns:a16="http://schemas.microsoft.com/office/drawing/2014/main" id="{760F6168-1879-4EB6-88B9-4DE98777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90850"/>
            <a:ext cx="400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i="1">
                <a:solidFill>
                  <a:srgbClr val="111111"/>
                </a:solidFill>
              </a:defRPr>
            </a:pPr>
            <a:r>
              <a:rPr sz="1575" i="1">
                <a:solidFill>
                  <a:srgbClr val="111111"/>
                </a:solidFill>
              </a:rPr>
              <a:t>x₀</a:t>
            </a:r>
          </a:p>
        </p:txBody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26224da874fba"/>
          <a:stretch xmlns:a="http://schemas.openxmlformats.org/drawingml/2006/main"/>
        </p:blipFill>
        <p:spPr>
          <a:xfrm xmlns:a="http://schemas.openxmlformats.org/drawingml/2006/main">
            <a:off x="914400" y="3124200"/>
            <a:ext cx="3848100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048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2026-07-30T15:16:15.3220000Z</dcterms:created>
  <dcterms:modified xsi:type="dcterms:W3CDTF">2026-07-30T15:16:15.3220000Z</dcterms:modified>
</coreProperties>
</file>