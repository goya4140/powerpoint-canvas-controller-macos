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691b05da941b8" /><Relationship Type="http://schemas.openxmlformats.org/officeDocument/2006/relationships/extended-properties" Target="/docProps/app.xml" Id="Rff89e3a1da464439" /><Relationship Type="http://schemas.openxmlformats.org/officeDocument/2006/relationships/officeDocument" Target="/ppt/presentation.xml" Id="R22b004f58f7c48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43a42abba4409f"/>
  </p:sldMasterIdLst>
  <p:notesMasterIdLst>
    <p:notesMasterId xmlns:r="http://schemas.openxmlformats.org/officeDocument/2006/relationships" r:id="R7374b386d8674a4f"/>
  </p:notesMasterIdLst>
  <p:sldIdLst>
    <p:sldId xmlns:r="http://schemas.openxmlformats.org/officeDocument/2006/relationships" id="256" r:id="Rc5d4570f83c04f60"/>
  </p:sldIdLst>
  <p:sldSz cx="11068050" cy="5048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976b04f3bc4431" /><Relationship Type="http://schemas.openxmlformats.org/officeDocument/2006/relationships/slideMaster" Target="/ppt/slideMasters/slideMaster1.xml" Id="R0543a42abba4409f" /><Relationship Type="http://schemas.openxmlformats.org/officeDocument/2006/relationships/notesMaster" Target="/ppt/notesMasters/notesMaster1.xml" Id="R7374b386d8674a4f" /><Relationship Type="http://schemas.openxmlformats.org/officeDocument/2006/relationships/presProps" Target="/ppt/presProps.xml" Id="Rccc3fde243d3416b" /><Relationship Type="http://schemas.openxmlformats.org/officeDocument/2006/relationships/tableStyles" Target="/ppt/tableStyles.xml" Id="R76c4af86b21e4cbe" /><Relationship Type="http://schemas.openxmlformats.org/officeDocument/2006/relationships/slide" Target="/ppt/slides/slide1.xml" Id="Rc5d4570f83c0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6ca8b40d0f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5021b4ab5043ef" /><Relationship Type="http://schemas.openxmlformats.org/officeDocument/2006/relationships/notesMaster" Target="/ppt/notesMasters/notesMaster1.xml" Id="R380c27bcab50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https://aclanthology.org/2024.emnlp-main.313/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af8c5c5a948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cf70648f244c40" /><Relationship Type="http://schemas.openxmlformats.org/officeDocument/2006/relationships/slideLayout" Target="/ppt/slideLayouts/slideLayout1.xml" Id="R35bc81afcd40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c81afcd40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91f82eb5e44f9" /><Relationship Type="http://schemas.openxmlformats.org/officeDocument/2006/relationships/notesSlide" Target="/ppt/notesSlides/notesSlide1.xml" Id="Re777b70e132845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panel.0">
            <a:extLst xmlns:a="http://schemas.openxmlformats.org/drawingml/2006/main">
              <a:ext uri="{FF2B5EF4-FFF2-40B4-BE49-F238E27FC236}">
                <a16:creationId xmlns:a16="http://schemas.microsoft.com/office/drawing/2014/main" id="{C58FB5E4-8DE9-44BC-B4E8-602EC0EE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04825"/>
            <a:ext cx="3638550" cy="45148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" name="panel.1">
            <a:extLst xmlns:a="http://schemas.openxmlformats.org/drawingml/2006/main">
              <a:ext uri="{FF2B5EF4-FFF2-40B4-BE49-F238E27FC236}">
                <a16:creationId xmlns:a16="http://schemas.microsoft.com/office/drawing/2014/main" id="{15D70584-257D-4F70-B9A0-2FAE924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4825"/>
            <a:ext cx="3790950" cy="45148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3" name="panel.2">
            <a:extLst xmlns:a="http://schemas.openxmlformats.org/drawingml/2006/main">
              <a:ext uri="{FF2B5EF4-FFF2-40B4-BE49-F238E27FC236}">
                <a16:creationId xmlns:a16="http://schemas.microsoft.com/office/drawing/2014/main" id="{4C7BCF05-B1BB-42DE-A6C5-F2CD916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4825"/>
            <a:ext cx="3133725" cy="451485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4" name="step.1">
            <a:extLst xmlns:a="http://schemas.openxmlformats.org/drawingml/2006/main">
              <a:ext uri="{FF2B5EF4-FFF2-40B4-BE49-F238E27FC236}">
                <a16:creationId xmlns:a16="http://schemas.microsoft.com/office/drawing/2014/main" id="{251CE2A4-EDEC-4736-900D-E666ABB4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5" name="step.2">
            <a:extLst xmlns:a="http://schemas.openxmlformats.org/drawingml/2006/main">
              <a:ext uri="{FF2B5EF4-FFF2-40B4-BE49-F238E27FC236}">
                <a16:creationId xmlns:a16="http://schemas.microsoft.com/office/drawing/2014/main" id="{3782393A-0824-4BB4-8DE5-093FC999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1925"/>
            <a:ext cx="2324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6" name="step.3">
            <a:extLst xmlns:a="http://schemas.openxmlformats.org/drawingml/2006/main">
              <a:ext uri="{FF2B5EF4-FFF2-40B4-BE49-F238E27FC236}">
                <a16:creationId xmlns:a16="http://schemas.microsoft.com/office/drawing/2014/main" id="{3EA73033-B63A-4CA3-B11E-515D00D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"/>
            <a:ext cx="2390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7" name="step.1.text">
            <a:extLst xmlns:a="http://schemas.openxmlformats.org/drawingml/2006/main">
              <a:ext uri="{FF2B5EF4-FFF2-40B4-BE49-F238E27FC236}">
                <a16:creationId xmlns:a16="http://schemas.microsoft.com/office/drawing/2014/main" id="{31167E59-2F0A-4EB2-969C-F5E574F1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Step 1. Measuring Question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Difficulty</a:t>
            </a:r>
          </a:p>
        </p:txBody>
      </p:sp>
      <p:sp>
        <p:nvSpPr>
          <p:cNvPr id="8" name="step.2.text">
            <a:extLst xmlns:a="http://schemas.openxmlformats.org/drawingml/2006/main">
              <a:ext uri="{FF2B5EF4-FFF2-40B4-BE49-F238E27FC236}">
                <a16:creationId xmlns:a16="http://schemas.microsoft.com/office/drawing/2014/main" id="{CB8E014D-3B02-42BF-90DF-AB51ABB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1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Step 2. Adaptively Building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a Demonstration Set</a:t>
            </a:r>
          </a:p>
        </p:txBody>
      </p:sp>
      <p:sp>
        <p:nvSpPr>
          <p:cNvPr id="9" name="step.3.text">
            <a:extLst xmlns:a="http://schemas.openxmlformats.org/drawingml/2006/main">
              <a:ext uri="{FF2B5EF4-FFF2-40B4-BE49-F238E27FC236}">
                <a16:creationId xmlns:a16="http://schemas.microsoft.com/office/drawing/2014/main" id="{4B5C6D91-B5BC-4B5A-933D-58D81C7F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Step 3. Adaptively Retrieving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Demonstration</a:t>
            </a:r>
          </a:p>
        </p:txBody>
      </p:sp>
      <p:sp>
        <p:nvSpPr>
          <p:cNvPr id="10" name="questions">
            <a:extLst xmlns:a="http://schemas.openxmlformats.org/drawingml/2006/main">
              <a:ext uri="{FF2B5EF4-FFF2-40B4-BE49-F238E27FC236}">
                <a16:creationId xmlns:a16="http://schemas.microsoft.com/office/drawing/2014/main" id="{E5B4EDEA-3148-4C65-8F62-AA7C2351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"/>
            <a:ext cx="1543050" cy="1571625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AAAAAA"/>
            </a:solidFill>
            <a:prstDash val="solid"/>
          </a:ln>
        </p:spPr>
      </p:sp>
      <p:sp>
        <p:nvSpPr>
          <p:cNvPr id="11" name="questions.text">
            <a:extLst xmlns:a="http://schemas.openxmlformats.org/drawingml/2006/main">
              <a:ext uri="{FF2B5EF4-FFF2-40B4-BE49-F238E27FC236}">
                <a16:creationId xmlns:a16="http://schemas.microsoft.com/office/drawing/2014/main" id="{F5052515-4C37-4558-8510-7B843E05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81050"/>
            <a:ext cx="1190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❓ Target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question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❓ Target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question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⋮</a:t>
            </a:r>
          </a:p>
        </p:txBody>
      </p:sp>
      <p:sp>
        <p:nvSpPr>
          <p:cNvPr id="12" name="llm.1">
            <a:extLst xmlns:a="http://schemas.openxmlformats.org/drawingml/2006/main">
              <a:ext uri="{FF2B5EF4-FFF2-40B4-BE49-F238E27FC236}">
                <a16:creationId xmlns:a16="http://schemas.microsoft.com/office/drawing/2014/main" id="{D47E101F-4069-4AC5-AC0B-447965BE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38400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00A67E"/>
                </a:solidFill>
              </a:defRPr>
            </a:pPr>
            <a:r>
              <a:rPr sz="3150" b="0" i="0">
                <a:solidFill>
                  <a:srgbClr val="00A67E"/>
                </a:solidFill>
              </a:rPr>
              <a:t>◎</a:t>
            </a:r>
          </a:p>
        </p:txBody>
      </p:sp>
      <p:sp>
        <p:nvSpPr>
          <p:cNvPr id="13" name="fewshot">
            <a:extLst xmlns:a="http://schemas.openxmlformats.org/drawingml/2006/main">
              <a:ext uri="{FF2B5EF4-FFF2-40B4-BE49-F238E27FC236}">
                <a16:creationId xmlns:a16="http://schemas.microsoft.com/office/drawing/2014/main" id="{81E793FC-1995-4FFD-901A-04E2C715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86025"/>
            <a:ext cx="1076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Few-shot-cot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by LLMs</a:t>
            </a:r>
          </a:p>
        </p:txBody>
      </p:sp>
      <p:sp>
        <p:nvSpPr>
          <p:cNvPr id="14" name="rationales">
            <a:extLst xmlns:a="http://schemas.openxmlformats.org/drawingml/2006/main">
              <a:ext uri="{FF2B5EF4-FFF2-40B4-BE49-F238E27FC236}">
                <a16:creationId xmlns:a16="http://schemas.microsoft.com/office/drawing/2014/main" id="{DFA03A1B-66CD-455A-83FC-3E2501A2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305175"/>
            <a:ext cx="1543050" cy="156210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66C0ED"/>
            </a:solidFill>
            <a:prstDash val="solid"/>
          </a:ln>
        </p:spPr>
      </p:sp>
      <p:sp>
        <p:nvSpPr>
          <p:cNvPr id="15" name="rationales.text">
            <a:extLst xmlns:a="http://schemas.openxmlformats.org/drawingml/2006/main">
              <a:ext uri="{FF2B5EF4-FFF2-40B4-BE49-F238E27FC236}">
                <a16:creationId xmlns:a16="http://schemas.microsoft.com/office/drawing/2014/main" id="{8520735E-E73A-4828-BEE3-B7A66CB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476625"/>
            <a:ext cx="1190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💡 Rationale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💡 Rationale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⋮</a:t>
            </a:r>
          </a:p>
        </p:txBody>
      </p:sp>
      <p:sp>
        <p:nvSpPr>
          <p:cNvPr id="16" name="q-llm.shaft">
            <a:extLst xmlns:a="http://schemas.openxmlformats.org/drawingml/2006/main">
              <a:ext uri="{FF2B5EF4-FFF2-40B4-BE49-F238E27FC236}">
                <a16:creationId xmlns:a16="http://schemas.microsoft.com/office/drawing/2014/main" id="{18F74567-8245-4236-B53E-FBF6678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7077" y="2298573"/>
            <a:ext cx="1013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8D6D1"/>
            </a:solidFill>
            <a:prstDash val="solid"/>
          </a:ln>
        </p:spPr>
      </p:sp>
      <p:sp>
        <p:nvSpPr>
          <p:cNvPr id="17" name="q-llm.head">
            <a:extLst xmlns:a="http://schemas.openxmlformats.org/drawingml/2006/main">
              <a:ext uri="{FF2B5EF4-FFF2-40B4-BE49-F238E27FC236}">
                <a16:creationId xmlns:a16="http://schemas.microsoft.com/office/drawing/2014/main" id="{5A708122-40A5-43DE-97EE-542DE67E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1550" y="2343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18" name="llm-r.shaft">
            <a:extLst xmlns:a="http://schemas.openxmlformats.org/drawingml/2006/main">
              <a:ext uri="{FF2B5EF4-FFF2-40B4-BE49-F238E27FC236}">
                <a16:creationId xmlns:a16="http://schemas.microsoft.com/office/drawing/2014/main" id="{51952A86-2D03-460D-838A-E5DAF34C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5640" y="3084386"/>
            <a:ext cx="2442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8D6D1"/>
            </a:solidFill>
            <a:prstDash val="solid"/>
          </a:ln>
        </p:spPr>
      </p:sp>
      <p:sp>
        <p:nvSpPr>
          <p:cNvPr id="19" name="llm-r.head">
            <a:extLst xmlns:a="http://schemas.openxmlformats.org/drawingml/2006/main">
              <a:ext uri="{FF2B5EF4-FFF2-40B4-BE49-F238E27FC236}">
                <a16:creationId xmlns:a16="http://schemas.microsoft.com/office/drawing/2014/main" id="{BD0ED5E8-56CE-4AB7-9768-7F59347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1550" y="3200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20" name="semantic.frame">
            <a:extLst xmlns:a="http://schemas.openxmlformats.org/drawingml/2006/main">
              <a:ext uri="{FF2B5EF4-FFF2-40B4-BE49-F238E27FC236}">
                <a16:creationId xmlns:a16="http://schemas.microsoft.com/office/drawing/2014/main" id="{9CC0F981-CD5F-4EFE-A4B2-722016A2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00075"/>
            <a:ext cx="12573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21" name="semantic.icon">
            <a:extLst xmlns:a="http://schemas.openxmlformats.org/drawingml/2006/main">
              <a:ext uri="{FF2B5EF4-FFF2-40B4-BE49-F238E27FC236}">
                <a16:creationId xmlns:a16="http://schemas.microsoft.com/office/drawing/2014/main" id="{FEB030E2-2A49-43C4-8C72-431386DD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0485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❓</a:t>
            </a:r>
          </a:p>
        </p:txBody>
      </p:sp>
      <p:sp>
        <p:nvSpPr>
          <p:cNvPr id="22" name="semantic.value">
            <a:extLst xmlns:a="http://schemas.openxmlformats.org/drawingml/2006/main">
              <a:ext uri="{FF2B5EF4-FFF2-40B4-BE49-F238E27FC236}">
                <a16:creationId xmlns:a16="http://schemas.microsoft.com/office/drawing/2014/main" id="{11E5794B-7900-4243-8D73-4E2C1D41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47700"/>
            <a:ext cx="8382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Target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question 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Rationale i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Semantic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complexity</a:t>
            </a:r>
          </a:p>
        </p:txBody>
      </p:sp>
      <p:sp>
        <p:nvSpPr>
          <p:cNvPr id="23" name="difficulty.frame">
            <a:extLst xmlns:a="http://schemas.openxmlformats.org/drawingml/2006/main">
              <a:ext uri="{FF2B5EF4-FFF2-40B4-BE49-F238E27FC236}">
                <a16:creationId xmlns:a16="http://schemas.microsoft.com/office/drawing/2014/main" id="{E49FA2A5-4FB2-46C3-A05E-94E92A0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76575"/>
            <a:ext cx="12573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24" name="difficulty.icon">
            <a:extLst xmlns:a="http://schemas.openxmlformats.org/drawingml/2006/main">
              <a:ext uri="{FF2B5EF4-FFF2-40B4-BE49-F238E27FC236}">
                <a16:creationId xmlns:a16="http://schemas.microsoft.com/office/drawing/2014/main" id="{0D6908C1-EED6-4124-AC0E-C50B1C64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➕</a:t>
            </a:r>
          </a:p>
        </p:txBody>
      </p:sp>
      <p:sp>
        <p:nvSpPr>
          <p:cNvPr id="25" name="difficulty.value">
            <a:extLst xmlns:a="http://schemas.openxmlformats.org/drawingml/2006/main">
              <a:ext uri="{FF2B5EF4-FFF2-40B4-BE49-F238E27FC236}">
                <a16:creationId xmlns:a16="http://schemas.microsoft.com/office/drawing/2014/main" id="{82686CB7-20B0-4874-B2BB-A3B4DF56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24200"/>
            <a:ext cx="8382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Difficulty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Rationale i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Syntactic complexity</a:t>
            </a:r>
          </a:p>
        </p:txBody>
      </p:sp>
      <p:sp>
        <p:nvSpPr>
          <p:cNvPr id="26" name="semantic-difficulty.shaft">
            <a:extLst xmlns:a="http://schemas.openxmlformats.org/drawingml/2006/main">
              <a:ext uri="{FF2B5EF4-FFF2-40B4-BE49-F238E27FC236}">
                <a16:creationId xmlns:a16="http://schemas.microsoft.com/office/drawing/2014/main" id="{10AEFACD-9AD3-428D-96CA-589FE14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2293" y="2420207"/>
            <a:ext cx="10685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9DDDDC"/>
            </a:solidFill>
            <a:prstDash val="solid"/>
          </a:ln>
        </p:spPr>
      </p:sp>
      <p:sp>
        <p:nvSpPr>
          <p:cNvPr id="27" name="semantic-difficulty.head">
            <a:extLst xmlns:a="http://schemas.openxmlformats.org/drawingml/2006/main">
              <a:ext uri="{FF2B5EF4-FFF2-40B4-BE49-F238E27FC236}">
                <a16:creationId xmlns:a16="http://schemas.microsoft.com/office/drawing/2014/main" id="{A69C8AD7-F204-40E8-B79C-FBEB794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95588" y="2947988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DDDC"/>
          </a:solidFill>
          <a:ln xmlns:a="http://schemas.openxmlformats.org/drawingml/2006/main" w="0">
            <a:solidFill>
              <a:srgbClr val="9DDDDC"/>
            </a:solidFill>
            <a:prstDash val="solid"/>
          </a:ln>
        </p:spPr>
      </p:sp>
      <p:sp>
        <p:nvSpPr>
          <p:cNvPr id="28" name="rationale-difficulty.shaft">
            <a:extLst xmlns:a="http://schemas.openxmlformats.org/drawingml/2006/main">
              <a:ext uri="{FF2B5EF4-FFF2-40B4-BE49-F238E27FC236}">
                <a16:creationId xmlns:a16="http://schemas.microsoft.com/office/drawing/2014/main" id="{4E959C3B-6096-446D-96DC-29BFE1A5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72734">
            <a:off x="1913366" y="3995776"/>
            <a:ext cx="2938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29" name="rationale-difficulty.head">
            <a:extLst xmlns:a="http://schemas.openxmlformats.org/drawingml/2006/main">
              <a:ext uri="{FF2B5EF4-FFF2-40B4-BE49-F238E27FC236}">
                <a16:creationId xmlns:a16="http://schemas.microsoft.com/office/drawing/2014/main" id="{DB007D83-0784-4118-82F0-B92683D6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27266">
            <a:off x="2143125" y="37719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30" name="rationale-semantic.shaft">
            <a:extLst xmlns:a="http://schemas.openxmlformats.org/drawingml/2006/main">
              <a:ext uri="{FF2B5EF4-FFF2-40B4-BE49-F238E27FC236}">
                <a16:creationId xmlns:a16="http://schemas.microsoft.com/office/drawing/2014/main" id="{3081BC08-A519-4F33-B4B5-125B67C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55557">
            <a:off x="1785911" y="3012899"/>
            <a:ext cx="5220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31" name="rationale-semantic.head">
            <a:extLst xmlns:a="http://schemas.openxmlformats.org/drawingml/2006/main">
              <a:ext uri="{FF2B5EF4-FFF2-40B4-BE49-F238E27FC236}">
                <a16:creationId xmlns:a16="http://schemas.microsoft.com/office/drawing/2014/main" id="{522D11FB-B386-40E3-B1F5-5B08B1A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44443">
            <a:off x="2114550" y="26384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32" name="middle.random">
            <a:extLst xmlns:a="http://schemas.openxmlformats.org/drawingml/2006/main">
              <a:ext uri="{FF2B5EF4-FFF2-40B4-BE49-F238E27FC236}">
                <a16:creationId xmlns:a16="http://schemas.microsoft.com/office/drawing/2014/main" id="{7374F8A5-AF27-4EDE-B2DF-183C9339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619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Randomly select N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sample questions</a:t>
            </a:r>
          </a:p>
        </p:txBody>
      </p:sp>
      <p:sp>
        <p:nvSpPr>
          <p:cNvPr id="33" name="middle.samples">
            <a:extLst xmlns:a="http://schemas.openxmlformats.org/drawingml/2006/main">
              <a:ext uri="{FF2B5EF4-FFF2-40B4-BE49-F238E27FC236}">
                <a16:creationId xmlns:a16="http://schemas.microsoft.com/office/drawing/2014/main" id="{2ECD732D-7BBE-4A48-80A9-3BFFDB3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144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❓  ❓  ···</a:t>
            </a:r>
          </a:p>
        </p:txBody>
      </p:sp>
      <p:sp>
        <p:nvSpPr>
          <p:cNvPr id="34" name="middle.difficulty.box">
            <a:extLst xmlns:a="http://schemas.openxmlformats.org/drawingml/2006/main">
              <a:ext uri="{FF2B5EF4-FFF2-40B4-BE49-F238E27FC236}">
                <a16:creationId xmlns:a16="http://schemas.microsoft.com/office/drawing/2014/main" id="{63433E88-2DA8-4606-BA50-9A6D010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400175"/>
            <a:ext cx="885825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35" name="middle.difficulty.text">
            <a:extLst xmlns:a="http://schemas.openxmlformats.org/drawingml/2006/main">
              <a:ext uri="{FF2B5EF4-FFF2-40B4-BE49-F238E27FC236}">
                <a16:creationId xmlns:a16="http://schemas.microsoft.com/office/drawing/2014/main" id="{CEC74EE2-27A3-48A0-A33B-1859806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400175"/>
            <a:ext cx="885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Difficulty</a:t>
            </a:r>
          </a:p>
        </p:txBody>
      </p:sp>
      <p:sp>
        <p:nvSpPr>
          <p:cNvPr id="36" name="middle.chart">
            <a:extLst xmlns:a="http://schemas.openxmlformats.org/drawingml/2006/main">
              <a:ext uri="{FF2B5EF4-FFF2-40B4-BE49-F238E27FC236}">
                <a16:creationId xmlns:a16="http://schemas.microsoft.com/office/drawing/2014/main" id="{081AC0B7-740F-4D58-95B1-C233D53C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19275"/>
            <a:ext cx="1200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37" name="middle.chart.text">
            <a:extLst xmlns:a="http://schemas.openxmlformats.org/drawingml/2006/main">
              <a:ext uri="{FF2B5EF4-FFF2-40B4-BE49-F238E27FC236}">
                <a16:creationId xmlns:a16="http://schemas.microsoft.com/office/drawing/2014/main" id="{2DE1699C-11EA-4497-8E4C-D7132810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00275"/>
            <a:ext cx="962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Coefficient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of variation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of difficulty</a:t>
            </a:r>
          </a:p>
        </p:txBody>
      </p:sp>
      <p:sp>
        <p:nvSpPr>
          <p:cNvPr id="38" name="middle.chart.axis.x">
            <a:extLst xmlns:a="http://schemas.openxmlformats.org/drawingml/2006/main">
              <a:ext uri="{FF2B5EF4-FFF2-40B4-BE49-F238E27FC236}">
                <a16:creationId xmlns:a16="http://schemas.microsoft.com/office/drawing/2014/main" id="{B84F17A1-D042-42C6-90C8-F230E467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24193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9" name="middle.chart.axis.y">
            <a:extLst xmlns:a="http://schemas.openxmlformats.org/drawingml/2006/main">
              <a:ext uri="{FF2B5EF4-FFF2-40B4-BE49-F238E27FC236}">
                <a16:creationId xmlns:a16="http://schemas.microsoft.com/office/drawing/2014/main" id="{1BA7BF46-FE2B-41DA-BE79-0D7297F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062413" y="2214563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0" name="middle.chart.bar.0">
            <a:extLst xmlns:a="http://schemas.openxmlformats.org/drawingml/2006/main">
              <a:ext uri="{FF2B5EF4-FFF2-40B4-BE49-F238E27FC236}">
                <a16:creationId xmlns:a16="http://schemas.microsoft.com/office/drawing/2014/main" id="{DD29E110-FCD7-41E4-B26E-6A4373D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57425"/>
            <a:ext cx="76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5555"/>
            </a:solidFill>
            <a:prstDash val="solid"/>
          </a:ln>
        </p:spPr>
      </p:sp>
      <p:sp>
        <p:nvSpPr>
          <p:cNvPr id="41" name="middle.chart.bar.1">
            <a:extLst xmlns:a="http://schemas.openxmlformats.org/drawingml/2006/main">
              <a:ext uri="{FF2B5EF4-FFF2-40B4-BE49-F238E27FC236}">
                <a16:creationId xmlns:a16="http://schemas.microsoft.com/office/drawing/2014/main" id="{089ECBA4-7592-42B7-AD3C-17C4D8D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7D"/>
          </a:solidFill>
          <a:ln xmlns:a="http://schemas.openxmlformats.org/drawingml/2006/main" w="13335">
            <a:solidFill>
              <a:srgbClr val="555555"/>
            </a:solidFill>
            <a:prstDash val="solid"/>
          </a:ln>
        </p:spPr>
      </p:sp>
      <p:sp>
        <p:nvSpPr>
          <p:cNvPr id="42" name="middle.chart.bar.2">
            <a:extLst xmlns:a="http://schemas.openxmlformats.org/drawingml/2006/main">
              <a:ext uri="{FF2B5EF4-FFF2-40B4-BE49-F238E27FC236}">
                <a16:creationId xmlns:a16="http://schemas.microsoft.com/office/drawing/2014/main" id="{24691DA9-0A92-4259-A154-3C47B2C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7647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5555"/>
            </a:solidFill>
            <a:prstDash val="solid"/>
          </a:ln>
        </p:spPr>
      </p:sp>
      <p:sp>
        <p:nvSpPr>
          <p:cNvPr id="43" name="middle.chart.bar.3">
            <a:extLst xmlns:a="http://schemas.openxmlformats.org/drawingml/2006/main">
              <a:ext uri="{FF2B5EF4-FFF2-40B4-BE49-F238E27FC236}">
                <a16:creationId xmlns:a16="http://schemas.microsoft.com/office/drawing/2014/main" id="{370EBE73-CC4D-407B-87DD-AF4DA91B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85975"/>
            <a:ext cx="76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7D"/>
          </a:solidFill>
          <a:ln xmlns:a="http://schemas.openxmlformats.org/drawingml/2006/main" w="13335">
            <a:solidFill>
              <a:srgbClr val="555555"/>
            </a:solidFill>
            <a:prstDash val="solid"/>
          </a:ln>
        </p:spPr>
      </p:sp>
      <p:sp>
        <p:nvSpPr>
          <p:cNvPr id="44" name="middle.partition.box">
            <a:extLst xmlns:a="http://schemas.openxmlformats.org/drawingml/2006/main">
              <a:ext uri="{FF2B5EF4-FFF2-40B4-BE49-F238E27FC236}">
                <a16:creationId xmlns:a16="http://schemas.microsoft.com/office/drawing/2014/main" id="{CFDFDCB7-FA8C-4B6E-8120-FE7315C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71825"/>
            <a:ext cx="1095375" cy="16668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45" name="middle.partition.text">
            <a:extLst xmlns:a="http://schemas.openxmlformats.org/drawingml/2006/main">
              <a:ext uri="{FF2B5EF4-FFF2-40B4-BE49-F238E27FC236}">
                <a16:creationId xmlns:a16="http://schemas.microsoft.com/office/drawing/2014/main" id="{703CC03E-0074-4439-AA6F-38365ABA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71825"/>
            <a:ext cx="1095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Difficulty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section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partitioning</a:t>
            </a:r>
          </a:p>
        </p:txBody>
      </p:sp>
      <p:sp>
        <p:nvSpPr>
          <p:cNvPr id="46" name="middle.partition.band">
            <a:extLst xmlns:a="http://schemas.openxmlformats.org/drawingml/2006/main">
              <a:ext uri="{FF2B5EF4-FFF2-40B4-BE49-F238E27FC236}">
                <a16:creationId xmlns:a16="http://schemas.microsoft.com/office/drawing/2014/main" id="{DE366418-2FD4-442B-A905-EF73110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00400"/>
            <a:ext cx="228600" cy="1609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CB7B"/>
          </a:solidFill>
          <a:ln xmlns:a="http://schemas.openxmlformats.org/drawingml/2006/main" w="13335">
            <a:solidFill>
              <a:srgbClr val="9BCB7B"/>
            </a:solidFill>
            <a:prstDash val="solid"/>
          </a:ln>
        </p:spPr>
      </p:sp>
      <p:sp>
        <p:nvSpPr>
          <p:cNvPr id="47" name="middle.partition.levels">
            <a:extLst xmlns:a="http://schemas.openxmlformats.org/drawingml/2006/main">
              <a:ext uri="{FF2B5EF4-FFF2-40B4-BE49-F238E27FC236}">
                <a16:creationId xmlns:a16="http://schemas.microsoft.com/office/drawing/2014/main" id="{4A1AA614-0957-4DA8-8FDB-B4BF2ACB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6477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Hard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Normal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Easy</a:t>
            </a:r>
          </a:p>
        </p:txBody>
      </p:sp>
      <p:sp>
        <p:nvSpPr>
          <p:cNvPr id="48" name="random-difficulty.shaft">
            <a:extLst xmlns:a="http://schemas.openxmlformats.org/drawingml/2006/main">
              <a:ext uri="{FF2B5EF4-FFF2-40B4-BE49-F238E27FC236}">
                <a16:creationId xmlns:a16="http://schemas.microsoft.com/office/drawing/2014/main" id="{411AAECD-0293-4AB5-A6E8-BF6D1DA6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6377" y="1292924"/>
            <a:ext cx="521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49" name="random-difficulty.head">
            <a:extLst xmlns:a="http://schemas.openxmlformats.org/drawingml/2006/main">
              <a:ext uri="{FF2B5EF4-FFF2-40B4-BE49-F238E27FC236}">
                <a16:creationId xmlns:a16="http://schemas.microsoft.com/office/drawing/2014/main" id="{631A9B4D-38C4-44CE-91D0-459CA65A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05325" y="1314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50" name="difficulty-chart.shaft">
            <a:extLst xmlns:a="http://schemas.openxmlformats.org/drawingml/2006/main">
              <a:ext uri="{FF2B5EF4-FFF2-40B4-BE49-F238E27FC236}">
                <a16:creationId xmlns:a16="http://schemas.microsoft.com/office/drawing/2014/main" id="{057E6A2D-C930-45F1-98E6-D10BFB3D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26852" y="1702499"/>
            <a:ext cx="71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51" name="difficulty-chart.head">
            <a:extLst xmlns:a="http://schemas.openxmlformats.org/drawingml/2006/main">
              <a:ext uri="{FF2B5EF4-FFF2-40B4-BE49-F238E27FC236}">
                <a16:creationId xmlns:a16="http://schemas.microsoft.com/office/drawing/2014/main" id="{4F11193D-58A7-45B4-ADB9-71DDC23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05325" y="1733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52" name="chart-partition.shaft">
            <a:extLst xmlns:a="http://schemas.openxmlformats.org/drawingml/2006/main">
              <a:ext uri="{FF2B5EF4-FFF2-40B4-BE49-F238E27FC236}">
                <a16:creationId xmlns:a16="http://schemas.microsoft.com/office/drawing/2014/main" id="{3E9D3680-D4B6-48C7-9EA4-E5878710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631436" y="3107436"/>
            <a:ext cx="144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53" name="chart-partition.head">
            <a:extLst xmlns:a="http://schemas.openxmlformats.org/drawingml/2006/main">
              <a:ext uri="{FF2B5EF4-FFF2-40B4-BE49-F238E27FC236}">
                <a16:creationId xmlns:a16="http://schemas.microsoft.com/office/drawing/2014/main" id="{19C466D7-9393-4BE8-8B38-3F1FB54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81525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54" name="ladder.447.box">
            <a:extLst xmlns:a="http://schemas.openxmlformats.org/drawingml/2006/main">
              <a:ext uri="{FF2B5EF4-FFF2-40B4-BE49-F238E27FC236}">
                <a16:creationId xmlns:a16="http://schemas.microsoft.com/office/drawing/2014/main" id="{1161D795-0AB5-46A5-A25F-593CA26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57675"/>
            <a:ext cx="21812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55" name="ladder.447.text">
            <a:extLst xmlns:a="http://schemas.openxmlformats.org/drawingml/2006/main">
              <a:ext uri="{FF2B5EF4-FFF2-40B4-BE49-F238E27FC236}">
                <a16:creationId xmlns:a16="http://schemas.microsoft.com/office/drawing/2014/main" id="{9869B0D1-A747-448B-976E-4DA0A69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57675"/>
            <a:ext cx="2181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difficulty selection judgement</a:t>
            </a:r>
          </a:p>
        </p:txBody>
      </p:sp>
      <p:sp>
        <p:nvSpPr>
          <p:cNvPr id="56" name="ladder.384.box">
            <a:extLst xmlns:a="http://schemas.openxmlformats.org/drawingml/2006/main">
              <a:ext uri="{FF2B5EF4-FFF2-40B4-BE49-F238E27FC236}">
                <a16:creationId xmlns:a16="http://schemas.microsoft.com/office/drawing/2014/main" id="{B082C72A-4701-469F-A665-9082719E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57600"/>
            <a:ext cx="21812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57" name="ladder.384.text">
            <a:extLst xmlns:a="http://schemas.openxmlformats.org/drawingml/2006/main">
              <a:ext uri="{FF2B5EF4-FFF2-40B4-BE49-F238E27FC236}">
                <a16:creationId xmlns:a16="http://schemas.microsoft.com/office/drawing/2014/main" id="{9E5BE5BA-F33B-4378-81BA-F7B1F6C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57600"/>
            <a:ext cx="2181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Few-shot-cot demonstration</a:t>
            </a:r>
          </a:p>
        </p:txBody>
      </p:sp>
      <p:sp>
        <p:nvSpPr>
          <p:cNvPr id="58" name="ladder.316.box">
            <a:extLst xmlns:a="http://schemas.openxmlformats.org/drawingml/2006/main">
              <a:ext uri="{FF2B5EF4-FFF2-40B4-BE49-F238E27FC236}">
                <a16:creationId xmlns:a16="http://schemas.microsoft.com/office/drawing/2014/main" id="{F646930E-C0C8-4FE4-A3F1-E14E64E0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21812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59" name="ladder.316.text">
            <a:extLst xmlns:a="http://schemas.openxmlformats.org/drawingml/2006/main">
              <a:ext uri="{FF2B5EF4-FFF2-40B4-BE49-F238E27FC236}">
                <a16:creationId xmlns:a16="http://schemas.microsoft.com/office/drawing/2014/main" id="{927C402E-A4CD-4903-BB5D-4288E5D1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2181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Coherence Resolution</a:t>
            </a:r>
          </a:p>
        </p:txBody>
      </p:sp>
      <p:sp>
        <p:nvSpPr>
          <p:cNvPr id="60" name="ladder.247.box">
            <a:extLst xmlns:a="http://schemas.openxmlformats.org/drawingml/2006/main">
              <a:ext uri="{FF2B5EF4-FFF2-40B4-BE49-F238E27FC236}">
                <a16:creationId xmlns:a16="http://schemas.microsoft.com/office/drawing/2014/main" id="{E8EF1FA9-FEBB-479F-9915-0B5801B4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52675"/>
            <a:ext cx="12287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61" name="ladder.247.text">
            <a:extLst xmlns:a="http://schemas.openxmlformats.org/drawingml/2006/main">
              <a:ext uri="{FF2B5EF4-FFF2-40B4-BE49-F238E27FC236}">
                <a16:creationId xmlns:a16="http://schemas.microsoft.com/office/drawing/2014/main" id="{4FEAE4D4-ADB1-44DC-B4F1-8D9C790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52675"/>
            <a:ext cx="122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Step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Decomposition</a:t>
            </a:r>
          </a:p>
        </p:txBody>
      </p:sp>
      <p:sp>
        <p:nvSpPr>
          <p:cNvPr id="62" name="ladder.155.box">
            <a:extLst xmlns:a="http://schemas.openxmlformats.org/drawingml/2006/main">
              <a:ext uri="{FF2B5EF4-FFF2-40B4-BE49-F238E27FC236}">
                <a16:creationId xmlns:a16="http://schemas.microsoft.com/office/drawing/2014/main" id="{22A5A8B2-F168-470E-A656-97C2B75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76375"/>
            <a:ext cx="21812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63" name="ladder.155.text">
            <a:extLst xmlns:a="http://schemas.openxmlformats.org/drawingml/2006/main">
              <a:ext uri="{FF2B5EF4-FFF2-40B4-BE49-F238E27FC236}">
                <a16:creationId xmlns:a16="http://schemas.microsoft.com/office/drawing/2014/main" id="{08463692-BA19-4C63-8573-E7413988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76375"/>
            <a:ext cx="2181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Optimized demonstrations</a:t>
            </a:r>
          </a:p>
        </p:txBody>
      </p:sp>
      <p:sp>
        <p:nvSpPr>
          <p:cNvPr id="64" name="level.hard.box">
            <a:extLst xmlns:a="http://schemas.openxmlformats.org/drawingml/2006/main">
              <a:ext uri="{FF2B5EF4-FFF2-40B4-BE49-F238E27FC236}">
                <a16:creationId xmlns:a16="http://schemas.microsoft.com/office/drawing/2014/main" id="{293DE473-CC0E-47F2-9078-ABFAAEF5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65" name="level.hard.text">
            <a:extLst xmlns:a="http://schemas.openxmlformats.org/drawingml/2006/main">
              <a:ext uri="{FF2B5EF4-FFF2-40B4-BE49-F238E27FC236}">
                <a16:creationId xmlns:a16="http://schemas.microsoft.com/office/drawing/2014/main" id="{08E37C84-3E37-44CD-82C4-60E907EC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hard</a:t>
            </a:r>
          </a:p>
        </p:txBody>
      </p:sp>
      <p:sp>
        <p:nvSpPr>
          <p:cNvPr id="66" name="level.normal.box">
            <a:extLst xmlns:a="http://schemas.openxmlformats.org/drawingml/2006/main">
              <a:ext uri="{FF2B5EF4-FFF2-40B4-BE49-F238E27FC236}">
                <a16:creationId xmlns:a16="http://schemas.microsoft.com/office/drawing/2014/main" id="{79099226-3478-4586-897F-2DEA176C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67" name="level.normal.text">
            <a:extLst xmlns:a="http://schemas.openxmlformats.org/drawingml/2006/main">
              <a:ext uri="{FF2B5EF4-FFF2-40B4-BE49-F238E27FC236}">
                <a16:creationId xmlns:a16="http://schemas.microsoft.com/office/drawing/2014/main" id="{303B8F17-57A8-4080-A2D7-C318F480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normal</a:t>
            </a:r>
          </a:p>
        </p:txBody>
      </p:sp>
      <p:sp>
        <p:nvSpPr>
          <p:cNvPr id="68" name="level.easy.box">
            <a:extLst xmlns:a="http://schemas.openxmlformats.org/drawingml/2006/main">
              <a:ext uri="{FF2B5EF4-FFF2-40B4-BE49-F238E27FC236}">
                <a16:creationId xmlns:a16="http://schemas.microsoft.com/office/drawing/2014/main" id="{41F39034-F2DC-4CB4-A24F-CAD32D8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69" name="level.easy.text">
            <a:extLst xmlns:a="http://schemas.openxmlformats.org/drawingml/2006/main">
              <a:ext uri="{FF2B5EF4-FFF2-40B4-BE49-F238E27FC236}">
                <a16:creationId xmlns:a16="http://schemas.microsoft.com/office/drawing/2014/main" id="{9F95FDC6-DB42-4216-BEC3-35F94747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easy</a:t>
            </a:r>
          </a:p>
        </p:txBody>
      </p:sp>
      <p:sp>
        <p:nvSpPr>
          <p:cNvPr id="70" name="ladder.up.0.shaft">
            <a:extLst xmlns:a="http://schemas.openxmlformats.org/drawingml/2006/main">
              <a:ext uri="{FF2B5EF4-FFF2-40B4-BE49-F238E27FC236}">
                <a16:creationId xmlns:a16="http://schemas.microsoft.com/office/drawing/2014/main" id="{A1ADB8A2-75BB-4227-891B-EE4F3CD4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669852" y="3831527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71" name="ladder.up.0.head">
            <a:extLst xmlns:a="http://schemas.openxmlformats.org/drawingml/2006/main">
              <a:ext uri="{FF2B5EF4-FFF2-40B4-BE49-F238E27FC236}">
                <a16:creationId xmlns:a16="http://schemas.microsoft.com/office/drawing/2014/main" id="{3003510D-8C03-4798-ABC1-96430E6A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648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72" name="ladder.up.1.shaft">
            <a:extLst xmlns:a="http://schemas.openxmlformats.org/drawingml/2006/main">
              <a:ext uri="{FF2B5EF4-FFF2-40B4-BE49-F238E27FC236}">
                <a16:creationId xmlns:a16="http://schemas.microsoft.com/office/drawing/2014/main" id="{E76ED470-BB3C-4C5D-9F67-252E134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450902" y="3831527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73" name="ladder.up.1.head">
            <a:extLst xmlns:a="http://schemas.openxmlformats.org/drawingml/2006/main">
              <a:ext uri="{FF2B5EF4-FFF2-40B4-BE49-F238E27FC236}">
                <a16:creationId xmlns:a16="http://schemas.microsoft.com/office/drawing/2014/main" id="{D791DC42-8FC6-4534-A34D-469A1EC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3648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74" name="ladder.up.2.shaft">
            <a:extLst xmlns:a="http://schemas.openxmlformats.org/drawingml/2006/main">
              <a:ext uri="{FF2B5EF4-FFF2-40B4-BE49-F238E27FC236}">
                <a16:creationId xmlns:a16="http://schemas.microsoft.com/office/drawing/2014/main" id="{4CF54D16-43AA-4331-851B-74F5E1BA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231952" y="3831527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75" name="ladder.up.2.head">
            <a:extLst xmlns:a="http://schemas.openxmlformats.org/drawingml/2006/main">
              <a:ext uri="{FF2B5EF4-FFF2-40B4-BE49-F238E27FC236}">
                <a16:creationId xmlns:a16="http://schemas.microsoft.com/office/drawing/2014/main" id="{5B4D1EE2-73EA-4505-87B4-8F0A57CD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3648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76" name="ladder.coherence.shaft">
            <a:extLst xmlns:a="http://schemas.openxmlformats.org/drawingml/2006/main">
              <a:ext uri="{FF2B5EF4-FFF2-40B4-BE49-F238E27FC236}">
                <a16:creationId xmlns:a16="http://schemas.microsoft.com/office/drawing/2014/main" id="{C40F84AD-D1D9-4457-BB7A-8DF2A34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403277" y="3507677"/>
            <a:ext cx="2617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77" name="ladder.coherence.head">
            <a:extLst xmlns:a="http://schemas.openxmlformats.org/drawingml/2006/main">
              <a:ext uri="{FF2B5EF4-FFF2-40B4-BE49-F238E27FC236}">
                <a16:creationId xmlns:a16="http://schemas.microsoft.com/office/drawing/2014/main" id="{12FF8ED2-F1EC-488D-8A5D-474AC8B1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78" name="ladder.step.shaft">
            <a:extLst xmlns:a="http://schemas.openxmlformats.org/drawingml/2006/main">
              <a:ext uri="{FF2B5EF4-FFF2-40B4-BE49-F238E27FC236}">
                <a16:creationId xmlns:a16="http://schemas.microsoft.com/office/drawing/2014/main" id="{D9F39CE5-A2F9-4607-B062-913C69E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927027" y="2964752"/>
            <a:ext cx="71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79" name="ladder.step.head">
            <a:extLst xmlns:a="http://schemas.openxmlformats.org/drawingml/2006/main">
              <a:ext uri="{FF2B5EF4-FFF2-40B4-BE49-F238E27FC236}">
                <a16:creationId xmlns:a16="http://schemas.microsoft.com/office/drawing/2014/main" id="{5C7367FB-06E5-4D49-A136-0422266F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819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80" name="ladder.optimized.shaft">
            <a:extLst xmlns:a="http://schemas.openxmlformats.org/drawingml/2006/main">
              <a:ext uri="{FF2B5EF4-FFF2-40B4-BE49-F238E27FC236}">
                <a16:creationId xmlns:a16="http://schemas.microsoft.com/office/drawing/2014/main" id="{A3208A31-2084-4DA6-ABEB-82B1FC2C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293739" y="2093214"/>
            <a:ext cx="480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6D1"/>
            </a:solidFill>
            <a:prstDash val="solid"/>
          </a:ln>
        </p:spPr>
      </p:sp>
      <p:sp>
        <p:nvSpPr>
          <p:cNvPr id="81" name="ladder.optimized.head">
            <a:extLst xmlns:a="http://schemas.openxmlformats.org/drawingml/2006/main">
              <a:ext uri="{FF2B5EF4-FFF2-40B4-BE49-F238E27FC236}">
                <a16:creationId xmlns:a16="http://schemas.microsoft.com/office/drawing/2014/main" id="{3C0206B4-3C71-4F11-B90C-D07942F7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1743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82" name="demo.cylinder">
            <a:extLst xmlns:a="http://schemas.openxmlformats.org/drawingml/2006/main">
              <a:ext uri="{FF2B5EF4-FFF2-40B4-BE49-F238E27FC236}">
                <a16:creationId xmlns:a16="http://schemas.microsoft.com/office/drawing/2014/main" id="{4D04F6F2-D04F-47DD-88FE-3F143B22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914400"/>
            <a:ext cx="1123950" cy="181927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83C7EB"/>
            </a:solidFill>
            <a:prstDash val="solid"/>
          </a:ln>
        </p:spPr>
      </p:sp>
      <p:sp>
        <p:nvSpPr>
          <p:cNvPr id="83" name="demo.cylinder.text">
            <a:extLst xmlns:a="http://schemas.openxmlformats.org/drawingml/2006/main">
              <a:ext uri="{FF2B5EF4-FFF2-40B4-BE49-F238E27FC236}">
                <a16:creationId xmlns:a16="http://schemas.microsoft.com/office/drawing/2014/main" id="{72FEE439-9C94-49E1-AE26-8C00930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904875"/>
            <a:ext cx="9429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Demonstration 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Sample question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Sample rationale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Difficulty: 216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⋮</a:t>
            </a:r>
          </a:p>
        </p:txBody>
      </p:sp>
      <p:sp>
        <p:nvSpPr>
          <p:cNvPr id="84" name="retrieval.box">
            <a:extLst xmlns:a="http://schemas.openxmlformats.org/drawingml/2006/main">
              <a:ext uri="{FF2B5EF4-FFF2-40B4-BE49-F238E27FC236}">
                <a16:creationId xmlns:a16="http://schemas.microsoft.com/office/drawing/2014/main" id="{ED4BE8F0-4EED-44A4-AF85-C893C54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10001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85" name="retrieval.text">
            <a:extLst xmlns:a="http://schemas.openxmlformats.org/drawingml/2006/main">
              <a:ext uri="{FF2B5EF4-FFF2-40B4-BE49-F238E27FC236}">
                <a16:creationId xmlns:a16="http://schemas.microsoft.com/office/drawing/2014/main" id="{14A8783E-71AF-46DB-B975-AFB9E5B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1000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Difficulty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-adapted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retrieval</a:t>
            </a:r>
          </a:p>
        </p:txBody>
      </p:sp>
      <p:sp>
        <p:nvSpPr>
          <p:cNvPr id="86" name="target.box">
            <a:extLst xmlns:a="http://schemas.openxmlformats.org/drawingml/2006/main">
              <a:ext uri="{FF2B5EF4-FFF2-40B4-BE49-F238E27FC236}">
                <a16:creationId xmlns:a16="http://schemas.microsoft.com/office/drawing/2014/main" id="{1BAE4CDD-8D15-4A4E-B729-4AC903F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9575"/>
            <a:ext cx="12287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87" name="target.text">
            <a:extLst xmlns:a="http://schemas.openxmlformats.org/drawingml/2006/main">
              <a:ext uri="{FF2B5EF4-FFF2-40B4-BE49-F238E27FC236}">
                <a16:creationId xmlns:a16="http://schemas.microsoft.com/office/drawing/2014/main" id="{EAC2E012-0AE6-4601-B235-0B2C9AF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9575"/>
            <a:ext cx="12287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Target question: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What is the num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of ... ?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Difficulty: 132</a:t>
            </a:r>
          </a:p>
        </p:txBody>
      </p:sp>
      <p:sp>
        <p:nvSpPr>
          <p:cNvPr id="88" name="final.box">
            <a:extLst xmlns:a="http://schemas.openxmlformats.org/drawingml/2006/main">
              <a:ext uri="{FF2B5EF4-FFF2-40B4-BE49-F238E27FC236}">
                <a16:creationId xmlns:a16="http://schemas.microsoft.com/office/drawing/2014/main" id="{AE11F07A-1E88-420A-B01A-6436D0FD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723900"/>
            <a:ext cx="1419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89" name="final.text">
            <a:extLst xmlns:a="http://schemas.openxmlformats.org/drawingml/2006/main">
              <a:ext uri="{FF2B5EF4-FFF2-40B4-BE49-F238E27FC236}">
                <a16:creationId xmlns:a16="http://schemas.microsoft.com/office/drawing/2014/main" id="{CE3B9083-B60C-4A3F-8966-45269B2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72390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💡 Final rationale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and answer</a:t>
            </a:r>
          </a:p>
        </p:txBody>
      </p:sp>
      <p:sp>
        <p:nvSpPr>
          <p:cNvPr id="90" name="llm.final">
            <a:extLst xmlns:a="http://schemas.openxmlformats.org/drawingml/2006/main">
              <a:ext uri="{FF2B5EF4-FFF2-40B4-BE49-F238E27FC236}">
                <a16:creationId xmlns:a16="http://schemas.microsoft.com/office/drawing/2014/main" id="{A49F6660-0DEE-4CCD-8CA7-38821CC8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6859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0" i="0">
                <a:solidFill>
                  <a:srgbClr val="00A67E"/>
                </a:solidFill>
              </a:defRPr>
            </a:pPr>
            <a:r>
              <a:rPr sz="3375" b="0" i="0">
                <a:solidFill>
                  <a:srgbClr val="00A67E"/>
                </a:solidFill>
              </a:rPr>
              <a:t>◎</a:t>
            </a:r>
          </a:p>
        </p:txBody>
      </p:sp>
      <p:sp>
        <p:nvSpPr>
          <p:cNvPr id="91" name="demo.list.box">
            <a:extLst xmlns:a="http://schemas.openxmlformats.org/drawingml/2006/main">
              <a:ext uri="{FF2B5EF4-FFF2-40B4-BE49-F238E27FC236}">
                <a16:creationId xmlns:a16="http://schemas.microsoft.com/office/drawing/2014/main" id="{C6F35435-4C47-4604-A247-FE144AB9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5144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92" name="demo.list.text">
            <a:extLst xmlns:a="http://schemas.openxmlformats.org/drawingml/2006/main">
              <a:ext uri="{FF2B5EF4-FFF2-40B4-BE49-F238E27FC236}">
                <a16:creationId xmlns:a16="http://schemas.microsoft.com/office/drawing/2014/main" id="{2F1DC743-936D-4FB3-9FCC-54393BA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5144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Demonstration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❓ Sample question 2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💡 Sample rationale 2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❓ Sample question 6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💡 Sample rationale 6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⋮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</a:defRPr>
            </a:pPr>
            <a:r>
              <a:rPr sz="975" b="0" i="0">
                <a:solidFill>
                  <a:srgbClr val="111111"/>
                </a:solidFill>
              </a:rPr>
              <a:t>❓ Target question</a:t>
            </a:r>
          </a:p>
        </p:txBody>
      </p:sp>
      <p:sp>
        <p:nvSpPr>
          <p:cNvPr id="93" name="target-retrieval.shaft">
            <a:extLst xmlns:a="http://schemas.openxmlformats.org/drawingml/2006/main">
              <a:ext uri="{FF2B5EF4-FFF2-40B4-BE49-F238E27FC236}">
                <a16:creationId xmlns:a16="http://schemas.microsoft.com/office/drawing/2014/main" id="{80ED25B0-3CBF-43C2-B324-19C8105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13064" y="4188714"/>
            <a:ext cx="45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8D6D1"/>
            </a:solidFill>
            <a:prstDash val="solid"/>
          </a:ln>
        </p:spPr>
      </p:sp>
      <p:sp>
        <p:nvSpPr>
          <p:cNvPr id="94" name="target-retrieval.head">
            <a:extLst xmlns:a="http://schemas.openxmlformats.org/drawingml/2006/main">
              <a:ext uri="{FF2B5EF4-FFF2-40B4-BE49-F238E27FC236}">
                <a16:creationId xmlns:a16="http://schemas.microsoft.com/office/drawing/2014/main" id="{016560B0-C6FD-43BA-8E11-5DFC38C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4076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95" name="retrieval-demo.shaft">
            <a:extLst xmlns:a="http://schemas.openxmlformats.org/drawingml/2006/main">
              <a:ext uri="{FF2B5EF4-FFF2-40B4-BE49-F238E27FC236}">
                <a16:creationId xmlns:a16="http://schemas.microsoft.com/office/drawing/2014/main" id="{FB7CF61F-28FA-4AF6-8FE7-93E8683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619500"/>
            <a:ext cx="195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8D6D1"/>
            </a:solidFill>
            <a:prstDash val="solid"/>
          </a:ln>
        </p:spPr>
      </p:sp>
      <p:sp>
        <p:nvSpPr>
          <p:cNvPr id="96" name="retrieval-demo.head">
            <a:extLst xmlns:a="http://schemas.openxmlformats.org/drawingml/2006/main">
              <a:ext uri="{FF2B5EF4-FFF2-40B4-BE49-F238E27FC236}">
                <a16:creationId xmlns:a16="http://schemas.microsoft.com/office/drawing/2014/main" id="{76F7F97D-005C-43F8-AF00-161B5417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20200" y="3562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8D6D1"/>
          </a:solidFill>
          <a:ln xmlns:a="http://schemas.openxmlformats.org/drawingml/2006/main" w="0">
            <a:solidFill>
              <a:srgbClr val="78D6D1"/>
            </a:solidFill>
            <a:prstDash val="solid"/>
          </a:ln>
        </p:spPr>
      </p:sp>
      <p:sp>
        <p:nvSpPr>
          <p:cNvPr id="97" name="demo-llm.shaft">
            <a:extLst xmlns:a="http://schemas.openxmlformats.org/drawingml/2006/main">
              <a:ext uri="{FF2B5EF4-FFF2-40B4-BE49-F238E27FC236}">
                <a16:creationId xmlns:a16="http://schemas.microsoft.com/office/drawing/2014/main" id="{246256A0-54EE-4F96-824A-E91104F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927527" y="2374202"/>
            <a:ext cx="1855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5E5E3"/>
            </a:solidFill>
            <a:prstDash val="solid"/>
          </a:ln>
        </p:spPr>
      </p:sp>
      <p:sp>
        <p:nvSpPr>
          <p:cNvPr id="98" name="demo-llm.head">
            <a:extLst xmlns:a="http://schemas.openxmlformats.org/drawingml/2006/main">
              <a:ext uri="{FF2B5EF4-FFF2-40B4-BE49-F238E27FC236}">
                <a16:creationId xmlns:a16="http://schemas.microsoft.com/office/drawing/2014/main" id="{ACD2F67D-E8B9-4940-BA0E-6B25C6C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2171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E5E3"/>
          </a:solidFill>
          <a:ln xmlns:a="http://schemas.openxmlformats.org/drawingml/2006/main" w="0">
            <a:solidFill>
              <a:srgbClr val="B5E5E3"/>
            </a:solidFill>
            <a:prstDash val="solid"/>
          </a:ln>
        </p:spPr>
      </p:sp>
      <p:sp>
        <p:nvSpPr>
          <p:cNvPr id="99" name="llm-final.shaft">
            <a:extLst xmlns:a="http://schemas.openxmlformats.org/drawingml/2006/main">
              <a:ext uri="{FF2B5EF4-FFF2-40B4-BE49-F238E27FC236}">
                <a16:creationId xmlns:a16="http://schemas.microsoft.com/office/drawing/2014/main" id="{BFF32D86-4F21-4754-ACDA-66CA7BD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927527" y="1555052"/>
            <a:ext cx="1855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5E5E3"/>
            </a:solidFill>
            <a:prstDash val="solid"/>
          </a:ln>
        </p:spPr>
      </p:sp>
      <p:sp>
        <p:nvSpPr>
          <p:cNvPr id="100" name="llm-final.head">
            <a:extLst xmlns:a="http://schemas.openxmlformats.org/drawingml/2006/main">
              <a:ext uri="{FF2B5EF4-FFF2-40B4-BE49-F238E27FC236}">
                <a16:creationId xmlns:a16="http://schemas.microsoft.com/office/drawing/2014/main" id="{241618AA-379D-4A0A-B00F-92528E20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1352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5E5E3"/>
          </a:solidFill>
          <a:ln xmlns:a="http://schemas.openxmlformats.org/drawingml/2006/main" w="0">
            <a:solidFill>
              <a:srgbClr val="B5E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6861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2026-07-31T03:07:01.3940000Z</dcterms:created>
  <dcterms:modified xsi:type="dcterms:W3CDTF">2026-07-31T03:07:01.3940000Z</dcterms:modified>
</coreProperties>
</file>