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fa19587644721" /><Relationship Type="http://schemas.openxmlformats.org/officeDocument/2006/relationships/extended-properties" Target="/docProps/app.xml" Id="R8695ff51018f4f58" /><Relationship Type="http://schemas.openxmlformats.org/officeDocument/2006/relationships/officeDocument" Target="/ppt/presentation.xml" Id="R9abaf507c99748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00fa0370544f8"/>
  </p:sldMasterIdLst>
  <p:notesMasterIdLst>
    <p:notesMasterId xmlns:r="http://schemas.openxmlformats.org/officeDocument/2006/relationships" r:id="Rbeedbc72a2554839"/>
  </p:notesMasterIdLst>
  <p:sldIdLst>
    <p:sldId xmlns:r="http://schemas.openxmlformats.org/officeDocument/2006/relationships" id="256" r:id="Ra43cd571bd84442f"/>
  </p:sldIdLst>
  <p:sldSz cx="5553075" cy="3295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2763dc4354e8c" /><Relationship Type="http://schemas.openxmlformats.org/officeDocument/2006/relationships/slideMaster" Target="/ppt/slideMasters/slideMaster1.xml" Id="R78a00fa0370544f8" /><Relationship Type="http://schemas.openxmlformats.org/officeDocument/2006/relationships/notesMaster" Target="/ppt/notesMasters/notesMaster1.xml" Id="Rbeedbc72a2554839" /><Relationship Type="http://schemas.openxmlformats.org/officeDocument/2006/relationships/presProps" Target="/ppt/presProps.xml" Id="R605b28164b034d74" /><Relationship Type="http://schemas.openxmlformats.org/officeDocument/2006/relationships/tableStyles" Target="/ppt/tableStyles.xml" Id="R6f37103af7ca4124" /><Relationship Type="http://schemas.openxmlformats.org/officeDocument/2006/relationships/slide" Target="/ppt/slides/slide1.xml" Id="Ra43cd571bd84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3ef8c99ccc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87936503148b7" /><Relationship Type="http://schemas.openxmlformats.org/officeDocument/2006/relationships/notesMaster" Target="/ppt/notesMasters/notesMaster1.xml" Id="R105d5c29c13148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FiT: Flexible Vision Transformer for Diffusion Model, ICML 2024, Figure 2: https://proceedings.mlr.press/v235/lu24k.html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f224498b74f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2474f5f259431c" /><Relationship Type="http://schemas.openxmlformats.org/officeDocument/2006/relationships/slideLayout" Target="/ppt/slideLayouts/slideLayout1.xml" Id="Rb4eee7871d06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ee7871d06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2b008bd404fde" /><Relationship Type="http://schemas.openxmlformats.org/officeDocument/2006/relationships/image" Target="/ppt/media/image.png" Id="R453bfd946baa4792" /><Relationship Type="http://schemas.openxmlformats.org/officeDocument/2006/relationships/image" Target="/ppt/media/image2.png" Id="R4fe247cdd9e14a09" /><Relationship Type="http://schemas.openxmlformats.org/officeDocument/2006/relationships/image" Target="/ppt/media/image3.png" Id="R0dcd82a228a54c6e" /><Relationship Type="http://schemas.openxmlformats.org/officeDocument/2006/relationships/image" Target="/ppt/media/image4.png" Id="Red6564db9bae4641" /><Relationship Type="http://schemas.openxmlformats.org/officeDocument/2006/relationships/image" Target="/ppt/media/image5.png" Id="R878bcc21722e4a0f" /><Relationship Type="http://schemas.openxmlformats.org/officeDocument/2006/relationships/image" Target="/ppt/media/image6.png" Id="Rf85ccf114a3949ff" /><Relationship Type="http://schemas.openxmlformats.org/officeDocument/2006/relationships/image" Target="/ppt/media/image7.png" Id="R4010c7c7c4684b35" /><Relationship Type="http://schemas.openxmlformats.org/officeDocument/2006/relationships/notesSlide" Target="/ppt/notesSlides/notesSlide1.xml" Id="R2561ea21597b48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bfd946baa4792"/>
          <a:stretch xmlns:a="http://schemas.openxmlformats.org/drawingml/2006/main"/>
        </p:blipFill>
        <p:spPr>
          <a:xfrm xmlns:a="http://schemas.openxmlformats.org/drawingml/2006/main">
            <a:off x="57150" y="419100"/>
            <a:ext cx="1143000" cy="885825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247cdd9e14a09"/>
          <a:stretch xmlns:a="http://schemas.openxmlformats.org/drawingml/2006/main"/>
        </p:blipFill>
        <p:spPr>
          <a:xfrm xmlns:a="http://schemas.openxmlformats.org/drawingml/2006/main">
            <a:off x="1590675" y="523875"/>
            <a:ext cx="857250" cy="65722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d82a228a54c6e"/>
          <a:stretch xmlns:a="http://schemas.openxmlformats.org/drawingml/2006/main"/>
        </p:blipFill>
        <p:spPr>
          <a:xfrm xmlns:a="http://schemas.openxmlformats.org/drawingml/2006/main">
            <a:off x="2905125" y="533400"/>
            <a:ext cx="638175" cy="6096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564db9bae4641"/>
          <a:stretch xmlns:a="http://schemas.openxmlformats.org/drawingml/2006/main"/>
        </p:blipFill>
        <p:spPr>
          <a:xfrm xmlns:a="http://schemas.openxmlformats.org/drawingml/2006/main">
            <a:off x="4600575" y="571500"/>
            <a:ext cx="485775" cy="581025"/>
          </a:xfrm>
          <a:prstGeom xmlns:a="http://schemas.openxmlformats.org/drawingml/2006/main" prst="rect">
            <a:avLst/>
          </a:prstGeom>
        </p:spPr>
      </p:pic>
      <p:sp>
        <p:nvSpPr>
          <p:cNvPr id="5" name="top.arrow.resize">
            <a:extLst xmlns:a="http://schemas.openxmlformats.org/drawingml/2006/main">
              <a:ext uri="{FF2B5EF4-FFF2-40B4-BE49-F238E27FC236}">
                <a16:creationId xmlns:a16="http://schemas.microsoft.com/office/drawing/2014/main" id="{34F0B4E4-F1E6-4EA5-8C4F-7856E44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57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top.arrow.resize.head">
            <a:extLst xmlns:a="http://schemas.openxmlformats.org/drawingml/2006/main">
              <a:ext uri="{FF2B5EF4-FFF2-40B4-BE49-F238E27FC236}">
                <a16:creationId xmlns:a16="http://schemas.microsoft.com/office/drawing/2014/main" id="{BB43C94E-8078-4B66-8D14-F554AEBC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52575" y="8286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.label.resize">
            <a:extLst xmlns:a="http://schemas.openxmlformats.org/drawingml/2006/main">
              <a:ext uri="{FF2B5EF4-FFF2-40B4-BE49-F238E27FC236}">
                <a16:creationId xmlns:a16="http://schemas.microsoft.com/office/drawing/2014/main" id="{E2C7E14F-A81C-437D-92C3-2819DE63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8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</a:defRPr>
            </a:pPr>
            <a:r>
              <a:rPr sz="600" b="0">
                <a:solidFill>
                  <a:srgbClr val="111111"/>
                </a:solidFill>
              </a:rPr>
              <a:t>Resize</a:t>
            </a:r>
          </a:p>
        </p:txBody>
      </p:sp>
      <p:sp>
        <p:nvSpPr>
          <p:cNvPr id="8" name="top.arrow.crop">
            <a:extLst xmlns:a="http://schemas.openxmlformats.org/drawingml/2006/main">
              <a:ext uri="{FF2B5EF4-FFF2-40B4-BE49-F238E27FC236}">
                <a16:creationId xmlns:a16="http://schemas.microsoft.com/office/drawing/2014/main" id="{825CD171-9ED6-44A5-8554-BAA241FF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57250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top.arrow.crop.head">
            <a:extLst xmlns:a="http://schemas.openxmlformats.org/drawingml/2006/main">
              <a:ext uri="{FF2B5EF4-FFF2-40B4-BE49-F238E27FC236}">
                <a16:creationId xmlns:a16="http://schemas.microsoft.com/office/drawing/2014/main" id="{FB96DF84-7E82-4F75-BBFA-8EC69528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7025" y="8286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.label.crop">
            <a:extLst xmlns:a="http://schemas.openxmlformats.org/drawingml/2006/main">
              <a:ext uri="{FF2B5EF4-FFF2-40B4-BE49-F238E27FC236}">
                <a16:creationId xmlns:a16="http://schemas.microsoft.com/office/drawing/2014/main" id="{D13CFB84-EA7E-4177-8867-680E4DF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572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Center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Crop</a:t>
            </a:r>
          </a:p>
        </p:txBody>
      </p:sp>
      <p:sp>
        <p:nvSpPr>
          <p:cNvPr id="11" name="top.arrow.dit">
            <a:extLst xmlns:a="http://schemas.openxmlformats.org/drawingml/2006/main">
              <a:ext uri="{FF2B5EF4-FFF2-40B4-BE49-F238E27FC236}">
                <a16:creationId xmlns:a16="http://schemas.microsoft.com/office/drawing/2014/main" id="{6D9F217D-9A43-4E34-BED4-8EA63F11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5725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top.arrow.dit.head">
            <a:extLst xmlns:a="http://schemas.openxmlformats.org/drawingml/2006/main">
              <a:ext uri="{FF2B5EF4-FFF2-40B4-BE49-F238E27FC236}">
                <a16:creationId xmlns:a16="http://schemas.microsoft.com/office/drawing/2014/main" id="{290BA8D4-6BCF-4A76-8620-247466B2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19500" y="8286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.dit">
            <a:extLst xmlns:a="http://schemas.openxmlformats.org/drawingml/2006/main">
              <a:ext uri="{FF2B5EF4-FFF2-40B4-BE49-F238E27FC236}">
                <a16:creationId xmlns:a16="http://schemas.microsoft.com/office/drawing/2014/main" id="{D1F3ADCA-C32B-4B29-AB87-293C09F6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"/>
            <a:ext cx="542925" cy="11906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14" name="top.dit.label">
            <a:extLst xmlns:a="http://schemas.openxmlformats.org/drawingml/2006/main">
              <a:ext uri="{FF2B5EF4-FFF2-40B4-BE49-F238E27FC236}">
                <a16:creationId xmlns:a16="http://schemas.microsoft.com/office/drawing/2014/main" id="{3EFE5CAF-77F0-4F95-8426-F8A54BC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532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DiT</a:t>
            </a:r>
          </a:p>
        </p:txBody>
      </p:sp>
      <p:sp>
        <p:nvSpPr>
          <p:cNvPr id="15" name="top.arrow.output">
            <a:extLst xmlns:a="http://schemas.openxmlformats.org/drawingml/2006/main">
              <a:ext uri="{FF2B5EF4-FFF2-40B4-BE49-F238E27FC236}">
                <a16:creationId xmlns:a16="http://schemas.microsoft.com/office/drawing/2014/main" id="{ECDE56B4-FBC9-4DA6-8D03-171FF2A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85725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top.arrow.output.head">
            <a:extLst xmlns:a="http://schemas.openxmlformats.org/drawingml/2006/main">
              <a:ext uri="{FF2B5EF4-FFF2-40B4-BE49-F238E27FC236}">
                <a16:creationId xmlns:a16="http://schemas.microsoft.com/office/drawing/2014/main" id="{B22A2D0F-5343-4864-AEAA-F581440E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95775" y="8286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.fixed.frame">
            <a:extLst xmlns:a="http://schemas.openxmlformats.org/drawingml/2006/main">
              <a:ext uri="{FF2B5EF4-FFF2-40B4-BE49-F238E27FC236}">
                <a16:creationId xmlns:a16="http://schemas.microsoft.com/office/drawing/2014/main" id="{CAB69E7B-04EF-4F06-A46C-96DE9F80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"/>
            <a:ext cx="1028700" cy="1190625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5425F"/>
            </a:solidFill>
            <a:prstDash val="dash"/>
          </a:ln>
        </p:spPr>
      </p:sp>
      <p:sp>
        <p:nvSpPr>
          <p:cNvPr id="18" name="top.fixed.title">
            <a:extLst xmlns:a="http://schemas.openxmlformats.org/drawingml/2006/main">
              <a:ext uri="{FF2B5EF4-FFF2-40B4-BE49-F238E27FC236}">
                <a16:creationId xmlns:a16="http://schemas.microsoft.com/office/drawing/2014/main" id="{7A59F94B-34AB-4C5D-A35B-5C4CA2FA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Fixed Resolution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D70F7472-0A38-41DD-9C7D-AE003705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81150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bcc21722e4a0f"/>
          <a:stretch xmlns:a="http://schemas.openxmlformats.org/drawingml/2006/main"/>
        </p:blipFill>
        <p:spPr>
          <a:xfrm xmlns:a="http://schemas.openxmlformats.org/drawingml/2006/main">
            <a:off x="57150" y="1876425"/>
            <a:ext cx="1143000" cy="866775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ccf114a3949ff"/>
          <a:stretch xmlns:a="http://schemas.openxmlformats.org/drawingml/2006/main"/>
        </p:blipFill>
        <p:spPr>
          <a:xfrm xmlns:a="http://schemas.openxmlformats.org/drawingml/2006/main">
            <a:off x="2085975" y="1971675"/>
            <a:ext cx="857250" cy="6667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0c7c7c4684b35"/>
          <a:stretch xmlns:a="http://schemas.openxmlformats.org/drawingml/2006/main"/>
        </p:blipFill>
        <p:spPr>
          <a:xfrm xmlns:a="http://schemas.openxmlformats.org/drawingml/2006/main">
            <a:off x="4381500" y="2066925"/>
            <a:ext cx="942975" cy="552450"/>
          </a:xfrm>
          <a:prstGeom xmlns:a="http://schemas.openxmlformats.org/drawingml/2006/main" prst="rect">
            <a:avLst/>
          </a:prstGeom>
        </p:spPr>
      </p:pic>
      <p:sp>
        <p:nvSpPr>
          <p:cNvPr id="23" name="bottom.arrow.resize">
            <a:extLst xmlns:a="http://schemas.openxmlformats.org/drawingml/2006/main">
              <a:ext uri="{FF2B5EF4-FFF2-40B4-BE49-F238E27FC236}">
                <a16:creationId xmlns:a16="http://schemas.microsoft.com/office/drawing/2014/main" id="{AAD007A1-1831-4AFB-8808-D672639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bottom.arrow.resize.head">
            <a:extLst xmlns:a="http://schemas.openxmlformats.org/drawingml/2006/main">
              <a:ext uri="{FF2B5EF4-FFF2-40B4-BE49-F238E27FC236}">
                <a16:creationId xmlns:a16="http://schemas.microsoft.com/office/drawing/2014/main" id="{4DA77D31-192F-4E3E-8F5D-37223A2C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47875" y="22764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ttom.label.resize">
            <a:extLst xmlns:a="http://schemas.openxmlformats.org/drawingml/2006/main">
              <a:ext uri="{FF2B5EF4-FFF2-40B4-BE49-F238E27FC236}">
                <a16:creationId xmlns:a16="http://schemas.microsoft.com/office/drawing/2014/main" id="{5030BD2C-CC8B-444F-BBA7-02AC079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859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Resize</a:t>
            </a:r>
          </a:p>
        </p:txBody>
      </p:sp>
      <p:sp>
        <p:nvSpPr>
          <p:cNvPr id="26" name="bottom.arrow.fit">
            <a:extLst xmlns:a="http://schemas.openxmlformats.org/drawingml/2006/main">
              <a:ext uri="{FF2B5EF4-FFF2-40B4-BE49-F238E27FC236}">
                <a16:creationId xmlns:a16="http://schemas.microsoft.com/office/drawing/2014/main" id="{93C2C9F8-128B-432A-B25B-9825B47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050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bottom.arrow.fit.head">
            <a:extLst xmlns:a="http://schemas.openxmlformats.org/drawingml/2006/main">
              <a:ext uri="{FF2B5EF4-FFF2-40B4-BE49-F238E27FC236}">
                <a16:creationId xmlns:a16="http://schemas.microsoft.com/office/drawing/2014/main" id="{CE79C358-EA05-41CB-BAF6-4F10B74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19500" y="22764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.fit">
            <a:extLst xmlns:a="http://schemas.openxmlformats.org/drawingml/2006/main">
              <a:ext uri="{FF2B5EF4-FFF2-40B4-BE49-F238E27FC236}">
                <a16:creationId xmlns:a16="http://schemas.microsoft.com/office/drawing/2014/main" id="{48A22729-6928-4479-8350-D9481B1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542925" cy="12001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29" name="bottom.fit.label">
            <a:extLst xmlns:a="http://schemas.openxmlformats.org/drawingml/2006/main">
              <a:ext uri="{FF2B5EF4-FFF2-40B4-BE49-F238E27FC236}">
                <a16:creationId xmlns:a16="http://schemas.microsoft.com/office/drawing/2014/main" id="{DB9C5927-2944-45F0-9F25-6ADEBBC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152650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0000"/>
                </a:solidFill>
              </a:defRPr>
            </a:pPr>
            <a:r>
              <a:rPr sz="1350" b="0">
                <a:solidFill>
                  <a:srgbClr val="FF0000"/>
                </a:solidFill>
              </a:rPr>
              <a:t>FiT</a:t>
            </a:r>
          </a:p>
        </p:txBody>
      </p:sp>
      <p:sp>
        <p:nvSpPr>
          <p:cNvPr id="30" name="bottom.arrow.output">
            <a:extLst xmlns:a="http://schemas.openxmlformats.org/drawingml/2006/main">
              <a:ext uri="{FF2B5EF4-FFF2-40B4-BE49-F238E27FC236}">
                <a16:creationId xmlns:a16="http://schemas.microsoft.com/office/drawing/2014/main" id="{702CEEE6-F6EA-46A5-B665-8DD769BE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30505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bottom.arrow.output.head">
            <a:extLst xmlns:a="http://schemas.openxmlformats.org/drawingml/2006/main">
              <a:ext uri="{FF2B5EF4-FFF2-40B4-BE49-F238E27FC236}">
                <a16:creationId xmlns:a16="http://schemas.microsoft.com/office/drawing/2014/main" id="{91EAF796-AE46-43E4-8568-A4C1ADA5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95775" y="22764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ttom.flexible.frame">
            <a:extLst xmlns:a="http://schemas.openxmlformats.org/drawingml/2006/main">
              <a:ext uri="{FF2B5EF4-FFF2-40B4-BE49-F238E27FC236}">
                <a16:creationId xmlns:a16="http://schemas.microsoft.com/office/drawing/2014/main" id="{AC2D1BF6-0BC5-46C5-B446-54BE81F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1057275" cy="1200150"/>
          </a:xfrm>
          <a:prstGeom xmlns:a="http://schemas.openxmlformats.org/drawingml/2006/main" prst="roundRect">
            <a:avLst>
              <a:gd name="adj" fmla="val 72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5425F"/>
            </a:solidFill>
            <a:prstDash val="dash"/>
          </a:ln>
        </p:spPr>
      </p:sp>
      <p:sp>
        <p:nvSpPr>
          <p:cNvPr id="33" name="bottom.flexible.title">
            <a:extLst xmlns:a="http://schemas.openxmlformats.org/drawingml/2006/main">
              <a:ext uri="{FF2B5EF4-FFF2-40B4-BE49-F238E27FC236}">
                <a16:creationId xmlns:a16="http://schemas.microsoft.com/office/drawing/2014/main" id="{5EE5BFB2-BDF1-434A-ADF7-B5B5CC2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Flexible Resolution</a:t>
            </a:r>
          </a:p>
        </p:txBody>
      </p:sp>
      <p:sp>
        <p:nvSpPr>
          <p:cNvPr id="34" name="bracket.data.left">
            <a:extLst xmlns:a="http://schemas.openxmlformats.org/drawingml/2006/main">
              <a:ext uri="{FF2B5EF4-FFF2-40B4-BE49-F238E27FC236}">
                <a16:creationId xmlns:a16="http://schemas.microsoft.com/office/drawing/2014/main" id="{45106F0C-936B-4E3C-BA25-428B749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9622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bracket.data.notch-left">
            <a:extLst xmlns:a="http://schemas.openxmlformats.org/drawingml/2006/main">
              <a:ext uri="{FF2B5EF4-FFF2-40B4-BE49-F238E27FC236}">
                <a16:creationId xmlns:a16="http://schemas.microsoft.com/office/drawing/2014/main" id="{B6BF80B9-8017-4F64-8400-F9DE5C50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6227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6" name="bracket.data.notch-right">
            <a:extLst xmlns:a="http://schemas.openxmlformats.org/drawingml/2006/main">
              <a:ext uri="{FF2B5EF4-FFF2-40B4-BE49-F238E27FC236}">
                <a16:creationId xmlns:a16="http://schemas.microsoft.com/office/drawing/2014/main" id="{86103F1D-133A-49D9-87EC-1D30487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6227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7" name="bracket.data.right">
            <a:extLst xmlns:a="http://schemas.openxmlformats.org/drawingml/2006/main">
              <a:ext uri="{FF2B5EF4-FFF2-40B4-BE49-F238E27FC236}">
                <a16:creationId xmlns:a16="http://schemas.microsoft.com/office/drawing/2014/main" id="{73EC4DBF-7121-482F-BDF4-4C1570B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622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bracket.generate.left">
            <a:extLst xmlns:a="http://schemas.openxmlformats.org/drawingml/2006/main">
              <a:ext uri="{FF2B5EF4-FFF2-40B4-BE49-F238E27FC236}">
                <a16:creationId xmlns:a16="http://schemas.microsoft.com/office/drawing/2014/main" id="{2D5FA801-9163-4AE4-BF1E-475B501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62275"/>
            <a:ext cx="795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9" name="bracket.generate.notch-left">
            <a:extLst xmlns:a="http://schemas.openxmlformats.org/drawingml/2006/main">
              <a:ext uri="{FF2B5EF4-FFF2-40B4-BE49-F238E27FC236}">
                <a16:creationId xmlns:a16="http://schemas.microsoft.com/office/drawing/2014/main" id="{2F98D1C1-A22F-4832-A813-5E6914D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296227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0" name="bracket.generate.notch-right">
            <a:extLst xmlns:a="http://schemas.openxmlformats.org/drawingml/2006/main">
              <a:ext uri="{FF2B5EF4-FFF2-40B4-BE49-F238E27FC236}">
                <a16:creationId xmlns:a16="http://schemas.microsoft.com/office/drawing/2014/main" id="{8E01A203-C365-43C7-B81D-69D9CBC0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613" y="296227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1" name="bracket.generate.right">
            <a:extLst xmlns:a="http://schemas.openxmlformats.org/drawingml/2006/main">
              <a:ext uri="{FF2B5EF4-FFF2-40B4-BE49-F238E27FC236}">
                <a16:creationId xmlns:a16="http://schemas.microsoft.com/office/drawing/2014/main" id="{7A8DCA2C-9038-436D-860E-79787AC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962275"/>
            <a:ext cx="7953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2" name="caption.data">
            <a:extLst xmlns:a="http://schemas.openxmlformats.org/drawingml/2006/main">
              <a:ext uri="{FF2B5EF4-FFF2-40B4-BE49-F238E27FC236}">
                <a16:creationId xmlns:a16="http://schemas.microsoft.com/office/drawing/2014/main" id="{08F9DADD-1540-46AD-9DE5-8FE9537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76575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Data Preprocess</a:t>
            </a:r>
          </a:p>
        </p:txBody>
      </p:sp>
      <p:sp>
        <p:nvSpPr>
          <p:cNvPr id="43" name="caption.generate">
            <a:extLst xmlns:a="http://schemas.openxmlformats.org/drawingml/2006/main">
              <a:ext uri="{FF2B5EF4-FFF2-40B4-BE49-F238E27FC236}">
                <a16:creationId xmlns:a16="http://schemas.microsoft.com/office/drawing/2014/main" id="{958995EE-A5E9-4D97-8502-D5924BC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765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Generate</a:t>
            </a:r>
          </a:p>
        </p:txBody>
      </p:sp>
    </p:spTree>
    <p:extLst>
      <p:ext uri="{BB962C8B-B14F-4D97-AF65-F5344CB8AC3E}">
        <p14:creationId xmlns:p14="http://schemas.microsoft.com/office/powerpoint/2010/main" val="1763432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2026-07-30T15:48:12.4210000Z</dcterms:created>
  <dcterms:modified xsi:type="dcterms:W3CDTF">2026-07-30T15:48:12.4210000Z</dcterms:modified>
</coreProperties>
</file>