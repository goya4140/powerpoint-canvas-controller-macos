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ad37120b84712" /><Relationship Type="http://schemas.openxmlformats.org/officeDocument/2006/relationships/extended-properties" Target="/docProps/app.xml" Id="Re7ddbb784ee14273" /><Relationship Type="http://schemas.openxmlformats.org/officeDocument/2006/relationships/officeDocument" Target="/ppt/presentation.xml" Id="Rba5eed787b6c4f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50cff605f04512"/>
  </p:sldMasterIdLst>
  <p:notesMasterIdLst>
    <p:notesMasterId xmlns:r="http://schemas.openxmlformats.org/officeDocument/2006/relationships" r:id="R58bafdf202f84ff6"/>
  </p:notesMasterIdLst>
  <p:sldIdLst>
    <p:sldId xmlns:r="http://schemas.openxmlformats.org/officeDocument/2006/relationships" id="256" r:id="R504b0def7ff444a7"/>
  </p:sldIdLst>
  <p:sldSz cx="9696450" cy="5705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50a2e118204e18" /><Relationship Type="http://schemas.openxmlformats.org/officeDocument/2006/relationships/slideMaster" Target="/ppt/slideMasters/slideMaster1.xml" Id="R2050cff605f04512" /><Relationship Type="http://schemas.openxmlformats.org/officeDocument/2006/relationships/notesMaster" Target="/ppt/notesMasters/notesMaster1.xml" Id="R58bafdf202f84ff6" /><Relationship Type="http://schemas.openxmlformats.org/officeDocument/2006/relationships/presProps" Target="/ppt/presProps.xml" Id="R45587a8f8e124336" /><Relationship Type="http://schemas.openxmlformats.org/officeDocument/2006/relationships/tableStyles" Target="/ppt/tableStyles.xml" Id="R45adde9051e24425" /><Relationship Type="http://schemas.openxmlformats.org/officeDocument/2006/relationships/slide" Target="/ppt/slides/slide1.xml" Id="R504b0def7ff444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492ecf38445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41b3cfe110478d" /><Relationship Type="http://schemas.openxmlformats.org/officeDocument/2006/relationships/notesMaster" Target="/ppt/notesMasters/notesMaster1.xml" Id="R160cce9c13684b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https://openreview.net/forum?id=ZlQRiFmq7Y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830008f7d45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ec11321fd4e05" /><Relationship Type="http://schemas.openxmlformats.org/officeDocument/2006/relationships/slideLayout" Target="/ppt/slideLayouts/slideLayout1.xml" Id="R5940dc7243fc45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40dc7243fc45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5f78291bb4779" /><Relationship Type="http://schemas.openxmlformats.org/officeDocument/2006/relationships/image" Target="/ppt/media/image.png" Id="R21fc1cbb5461428a" /><Relationship Type="http://schemas.openxmlformats.org/officeDocument/2006/relationships/notesSlide" Target="/ppt/notesSlides/notesSlide1.xml" Id="R67aa7ef37b6e42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training.frame">
            <a:extLst xmlns:a="http://schemas.openxmlformats.org/drawingml/2006/main">
              <a:ext uri="{FF2B5EF4-FFF2-40B4-BE49-F238E27FC236}">
                <a16:creationId xmlns:a16="http://schemas.microsoft.com/office/drawing/2014/main" id="{B30FE86D-B17C-4911-8F7F-03014CD8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4300"/>
            <a:ext cx="4019550" cy="2695575"/>
          </a:xfrm>
          <a:prstGeom xmlns:a="http://schemas.openxmlformats.org/drawingml/2006/main" prst="roundRect">
            <a:avLst>
              <a:gd name="adj" fmla="val 2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" name="inference.frame">
            <a:extLst xmlns:a="http://schemas.openxmlformats.org/drawingml/2006/main">
              <a:ext uri="{FF2B5EF4-FFF2-40B4-BE49-F238E27FC236}">
                <a16:creationId xmlns:a16="http://schemas.microsoft.com/office/drawing/2014/main" id="{90C4D40C-27C1-4849-A661-274314BE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28925"/>
            <a:ext cx="4019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" name="training.title">
            <a:extLst xmlns:a="http://schemas.openxmlformats.org/drawingml/2006/main">
              <a:ext uri="{FF2B5EF4-FFF2-40B4-BE49-F238E27FC236}">
                <a16:creationId xmlns:a16="http://schemas.microsoft.com/office/drawing/2014/main" id="{8BAC5B85-F6D4-4681-87AC-B21FDB1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33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Training</a:t>
            </a:r>
          </a:p>
        </p:txBody>
      </p:sp>
      <p:sp>
        <p:nvSpPr>
          <p:cNvPr id="4" name="inference.title">
            <a:extLst xmlns:a="http://schemas.openxmlformats.org/drawingml/2006/main">
              <a:ext uri="{FF2B5EF4-FFF2-40B4-BE49-F238E27FC236}">
                <a16:creationId xmlns:a16="http://schemas.microsoft.com/office/drawing/2014/main" id="{04106A43-DC39-4804-9C7C-7B4D55E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479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Inference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c1cbb5461428a"/>
          <a:stretch xmlns:a="http://schemas.openxmlformats.org/drawingml/2006/main"/>
        </p:blipFill>
        <p:spPr>
          <a:xfrm xmlns:a="http://schemas.openxmlformats.org/drawingml/2006/main">
            <a:off x="5124450" y="114300"/>
            <a:ext cx="3619500" cy="5572125"/>
          </a:xfrm>
          <a:prstGeom xmlns:a="http://schemas.openxmlformats.org/drawingml/2006/main" prst="rect">
            <a:avLst/>
          </a:prstGeom>
        </p:spPr>
      </p:pic>
      <p:sp>
        <p:nvSpPr>
          <p:cNvPr id="6" name="train.q.box">
            <a:extLst xmlns:a="http://schemas.openxmlformats.org/drawingml/2006/main">
              <a:ext uri="{FF2B5EF4-FFF2-40B4-BE49-F238E27FC236}">
                <a16:creationId xmlns:a16="http://schemas.microsoft.com/office/drawing/2014/main" id="{7762C7CA-2656-48D4-B02C-AD5DE761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095375"/>
            <a:ext cx="5524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7" name="train.q.text">
            <a:extLst xmlns:a="http://schemas.openxmlformats.org/drawingml/2006/main">
              <a:ext uri="{FF2B5EF4-FFF2-40B4-BE49-F238E27FC236}">
                <a16:creationId xmlns:a16="http://schemas.microsoft.com/office/drawing/2014/main" id="{366648DF-BAE0-4D0F-86F8-22F39C22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095375"/>
            <a:ext cx="552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Text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Q</a:t>
            </a:r>
          </a:p>
        </p:txBody>
      </p:sp>
      <p:sp>
        <p:nvSpPr>
          <p:cNvPr id="8" name="train.p.box">
            <a:extLst xmlns:a="http://schemas.openxmlformats.org/drawingml/2006/main">
              <a:ext uri="{FF2B5EF4-FFF2-40B4-BE49-F238E27FC236}">
                <a16:creationId xmlns:a16="http://schemas.microsoft.com/office/drawing/2014/main" id="{D99B2669-DEB5-4258-96B6-8F53325B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62175"/>
            <a:ext cx="5524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" name="train.p.text">
            <a:extLst xmlns:a="http://schemas.openxmlformats.org/drawingml/2006/main">
              <a:ext uri="{FF2B5EF4-FFF2-40B4-BE49-F238E27FC236}">
                <a16:creationId xmlns:a16="http://schemas.microsoft.com/office/drawing/2014/main" id="{2D13750C-433F-4CE2-8171-162445AA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62175"/>
            <a:ext cx="552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Data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P</a:t>
            </a:r>
          </a:p>
        </p:txBody>
      </p:sp>
      <p:sp>
        <p:nvSpPr>
          <p:cNvPr id="10" name="train.q.encoder">
            <a:extLst xmlns:a="http://schemas.openxmlformats.org/drawingml/2006/main">
              <a:ext uri="{FF2B5EF4-FFF2-40B4-BE49-F238E27FC236}">
                <a16:creationId xmlns:a16="http://schemas.microsoft.com/office/drawing/2014/main" id="{126DE038-97B1-492C-832C-5CEB5814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04850"/>
            <a:ext cx="59055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DFC9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1" name="train.q.encoder.text">
            <a:extLst xmlns:a="http://schemas.openxmlformats.org/drawingml/2006/main">
              <a:ext uri="{FF2B5EF4-FFF2-40B4-BE49-F238E27FC236}">
                <a16:creationId xmlns:a16="http://schemas.microsoft.com/office/drawing/2014/main" id="{E95626C6-3BF6-4CC4-B662-2F791157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47725"/>
            <a:ext cx="49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Base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Encoder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Q</a:t>
            </a:r>
          </a:p>
        </p:txBody>
      </p:sp>
      <p:sp>
        <p:nvSpPr>
          <p:cNvPr id="12" name="train.q.head">
            <a:extLst xmlns:a="http://schemas.openxmlformats.org/drawingml/2006/main">
              <a:ext uri="{FF2B5EF4-FFF2-40B4-BE49-F238E27FC236}">
                <a16:creationId xmlns:a16="http://schemas.microsoft.com/office/drawing/2014/main" id="{9A5732CA-3958-4723-BC2E-9D0B449E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704850"/>
            <a:ext cx="4953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E6F6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3" name="train.q.head.text">
            <a:extLst xmlns:a="http://schemas.openxmlformats.org/drawingml/2006/main">
              <a:ext uri="{FF2B5EF4-FFF2-40B4-BE49-F238E27FC236}">
                <a16:creationId xmlns:a16="http://schemas.microsoft.com/office/drawing/2014/main" id="{398B1C3E-5B6C-4522-8BC0-E3266B2F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DST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Head</a:t>
            </a:r>
          </a:p>
        </p:txBody>
      </p:sp>
      <p:sp>
        <p:nvSpPr>
          <p:cNvPr id="14" name="train.p.encoder">
            <a:extLst xmlns:a="http://schemas.openxmlformats.org/drawingml/2006/main">
              <a:ext uri="{FF2B5EF4-FFF2-40B4-BE49-F238E27FC236}">
                <a16:creationId xmlns:a16="http://schemas.microsoft.com/office/drawing/2014/main" id="{E5ED941F-52C4-4DD5-8796-132F5DC1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81175"/>
            <a:ext cx="59055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ED0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5" name="train.p.encoder.text">
            <a:extLst xmlns:a="http://schemas.openxmlformats.org/drawingml/2006/main">
              <a:ext uri="{FF2B5EF4-FFF2-40B4-BE49-F238E27FC236}">
                <a16:creationId xmlns:a16="http://schemas.microsoft.com/office/drawing/2014/main" id="{DAF38271-A9F5-4377-9322-2795343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24050"/>
            <a:ext cx="49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Base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Encoder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P</a:t>
            </a:r>
          </a:p>
        </p:txBody>
      </p:sp>
      <p:sp>
        <p:nvSpPr>
          <p:cNvPr id="16" name="train.p.head">
            <a:extLst xmlns:a="http://schemas.openxmlformats.org/drawingml/2006/main">
              <a:ext uri="{FF2B5EF4-FFF2-40B4-BE49-F238E27FC236}">
                <a16:creationId xmlns:a16="http://schemas.microsoft.com/office/drawing/2014/main" id="{A6E52057-A67A-4A16-8610-14E14B09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781175"/>
            <a:ext cx="4953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E6F6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7" name="train.p.head.text">
            <a:extLst xmlns:a="http://schemas.openxmlformats.org/drawingml/2006/main">
              <a:ext uri="{FF2B5EF4-FFF2-40B4-BE49-F238E27FC236}">
                <a16:creationId xmlns:a16="http://schemas.microsoft.com/office/drawing/2014/main" id="{BDBFF127-F943-493D-B707-DAF2549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DST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Head</a:t>
            </a:r>
          </a:p>
        </p:txBody>
      </p:sp>
      <p:sp>
        <p:nvSpPr>
          <p:cNvPr id="18" name="train.q.input.shaft">
            <a:extLst xmlns:a="http://schemas.openxmlformats.org/drawingml/2006/main">
              <a:ext uri="{FF2B5EF4-FFF2-40B4-BE49-F238E27FC236}">
                <a16:creationId xmlns:a16="http://schemas.microsoft.com/office/drawing/2014/main" id="{665FE39B-A5C3-49DA-B9D3-0E84E0B3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80972" y="1333500"/>
            <a:ext cx="4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9" name="train.q.input.head">
            <a:extLst xmlns:a="http://schemas.openxmlformats.org/drawingml/2006/main">
              <a:ext uri="{FF2B5EF4-FFF2-40B4-BE49-F238E27FC236}">
                <a16:creationId xmlns:a16="http://schemas.microsoft.com/office/drawing/2014/main" id="{7EBAE7CF-BAF1-49B9-8FD8-60C382F3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76400" y="1276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0" name="train.p.input.shaft">
            <a:extLst xmlns:a="http://schemas.openxmlformats.org/drawingml/2006/main">
              <a:ext uri="{FF2B5EF4-FFF2-40B4-BE49-F238E27FC236}">
                <a16:creationId xmlns:a16="http://schemas.microsoft.com/office/drawing/2014/main" id="{8029A4CB-25DD-4A56-9E54-0E18A6EB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80972" y="2400300"/>
            <a:ext cx="49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1" name="train.p.input.head">
            <a:extLst xmlns:a="http://schemas.openxmlformats.org/drawingml/2006/main">
              <a:ext uri="{FF2B5EF4-FFF2-40B4-BE49-F238E27FC236}">
                <a16:creationId xmlns:a16="http://schemas.microsoft.com/office/drawing/2014/main" id="{F0F13A6A-1868-4064-A2C2-CCC73EC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76400" y="2343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2" name="train.q.head.shaft">
            <a:extLst xmlns:a="http://schemas.openxmlformats.org/drawingml/2006/main">
              <a:ext uri="{FF2B5EF4-FFF2-40B4-BE49-F238E27FC236}">
                <a16:creationId xmlns:a16="http://schemas.microsoft.com/office/drawing/2014/main" id="{B1CC9399-96FC-47FF-A773-E658D788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1143000"/>
            <a:ext cx="452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train.q.head.head">
            <a:extLst xmlns:a="http://schemas.openxmlformats.org/drawingml/2006/main">
              <a:ext uri="{FF2B5EF4-FFF2-40B4-BE49-F238E27FC236}">
                <a16:creationId xmlns:a16="http://schemas.microsoft.com/office/drawing/2014/main" id="{59EB4A92-CEDA-49B8-8BAA-2D51A35A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00350" y="108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train.p.head.shaft">
            <a:extLst xmlns:a="http://schemas.openxmlformats.org/drawingml/2006/main">
              <a:ext uri="{FF2B5EF4-FFF2-40B4-BE49-F238E27FC236}">
                <a16:creationId xmlns:a16="http://schemas.microsoft.com/office/drawing/2014/main" id="{09A57ACE-448B-4C5D-BAEE-38408729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2219325"/>
            <a:ext cx="452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5" name="train.p.head.head">
            <a:extLst xmlns:a="http://schemas.openxmlformats.org/drawingml/2006/main">
              <a:ext uri="{FF2B5EF4-FFF2-40B4-BE49-F238E27FC236}">
                <a16:creationId xmlns:a16="http://schemas.microsoft.com/office/drawing/2014/main" id="{4A15F1E3-CEDF-4FE2-81EB-38D80F55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00350" y="2162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6" name="contrastive.box">
            <a:extLst xmlns:a="http://schemas.openxmlformats.org/drawingml/2006/main">
              <a:ext uri="{FF2B5EF4-FFF2-40B4-BE49-F238E27FC236}">
                <a16:creationId xmlns:a16="http://schemas.microsoft.com/office/drawing/2014/main" id="{1A5C4503-D47E-4706-80A4-7BCE3E2B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43050"/>
            <a:ext cx="7620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7" name="contrastive.text">
            <a:extLst xmlns:a="http://schemas.openxmlformats.org/drawingml/2006/main">
              <a:ext uri="{FF2B5EF4-FFF2-40B4-BE49-F238E27FC236}">
                <a16:creationId xmlns:a16="http://schemas.microsoft.com/office/drawing/2014/main" id="{4117CF99-8CF5-49EC-817B-CEC545C7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43050"/>
            <a:ext cx="76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Contrastive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Loss</a:t>
            </a:r>
          </a:p>
        </p:txBody>
      </p:sp>
      <p:sp>
        <p:nvSpPr>
          <p:cNvPr id="28" name="mask.box">
            <a:extLst xmlns:a="http://schemas.openxmlformats.org/drawingml/2006/main">
              <a:ext uri="{FF2B5EF4-FFF2-40B4-BE49-F238E27FC236}">
                <a16:creationId xmlns:a16="http://schemas.microsoft.com/office/drawing/2014/main" id="{7F400B80-D541-4F60-A30A-667EADDC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71625"/>
            <a:ext cx="571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CCCCC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</p:sp>
      <p:sp>
        <p:nvSpPr>
          <p:cNvPr id="29" name="mask.text">
            <a:extLst xmlns:a="http://schemas.openxmlformats.org/drawingml/2006/main">
              <a:ext uri="{FF2B5EF4-FFF2-40B4-BE49-F238E27FC236}">
                <a16:creationId xmlns:a16="http://schemas.microsoft.com/office/drawing/2014/main" id="{5BD52591-EDEE-4D13-B526-E878F1B2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716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CTS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Mask</a:t>
            </a:r>
          </a:p>
        </p:txBody>
      </p:sp>
      <p:sp>
        <p:nvSpPr>
          <p:cNvPr id="30" name="q.loss.shaft">
            <a:extLst xmlns:a="http://schemas.openxmlformats.org/drawingml/2006/main">
              <a:ext uri="{FF2B5EF4-FFF2-40B4-BE49-F238E27FC236}">
                <a16:creationId xmlns:a16="http://schemas.microsoft.com/office/drawing/2014/main" id="{57BFBE85-B1CE-4F76-9633-5D3AA27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79075">
            <a:off x="3181642" y="1390387"/>
            <a:ext cx="540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1" name="q.loss.head">
            <a:extLst xmlns:a="http://schemas.openxmlformats.org/drawingml/2006/main">
              <a:ext uri="{FF2B5EF4-FFF2-40B4-BE49-F238E27FC236}">
                <a16:creationId xmlns:a16="http://schemas.microsoft.com/office/drawing/2014/main" id="{770E4BE0-6CE9-4BD3-AE40-F6498F14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9075">
            <a:off x="3524250" y="1628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2" name="p.loss.shaft">
            <a:extLst xmlns:a="http://schemas.openxmlformats.org/drawingml/2006/main">
              <a:ext uri="{FF2B5EF4-FFF2-40B4-BE49-F238E27FC236}">
                <a16:creationId xmlns:a16="http://schemas.microsoft.com/office/drawing/2014/main" id="{B42C040C-9C30-47D3-BFFC-E83559AA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71199">
            <a:off x="3275582" y="2083117"/>
            <a:ext cx="34176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3" name="p.loss.head">
            <a:extLst xmlns:a="http://schemas.openxmlformats.org/drawingml/2006/main">
              <a:ext uri="{FF2B5EF4-FFF2-40B4-BE49-F238E27FC236}">
                <a16:creationId xmlns:a16="http://schemas.microsoft.com/office/drawing/2014/main" id="{41618E24-87EB-4CEE-9319-39E74F2D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8801">
            <a:off x="3524250" y="1847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4" name="loss.mask.shaft">
            <a:extLst xmlns:a="http://schemas.openxmlformats.org/drawingml/2006/main">
              <a:ext uri="{FF2B5EF4-FFF2-40B4-BE49-F238E27FC236}">
                <a16:creationId xmlns:a16="http://schemas.microsoft.com/office/drawing/2014/main" id="{EFADC790-163E-4E19-A143-B3A454C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1790700"/>
            <a:ext cx="45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5" name="loss.mask.head">
            <a:extLst xmlns:a="http://schemas.openxmlformats.org/drawingml/2006/main">
              <a:ext uri="{FF2B5EF4-FFF2-40B4-BE49-F238E27FC236}">
                <a16:creationId xmlns:a16="http://schemas.microsoft.com/office/drawing/2014/main" id="{056FBD35-EE61-4A8C-80AD-7702F057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43400" y="1733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6" name="infer.data.box">
            <a:extLst xmlns:a="http://schemas.openxmlformats.org/drawingml/2006/main">
              <a:ext uri="{FF2B5EF4-FFF2-40B4-BE49-F238E27FC236}">
                <a16:creationId xmlns:a16="http://schemas.microsoft.com/office/drawing/2014/main" id="{ACB99CA9-AD0C-4C9D-928A-54671DD8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48050"/>
            <a:ext cx="5524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7" name="infer.data.text">
            <a:extLst xmlns:a="http://schemas.openxmlformats.org/drawingml/2006/main">
              <a:ext uri="{FF2B5EF4-FFF2-40B4-BE49-F238E27FC236}">
                <a16:creationId xmlns:a16="http://schemas.microsoft.com/office/drawing/2014/main" id="{761247D7-4DED-4655-8252-7E8CE65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480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Data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P</a:t>
            </a:r>
          </a:p>
        </p:txBody>
      </p:sp>
      <p:sp>
        <p:nvSpPr>
          <p:cNvPr id="38" name="infer.p.encoder">
            <a:extLst xmlns:a="http://schemas.openxmlformats.org/drawingml/2006/main">
              <a:ext uri="{FF2B5EF4-FFF2-40B4-BE49-F238E27FC236}">
                <a16:creationId xmlns:a16="http://schemas.microsoft.com/office/drawing/2014/main" id="{F0FE98D5-FA5E-426F-BD36-2B7B28D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57525"/>
            <a:ext cx="59055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ED0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39" name="infer.p.encoder.text">
            <a:extLst xmlns:a="http://schemas.openxmlformats.org/drawingml/2006/main">
              <a:ext uri="{FF2B5EF4-FFF2-40B4-BE49-F238E27FC236}">
                <a16:creationId xmlns:a16="http://schemas.microsoft.com/office/drawing/2014/main" id="{FF53A91C-A813-4D1F-B6AC-50EC1503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00400"/>
            <a:ext cx="49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Base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Encoder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P</a:t>
            </a:r>
          </a:p>
        </p:txBody>
      </p:sp>
      <p:sp>
        <p:nvSpPr>
          <p:cNvPr id="40" name="infer.p.head">
            <a:extLst xmlns:a="http://schemas.openxmlformats.org/drawingml/2006/main">
              <a:ext uri="{FF2B5EF4-FFF2-40B4-BE49-F238E27FC236}">
                <a16:creationId xmlns:a16="http://schemas.microsoft.com/office/drawing/2014/main" id="{669BD437-016F-42F5-AD7C-88E95DCF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57525"/>
            <a:ext cx="4953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E6F6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1" name="infer.p.head.text">
            <a:extLst xmlns:a="http://schemas.openxmlformats.org/drawingml/2006/main">
              <a:ext uri="{FF2B5EF4-FFF2-40B4-BE49-F238E27FC236}">
                <a16:creationId xmlns:a16="http://schemas.microsoft.com/office/drawing/2014/main" id="{A41225F5-6DCF-494F-9358-52CEF648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14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DST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Head</a:t>
            </a:r>
          </a:p>
        </p:txBody>
      </p:sp>
      <p:sp>
        <p:nvSpPr>
          <p:cNvPr id="42" name="corpus.box">
            <a:extLst xmlns:a="http://schemas.openxmlformats.org/drawingml/2006/main">
              <a:ext uri="{FF2B5EF4-FFF2-40B4-BE49-F238E27FC236}">
                <a16:creationId xmlns:a16="http://schemas.microsoft.com/office/drawing/2014/main" id="{40EE5A47-5F54-4E30-8F73-65FAD0D1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8572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DCE6F6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3" name="corpus.text">
            <a:extLst xmlns:a="http://schemas.openxmlformats.org/drawingml/2006/main">
              <a:ext uri="{FF2B5EF4-FFF2-40B4-BE49-F238E27FC236}">
                <a16:creationId xmlns:a16="http://schemas.microsoft.com/office/drawing/2014/main" id="{DF696B50-E8DE-473B-92AF-02488FCA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85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Embed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</a:defRPr>
            </a:pPr>
            <a:r>
              <a:rPr sz="1050" b="1" i="0">
                <a:solidFill>
                  <a:srgbClr val="111111"/>
                </a:solidFill>
              </a:rPr>
              <a:t>Corpus</a:t>
            </a:r>
          </a:p>
        </p:txBody>
      </p:sp>
      <p:sp>
        <p:nvSpPr>
          <p:cNvPr id="44" name="infer.data-encoder.shaft">
            <a:extLst xmlns:a="http://schemas.openxmlformats.org/drawingml/2006/main">
              <a:ext uri="{FF2B5EF4-FFF2-40B4-BE49-F238E27FC236}">
                <a16:creationId xmlns:a16="http://schemas.microsoft.com/office/drawing/2014/main" id="{69A25042-297E-422A-9343-5E60FDD4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3667125"/>
            <a:ext cx="45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5" name="infer.data-encoder.head">
            <a:extLst xmlns:a="http://schemas.openxmlformats.org/drawingml/2006/main">
              <a:ext uri="{FF2B5EF4-FFF2-40B4-BE49-F238E27FC236}">
                <a16:creationId xmlns:a16="http://schemas.microsoft.com/office/drawing/2014/main" id="{D44C36DE-EB67-4963-BC46-8DE1008B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90800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6" name="infer.encoder-head.shaft">
            <a:extLst xmlns:a="http://schemas.openxmlformats.org/drawingml/2006/main">
              <a:ext uri="{FF2B5EF4-FFF2-40B4-BE49-F238E27FC236}">
                <a16:creationId xmlns:a16="http://schemas.microsoft.com/office/drawing/2014/main" id="{74BD04FA-6069-40C6-9639-F2A507D3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3486150"/>
            <a:ext cx="452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7" name="infer.encoder-head.head">
            <a:extLst xmlns:a="http://schemas.openxmlformats.org/drawingml/2006/main">
              <a:ext uri="{FF2B5EF4-FFF2-40B4-BE49-F238E27FC236}">
                <a16:creationId xmlns:a16="http://schemas.microsoft.com/office/drawing/2014/main" id="{DCB80EF3-6108-4340-859D-166E8399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05225" y="3429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8" name="infer.head-corpus.shaft">
            <a:extLst xmlns:a="http://schemas.openxmlformats.org/drawingml/2006/main">
              <a:ext uri="{FF2B5EF4-FFF2-40B4-BE49-F238E27FC236}">
                <a16:creationId xmlns:a16="http://schemas.microsoft.com/office/drawing/2014/main" id="{AC09A189-D5CB-496E-97BC-85ACB65A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186428" y="3486150"/>
            <a:ext cx="71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9" name="infer.head-corpus.head">
            <a:extLst xmlns:a="http://schemas.openxmlformats.org/drawingml/2006/main">
              <a:ext uri="{FF2B5EF4-FFF2-40B4-BE49-F238E27FC236}">
                <a16:creationId xmlns:a16="http://schemas.microsoft.com/office/drawing/2014/main" id="{ADE32AD9-7BBC-406C-B0C8-93A0ECD4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076700" y="3429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0" name="option1.query.box">
            <a:extLst xmlns:a="http://schemas.openxmlformats.org/drawingml/2006/main">
              <a:ext uri="{FF2B5EF4-FFF2-40B4-BE49-F238E27FC236}">
                <a16:creationId xmlns:a16="http://schemas.microsoft.com/office/drawing/2014/main" id="{7F498FE9-4DD2-4D13-9097-22702358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429125"/>
            <a:ext cx="5810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1" name="option1.query.text">
            <a:extLst xmlns:a="http://schemas.openxmlformats.org/drawingml/2006/main">
              <a:ext uri="{FF2B5EF4-FFF2-40B4-BE49-F238E27FC236}">
                <a16:creationId xmlns:a16="http://schemas.microsoft.com/office/drawing/2014/main" id="{74A5DD85-4D22-45FF-91BA-A26E7F01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429125"/>
            <a:ext cx="581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Query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Q</a:t>
            </a:r>
          </a:p>
        </p:txBody>
      </p:sp>
      <p:sp>
        <p:nvSpPr>
          <p:cNvPr id="52" name="option1.encoder">
            <a:extLst xmlns:a="http://schemas.openxmlformats.org/drawingml/2006/main">
              <a:ext uri="{FF2B5EF4-FFF2-40B4-BE49-F238E27FC236}">
                <a16:creationId xmlns:a16="http://schemas.microsoft.com/office/drawing/2014/main" id="{3D112D0B-60EE-4621-BEC8-C878F2CA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57650"/>
            <a:ext cx="59055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DFC9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53" name="option1.encoder.text">
            <a:extLst xmlns:a="http://schemas.openxmlformats.org/drawingml/2006/main">
              <a:ext uri="{FF2B5EF4-FFF2-40B4-BE49-F238E27FC236}">
                <a16:creationId xmlns:a16="http://schemas.microsoft.com/office/drawing/2014/main" id="{E7DE9C75-C64A-4B9A-AB91-E215E4A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00525"/>
            <a:ext cx="49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Base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Encoder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Q</a:t>
            </a:r>
          </a:p>
        </p:txBody>
      </p:sp>
      <p:sp>
        <p:nvSpPr>
          <p:cNvPr id="54" name="option1.head">
            <a:extLst xmlns:a="http://schemas.openxmlformats.org/drawingml/2006/main">
              <a:ext uri="{FF2B5EF4-FFF2-40B4-BE49-F238E27FC236}">
                <a16:creationId xmlns:a16="http://schemas.microsoft.com/office/drawing/2014/main" id="{766600AE-1B7B-44A0-A087-03C1F74D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57650"/>
            <a:ext cx="495300" cy="876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E6F6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55" name="option1.head.text">
            <a:extLst xmlns:a="http://schemas.openxmlformats.org/drawingml/2006/main">
              <a:ext uri="{FF2B5EF4-FFF2-40B4-BE49-F238E27FC236}">
                <a16:creationId xmlns:a16="http://schemas.microsoft.com/office/drawing/2014/main" id="{FBB456C7-6F04-4944-BC8A-62906BE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3148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DST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</a:defRPr>
            </a:pPr>
            <a:r>
              <a:rPr sz="750" b="0" i="0">
                <a:solidFill>
                  <a:srgbClr val="111111"/>
                </a:solidFill>
              </a:rPr>
              <a:t>Head</a:t>
            </a:r>
          </a:p>
        </p:txBody>
      </p:sp>
      <p:sp>
        <p:nvSpPr>
          <p:cNvPr id="56" name="option2.query.box">
            <a:extLst xmlns:a="http://schemas.openxmlformats.org/drawingml/2006/main">
              <a:ext uri="{FF2B5EF4-FFF2-40B4-BE49-F238E27FC236}">
                <a16:creationId xmlns:a16="http://schemas.microsoft.com/office/drawing/2014/main" id="{2AD13F7E-C08F-4D29-AE20-E3BB2A0E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191125"/>
            <a:ext cx="5810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7" name="option2.query.text">
            <a:extLst xmlns:a="http://schemas.openxmlformats.org/drawingml/2006/main">
              <a:ext uri="{FF2B5EF4-FFF2-40B4-BE49-F238E27FC236}">
                <a16:creationId xmlns:a16="http://schemas.microsoft.com/office/drawing/2014/main" id="{7A93AD35-59D8-4266-99D4-D7F8046C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191125"/>
            <a:ext cx="581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Query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Q</a:t>
            </a:r>
          </a:p>
        </p:txBody>
      </p:sp>
      <p:sp>
        <p:nvSpPr>
          <p:cNvPr id="58" name="option2.tokenizer.box">
            <a:extLst xmlns:a="http://schemas.openxmlformats.org/drawingml/2006/main">
              <a:ext uri="{FF2B5EF4-FFF2-40B4-BE49-F238E27FC236}">
                <a16:creationId xmlns:a16="http://schemas.microsoft.com/office/drawing/2014/main" id="{693448DC-D53F-4C8F-A1BB-AA21D45E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14925"/>
            <a:ext cx="8382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DDDDD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9" name="option2.tokenizer.text">
            <a:extLst xmlns:a="http://schemas.openxmlformats.org/drawingml/2006/main">
              <a:ext uri="{FF2B5EF4-FFF2-40B4-BE49-F238E27FC236}">
                <a16:creationId xmlns:a16="http://schemas.microsoft.com/office/drawing/2014/main" id="{2AB486DE-7DBB-4E68-96FE-3E6C63A0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1492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Tokenizer</a:t>
            </a:r>
          </a:p>
        </p:txBody>
      </p:sp>
      <p:sp>
        <p:nvSpPr>
          <p:cNvPr id="60" name="option1.query-encoder.shaft">
            <a:extLst xmlns:a="http://schemas.openxmlformats.org/drawingml/2006/main">
              <a:ext uri="{FF2B5EF4-FFF2-40B4-BE49-F238E27FC236}">
                <a16:creationId xmlns:a16="http://schemas.microsoft.com/office/drawing/2014/main" id="{97426C46-5A79-4B0E-8A86-59E85FC3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4648200"/>
            <a:ext cx="45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61" name="option1.query-encoder.head">
            <a:extLst xmlns:a="http://schemas.openxmlformats.org/drawingml/2006/main">
              <a:ext uri="{FF2B5EF4-FFF2-40B4-BE49-F238E27FC236}">
                <a16:creationId xmlns:a16="http://schemas.microsoft.com/office/drawing/2014/main" id="{0EEE4ABA-7702-4149-A7D5-E8A870F5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90800" y="4591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2" name="option2.query-tokenizer.shaft">
            <a:extLst xmlns:a="http://schemas.openxmlformats.org/drawingml/2006/main">
              <a:ext uri="{FF2B5EF4-FFF2-40B4-BE49-F238E27FC236}">
                <a16:creationId xmlns:a16="http://schemas.microsoft.com/office/drawing/2014/main" id="{06EA3837-66E1-486C-9086-C3542B7C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5400675"/>
            <a:ext cx="2141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63" name="option2.query-tokenizer.head">
            <a:extLst xmlns:a="http://schemas.openxmlformats.org/drawingml/2006/main">
              <a:ext uri="{FF2B5EF4-FFF2-40B4-BE49-F238E27FC236}">
                <a16:creationId xmlns:a16="http://schemas.microsoft.com/office/drawing/2014/main" id="{E8B1D879-17B9-4F23-8D5B-DC52D5A0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00350" y="5343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4" name="options">
            <a:extLst xmlns:a="http://schemas.openxmlformats.org/drawingml/2006/main">
              <a:ext uri="{FF2B5EF4-FFF2-40B4-BE49-F238E27FC236}">
                <a16:creationId xmlns:a16="http://schemas.microsoft.com/office/drawing/2014/main" id="{521FAC66-D069-498E-A78F-26D01095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43375"/>
            <a:ext cx="857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</a:defRPr>
            </a:pPr>
            <a:r>
              <a:rPr sz="975" b="1" i="0">
                <a:solidFill>
                  <a:srgbClr val="111111"/>
                </a:solidFill>
              </a:rPr>
              <a:t>Option1:</a:t>
            </a:r>
          </a:p>
          <a:p xmlns:a="http://schemas.openxmlformats.org/drawingml/2006/main">
            <a:pPr algn="l">
              <a:defRPr sz="975" b="1" i="0">
                <a:solidFill>
                  <a:srgbClr val="111111"/>
                </a:solidFill>
              </a:defRPr>
            </a:pPr>
            <a:r>
              <a:rPr sz="975" b="1" i="0">
                <a:solidFill>
                  <a:srgbClr val="111111"/>
                </a:solidFill>
              </a:rPr>
              <a:t>Parametric</a:t>
            </a:r>
          </a:p>
          <a:p xmlns:a="http://schemas.openxmlformats.org/drawingml/2006/main">
            <a:pPr algn="l">
              <a:defRPr sz="975" b="1" i="0">
                <a:solidFill>
                  <a:srgbClr val="111111"/>
                </a:solidFill>
              </a:defRPr>
            </a:pPr>
            <a:r>
              <a:rPr sz="975" b="1" i="0">
                <a:solidFill>
                  <a:srgbClr val="111111"/>
                </a:solidFill>
              </a:rPr>
              <a:t>Inference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 i="0">
                <a:solidFill>
                  <a:srgbClr val="111111"/>
                </a:solidFill>
              </a:defRPr>
            </a:pPr>
            <a:r>
              <a:rPr sz="975" b="1" i="0">
                <a:solidFill>
                  <a:srgbClr val="111111"/>
                </a:solidFill>
              </a:rPr>
              <a:t>Option2:</a:t>
            </a:r>
          </a:p>
          <a:p xmlns:a="http://schemas.openxmlformats.org/drawingml/2006/main">
            <a:pPr algn="l">
              <a:defRPr sz="975" b="1" i="0">
                <a:solidFill>
                  <a:srgbClr val="111111"/>
                </a:solidFill>
              </a:defRPr>
            </a:pPr>
            <a:r>
              <a:rPr sz="975" b="1" i="0">
                <a:solidFill>
                  <a:srgbClr val="111111"/>
                </a:solidFill>
              </a:rPr>
              <a:t>Nonparametric</a:t>
            </a:r>
          </a:p>
          <a:p xmlns:a="http://schemas.openxmlformats.org/drawingml/2006/main">
            <a:pPr algn="l">
              <a:defRPr sz="975" b="1" i="0">
                <a:solidFill>
                  <a:srgbClr val="111111"/>
                </a:solidFill>
              </a:defRPr>
            </a:pPr>
            <a:r>
              <a:rPr sz="975" b="1" i="0">
                <a:solidFill>
                  <a:srgbClr val="111111"/>
                </a:solidFill>
              </a:rPr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93997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2026-07-31T03:07:01.5020000Z</dcterms:created>
  <dcterms:modified xsi:type="dcterms:W3CDTF">2026-07-31T03:07:01.5020000Z</dcterms:modified>
</coreProperties>
</file>