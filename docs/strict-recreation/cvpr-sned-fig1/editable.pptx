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24be9761abf4a34" /><Relationship Type="http://schemas.openxmlformats.org/officeDocument/2006/relationships/extended-properties" Target="/docProps/app.xml" Id="R1f19f470d24a4fa1" /><Relationship Type="http://schemas.openxmlformats.org/officeDocument/2006/relationships/officeDocument" Target="/ppt/presentation.xml" Id="R16c4e4efb8ff4a9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9a41d89407f44eb"/>
  </p:sldMasterIdLst>
  <p:notesMasterIdLst>
    <p:notesMasterId xmlns:r="http://schemas.openxmlformats.org/officeDocument/2006/relationships" r:id="R6e0fbb2333d14cc0"/>
  </p:notesMasterIdLst>
  <p:sldIdLst>
    <p:sldId xmlns:r="http://schemas.openxmlformats.org/officeDocument/2006/relationships" id="256" r:id="R46866912501b4439"/>
  </p:sldIdLst>
  <p:sldSz cx="11582400" cy="352425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185b96dae244bd3" /><Relationship Type="http://schemas.openxmlformats.org/officeDocument/2006/relationships/slideMaster" Target="/ppt/slideMasters/slideMaster1.xml" Id="Rf9a41d89407f44eb" /><Relationship Type="http://schemas.openxmlformats.org/officeDocument/2006/relationships/notesMaster" Target="/ppt/notesMasters/notesMaster1.xml" Id="R6e0fbb2333d14cc0" /><Relationship Type="http://schemas.openxmlformats.org/officeDocument/2006/relationships/presProps" Target="/ppt/presProps.xml" Id="Rc9ca9dbd913d4d62" /><Relationship Type="http://schemas.openxmlformats.org/officeDocument/2006/relationships/tableStyles" Target="/ppt/tableStyles.xml" Id="R4e01973d3b5b4626" /><Relationship Type="http://schemas.openxmlformats.org/officeDocument/2006/relationships/slide" Target="/ppt/slides/slide1.xml" Id="R46866912501b443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03f39f9402b483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61f7913bf8c4871" /><Relationship Type="http://schemas.openxmlformats.org/officeDocument/2006/relationships/notesMaster" Target="/ppt/notesMasters/notesMaster1.xml" Id="R64e5bbeb2b6a4d3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SNED: Superposition Network Architecture Search for Efficient Video Diffusion Model, CVPR 2024, Figure 1: https://openaccess.thecvf.com/content/CVPR2024/html/Li_SNED_Superposition_Network_Architecture_Search_for_Efficient_Video_Diffusion_Model_CVPR_2024_paper.html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0cac8e92e7f4c6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b8072d4843642cb" /><Relationship Type="http://schemas.openxmlformats.org/officeDocument/2006/relationships/slideLayout" Target="/ppt/slideLayouts/slideLayout1.xml" Id="R8dbdeae5c612447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dbdeae5c612447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e013288d954880" /><Relationship Type="http://schemas.openxmlformats.org/officeDocument/2006/relationships/image" Target="/ppt/media/image.png" Id="Refcb774d47fe46aa" /><Relationship Type="http://schemas.openxmlformats.org/officeDocument/2006/relationships/image" Target="/ppt/media/image2.png" Id="R753eb1146fd44e8d" /><Relationship Type="http://schemas.openxmlformats.org/officeDocument/2006/relationships/image" Target="/ppt/media/image3.png" Id="R3c5f9be400dd41f3" /><Relationship Type="http://schemas.openxmlformats.org/officeDocument/2006/relationships/image" Target="/ppt/media/image4.png" Id="Re636e992e29f440a" /><Relationship Type="http://schemas.openxmlformats.org/officeDocument/2006/relationships/image" Target="/ppt/media/image5.png" Id="R921ed9c1a159491d" /><Relationship Type="http://schemas.openxmlformats.org/officeDocument/2006/relationships/image" Target="/ppt/media/image6.png" Id="R7e101c95eecf4c39" /><Relationship Type="http://schemas.openxmlformats.org/officeDocument/2006/relationships/notesSlide" Target="/ppt/notesSlides/notesSlide1.xml" Id="R215c088cb75247a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8" name="training.title">
            <a:extLst xmlns:a="http://schemas.openxmlformats.org/drawingml/2006/main">
              <a:ext uri="{FF2B5EF4-FFF2-40B4-BE49-F238E27FC236}">
                <a16:creationId xmlns:a16="http://schemas.microsoft.com/office/drawing/2014/main" id="{B126960B-44E0-4D3A-BFFB-D54327D7E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5275" y="0"/>
            <a:ext cx="1095375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Training</a:t>
            </a:r>
          </a:p>
          <a:p xmlns:a="http://schemas.openxmlformats.org/drawingml/2006/main">
            <a:pPr algn="ctr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Data</a:t>
            </a:r>
          </a:p>
        </p:txBody>
      </p:sp>
      <p:pic>
        <p:nvPicPr>
          <p:cNvPr id="4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cb774d47fe46aa"/>
          <a:stretch xmlns:a="http://schemas.openxmlformats.org/drawingml/2006/main"/>
        </p:blipFill>
        <p:spPr>
          <a:xfrm xmlns:a="http://schemas.openxmlformats.org/drawingml/2006/main">
            <a:off x="428625" y="514350"/>
            <a:ext cx="895350" cy="838200"/>
          </a:xfrm>
          <a:prstGeom xmlns:a="http://schemas.openxmlformats.org/drawingml/2006/main" prst="rect">
            <a:avLst/>
          </a:prstGeom>
        </p:spPr>
      </p:pic>
      <p:pic>
        <p:nvPicPr>
          <p:cNvPr id="4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3eb1146fd44e8d"/>
          <a:stretch xmlns:a="http://schemas.openxmlformats.org/drawingml/2006/main"/>
        </p:blipFill>
        <p:spPr>
          <a:xfrm xmlns:a="http://schemas.openxmlformats.org/drawingml/2006/main">
            <a:off x="571500" y="1438275"/>
            <a:ext cx="628650" cy="542925"/>
          </a:xfrm>
          <a:prstGeom xmlns:a="http://schemas.openxmlformats.org/drawingml/2006/main" prst="rect">
            <a:avLst/>
          </a:prstGeom>
        </p:spPr>
      </p:pic>
      <p:pic>
        <p:nvPicPr>
          <p:cNvPr id="4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5f9be400dd41f3"/>
          <a:stretch xmlns:a="http://schemas.openxmlformats.org/drawingml/2006/main"/>
        </p:blipFill>
        <p:spPr>
          <a:xfrm xmlns:a="http://schemas.openxmlformats.org/drawingml/2006/main">
            <a:off x="685800" y="2105025"/>
            <a:ext cx="390525" cy="419100"/>
          </a:xfrm>
          <a:prstGeom xmlns:a="http://schemas.openxmlformats.org/drawingml/2006/main" prst="rect">
            <a:avLst/>
          </a:prstGeom>
        </p:spPr>
      </p:pic>
      <p:sp>
        <p:nvSpPr>
          <p:cNvPr id="5" name="training.different">
            <a:extLst xmlns:a="http://schemas.openxmlformats.org/drawingml/2006/main">
              <a:ext uri="{FF2B5EF4-FFF2-40B4-BE49-F238E27FC236}">
                <a16:creationId xmlns:a16="http://schemas.microsoft.com/office/drawing/2014/main" id="{CB1B1714-228E-4E9B-9E81-774FD829A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1950" y="2600325"/>
            <a:ext cx="1066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111111"/>
                </a:solidFill>
              </a:defRPr>
            </a:pPr>
            <a:r>
              <a:rPr sz="1425" b="0">
                <a:solidFill>
                  <a:srgbClr val="111111"/>
                </a:solidFill>
              </a:rPr>
              <a:t>Different</a:t>
            </a:r>
          </a:p>
          <a:p xmlns:a="http://schemas.openxmlformats.org/drawingml/2006/main">
            <a:pPr algn="ctr">
              <a:defRPr sz="1425" b="0">
                <a:solidFill>
                  <a:srgbClr val="111111"/>
                </a:solidFill>
              </a:defRPr>
            </a:pPr>
            <a:r>
              <a:rPr sz="1425" b="0">
                <a:solidFill>
                  <a:srgbClr val="111111"/>
                </a:solidFill>
              </a:rPr>
              <a:t>Resolution</a:t>
            </a:r>
          </a:p>
        </p:txBody>
      </p:sp>
      <p:sp>
        <p:nvSpPr>
          <p:cNvPr id="6" name="training.to-supernet">
            <a:extLst xmlns:a="http://schemas.openxmlformats.org/drawingml/2006/main">
              <a:ext uri="{FF2B5EF4-FFF2-40B4-BE49-F238E27FC236}">
                <a16:creationId xmlns:a16="http://schemas.microsoft.com/office/drawing/2014/main" id="{7B3D90A1-D65B-4ADF-8FB4-29207CA4D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1628775"/>
            <a:ext cx="514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85725">
            <a:solidFill>
              <a:srgbClr val="1010D4"/>
            </a:solidFill>
            <a:prstDash val="solid"/>
          </a:ln>
        </p:spPr>
      </p:sp>
      <p:sp>
        <p:nvSpPr>
          <p:cNvPr id="7" name="training.to-supernet.head">
            <a:extLst xmlns:a="http://schemas.openxmlformats.org/drawingml/2006/main">
              <a:ext uri="{FF2B5EF4-FFF2-40B4-BE49-F238E27FC236}">
                <a16:creationId xmlns:a16="http://schemas.microsoft.com/office/drawing/2014/main" id="{7C70432B-2F86-4DD0-9B88-0A8C77397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1809750" y="1485900"/>
            <a:ext cx="285750" cy="2857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1010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supernet.title">
            <a:extLst xmlns:a="http://schemas.openxmlformats.org/drawingml/2006/main">
              <a:ext uri="{FF2B5EF4-FFF2-40B4-BE49-F238E27FC236}">
                <a16:creationId xmlns:a16="http://schemas.microsoft.com/office/drawing/2014/main" id="{341C01C7-FBB2-4FA6-84F9-24A98B35B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238375" y="371475"/>
            <a:ext cx="12763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SuperNet</a:t>
            </a:r>
          </a:p>
        </p:txBody>
      </p:sp>
      <p:sp>
        <p:nvSpPr>
          <p:cNvPr id="9" name="supernet.frame">
            <a:extLst xmlns:a="http://schemas.openxmlformats.org/drawingml/2006/main">
              <a:ext uri="{FF2B5EF4-FFF2-40B4-BE49-F238E27FC236}">
                <a16:creationId xmlns:a16="http://schemas.microsoft.com/office/drawing/2014/main" id="{0B0CE242-4ECC-4C62-BBA7-E3D1A0B3E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85975" y="685800"/>
            <a:ext cx="1581150" cy="1809750"/>
          </a:xfrm>
          <a:prstGeom xmlns:a="http://schemas.openxmlformats.org/drawingml/2006/main" prst="roundRect">
            <a:avLst>
              <a:gd name="adj" fmla="val 48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10" name="supernet.graph.edge.0">
            <a:extLst xmlns:a="http://schemas.openxmlformats.org/drawingml/2006/main">
              <a:ext uri="{FF2B5EF4-FFF2-40B4-BE49-F238E27FC236}">
                <a16:creationId xmlns:a16="http://schemas.microsoft.com/office/drawing/2014/main" id="{2743DADB-129E-4968-8BD1-83ADC4E93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525" y="847725"/>
            <a:ext cx="0" cy="460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111111"/>
            </a:solidFill>
            <a:prstDash val="solid"/>
          </a:ln>
        </p:spPr>
      </p:sp>
      <p:sp>
        <p:nvSpPr>
          <p:cNvPr id="11" name="supernet.graph.edge.1">
            <a:extLst xmlns:a="http://schemas.openxmlformats.org/drawingml/2006/main">
              <a:ext uri="{FF2B5EF4-FFF2-40B4-BE49-F238E27FC236}">
                <a16:creationId xmlns:a16="http://schemas.microsoft.com/office/drawing/2014/main" id="{16853889-40B8-433F-8CD4-589AFD51B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525" y="847725"/>
            <a:ext cx="390525" cy="460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111111"/>
            </a:solidFill>
            <a:prstDash val="solid"/>
          </a:ln>
        </p:spPr>
      </p:sp>
      <p:sp>
        <p:nvSpPr>
          <p:cNvPr id="12" name="supernet.graph.edge.2">
            <a:extLst xmlns:a="http://schemas.openxmlformats.org/drawingml/2006/main">
              <a:ext uri="{FF2B5EF4-FFF2-40B4-BE49-F238E27FC236}">
                <a16:creationId xmlns:a16="http://schemas.microsoft.com/office/drawing/2014/main" id="{18A185A7-F740-450C-952A-5DF035B3E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525" y="847725"/>
            <a:ext cx="781050" cy="460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111111"/>
            </a:solidFill>
            <a:prstDash val="solid"/>
          </a:ln>
        </p:spPr>
      </p:sp>
      <p:sp>
        <p:nvSpPr>
          <p:cNvPr id="13" name="supernet.graph.edge.3">
            <a:extLst xmlns:a="http://schemas.openxmlformats.org/drawingml/2006/main">
              <a:ext uri="{FF2B5EF4-FFF2-40B4-BE49-F238E27FC236}">
                <a16:creationId xmlns:a16="http://schemas.microsoft.com/office/drawing/2014/main" id="{F0E7941D-F53E-483B-9B36-35836A114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525" y="847725"/>
            <a:ext cx="1171575" cy="460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111111"/>
            </a:solidFill>
            <a:prstDash val="solid"/>
          </a:ln>
        </p:spPr>
      </p:sp>
      <p:sp>
        <p:nvSpPr>
          <p:cNvPr id="14" name="supernet.graph.edge.4">
            <a:extLst xmlns:a="http://schemas.openxmlformats.org/drawingml/2006/main">
              <a:ext uri="{FF2B5EF4-FFF2-40B4-BE49-F238E27FC236}">
                <a16:creationId xmlns:a16="http://schemas.microsoft.com/office/drawing/2014/main" id="{22FB6455-07DC-4CA7-8C57-3DF8C42CE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525" y="847725"/>
            <a:ext cx="390525" cy="460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111111"/>
            </a:solidFill>
            <a:prstDash val="solid"/>
          </a:ln>
        </p:spPr>
      </p:sp>
      <p:sp>
        <p:nvSpPr>
          <p:cNvPr id="15" name="supernet.graph.edge.5">
            <a:extLst xmlns:a="http://schemas.openxmlformats.org/drawingml/2006/main">
              <a:ext uri="{FF2B5EF4-FFF2-40B4-BE49-F238E27FC236}">
                <a16:creationId xmlns:a16="http://schemas.microsoft.com/office/drawing/2014/main" id="{00B7A588-F09F-495F-8238-8D82D8A5E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847725"/>
            <a:ext cx="0" cy="460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111111"/>
            </a:solidFill>
            <a:prstDash val="solid"/>
          </a:ln>
        </p:spPr>
      </p:sp>
      <p:sp>
        <p:nvSpPr>
          <p:cNvPr id="16" name="supernet.graph.edge.6">
            <a:extLst xmlns:a="http://schemas.openxmlformats.org/drawingml/2006/main">
              <a:ext uri="{FF2B5EF4-FFF2-40B4-BE49-F238E27FC236}">
                <a16:creationId xmlns:a16="http://schemas.microsoft.com/office/drawing/2014/main" id="{DC0B559F-A776-4963-97CD-CE80C36F3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847725"/>
            <a:ext cx="390525" cy="460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111111"/>
            </a:solidFill>
            <a:prstDash val="solid"/>
          </a:ln>
        </p:spPr>
      </p:sp>
      <p:sp>
        <p:nvSpPr>
          <p:cNvPr id="17" name="supernet.graph.edge.7">
            <a:extLst xmlns:a="http://schemas.openxmlformats.org/drawingml/2006/main">
              <a:ext uri="{FF2B5EF4-FFF2-40B4-BE49-F238E27FC236}">
                <a16:creationId xmlns:a16="http://schemas.microsoft.com/office/drawing/2014/main" id="{8F9B1B7A-D19F-4637-8C08-4710C1F9E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847725"/>
            <a:ext cx="781050" cy="460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111111"/>
            </a:solidFill>
            <a:prstDash val="solid"/>
          </a:ln>
        </p:spPr>
      </p:sp>
      <p:sp>
        <p:nvSpPr>
          <p:cNvPr id="18" name="supernet.graph.edge.8">
            <a:extLst xmlns:a="http://schemas.openxmlformats.org/drawingml/2006/main">
              <a:ext uri="{FF2B5EF4-FFF2-40B4-BE49-F238E27FC236}">
                <a16:creationId xmlns:a16="http://schemas.microsoft.com/office/drawing/2014/main" id="{A2DB250F-A701-4D58-8092-B56C996C6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525" y="847725"/>
            <a:ext cx="781050" cy="460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111111"/>
            </a:solidFill>
            <a:prstDash val="solid"/>
          </a:ln>
        </p:spPr>
      </p:sp>
      <p:sp>
        <p:nvSpPr>
          <p:cNvPr id="19" name="supernet.graph.edge.9">
            <a:extLst xmlns:a="http://schemas.openxmlformats.org/drawingml/2006/main">
              <a:ext uri="{FF2B5EF4-FFF2-40B4-BE49-F238E27FC236}">
                <a16:creationId xmlns:a16="http://schemas.microsoft.com/office/drawing/2014/main" id="{570F8644-8F42-42C1-98A1-9F066075A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847725"/>
            <a:ext cx="390525" cy="460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111111"/>
            </a:solidFill>
            <a:prstDash val="solid"/>
          </a:ln>
        </p:spPr>
      </p:sp>
      <p:sp>
        <p:nvSpPr>
          <p:cNvPr id="20" name="supernet.graph.edge.10">
            <a:extLst xmlns:a="http://schemas.openxmlformats.org/drawingml/2006/main">
              <a:ext uri="{FF2B5EF4-FFF2-40B4-BE49-F238E27FC236}">
                <a16:creationId xmlns:a16="http://schemas.microsoft.com/office/drawing/2014/main" id="{5A8FAC8A-9510-4E55-A0D6-4CF4303DD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847725"/>
            <a:ext cx="0" cy="460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111111"/>
            </a:solidFill>
            <a:prstDash val="solid"/>
          </a:ln>
        </p:spPr>
      </p:sp>
      <p:sp>
        <p:nvSpPr>
          <p:cNvPr id="21" name="supernet.graph.edge.11">
            <a:extLst xmlns:a="http://schemas.openxmlformats.org/drawingml/2006/main">
              <a:ext uri="{FF2B5EF4-FFF2-40B4-BE49-F238E27FC236}">
                <a16:creationId xmlns:a16="http://schemas.microsoft.com/office/drawing/2014/main" id="{FDC5D26B-0D7B-4788-A0B5-4C1E7634B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847725"/>
            <a:ext cx="390525" cy="460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111111"/>
            </a:solidFill>
            <a:prstDash val="solid"/>
          </a:ln>
        </p:spPr>
      </p:sp>
      <p:sp>
        <p:nvSpPr>
          <p:cNvPr id="22" name="supernet.graph.edge.12">
            <a:extLst xmlns:a="http://schemas.openxmlformats.org/drawingml/2006/main">
              <a:ext uri="{FF2B5EF4-FFF2-40B4-BE49-F238E27FC236}">
                <a16:creationId xmlns:a16="http://schemas.microsoft.com/office/drawing/2014/main" id="{B66437DB-3AB4-4898-9429-9531EEAF1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525" y="847725"/>
            <a:ext cx="1171575" cy="460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111111"/>
            </a:solidFill>
            <a:prstDash val="solid"/>
          </a:ln>
        </p:spPr>
      </p:sp>
      <p:sp>
        <p:nvSpPr>
          <p:cNvPr id="23" name="supernet.graph.edge.13">
            <a:extLst xmlns:a="http://schemas.openxmlformats.org/drawingml/2006/main">
              <a:ext uri="{FF2B5EF4-FFF2-40B4-BE49-F238E27FC236}">
                <a16:creationId xmlns:a16="http://schemas.microsoft.com/office/drawing/2014/main" id="{C8343AC1-5DFE-4E16-B581-192F345B6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847725"/>
            <a:ext cx="781050" cy="460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111111"/>
            </a:solidFill>
            <a:prstDash val="solid"/>
          </a:ln>
        </p:spPr>
      </p:sp>
      <p:sp>
        <p:nvSpPr>
          <p:cNvPr id="24" name="supernet.graph.edge.14">
            <a:extLst xmlns:a="http://schemas.openxmlformats.org/drawingml/2006/main">
              <a:ext uri="{FF2B5EF4-FFF2-40B4-BE49-F238E27FC236}">
                <a16:creationId xmlns:a16="http://schemas.microsoft.com/office/drawing/2014/main" id="{F191ACD7-4177-4A58-8383-0139E7FDC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847725"/>
            <a:ext cx="390525" cy="460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111111"/>
            </a:solidFill>
            <a:prstDash val="solid"/>
          </a:ln>
        </p:spPr>
      </p:sp>
      <p:sp>
        <p:nvSpPr>
          <p:cNvPr id="25" name="supernet.graph.edge.15">
            <a:extLst xmlns:a="http://schemas.openxmlformats.org/drawingml/2006/main">
              <a:ext uri="{FF2B5EF4-FFF2-40B4-BE49-F238E27FC236}">
                <a16:creationId xmlns:a16="http://schemas.microsoft.com/office/drawing/2014/main" id="{F22E6D7F-B708-4ED3-929C-EC31B97F4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847725"/>
            <a:ext cx="0" cy="460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111111"/>
            </a:solidFill>
            <a:prstDash val="solid"/>
          </a:ln>
        </p:spPr>
      </p:sp>
      <p:sp>
        <p:nvSpPr>
          <p:cNvPr id="26" name="supernet.graph.edge.16">
            <a:extLst xmlns:a="http://schemas.openxmlformats.org/drawingml/2006/main">
              <a:ext uri="{FF2B5EF4-FFF2-40B4-BE49-F238E27FC236}">
                <a16:creationId xmlns:a16="http://schemas.microsoft.com/office/drawing/2014/main" id="{81E60552-5E81-459B-AD69-ABD2EFEFD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525" y="1308100"/>
            <a:ext cx="0" cy="460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111111"/>
            </a:solidFill>
            <a:prstDash val="solid"/>
          </a:ln>
        </p:spPr>
      </p:sp>
      <p:sp>
        <p:nvSpPr>
          <p:cNvPr id="27" name="supernet.graph.edge.17">
            <a:extLst xmlns:a="http://schemas.openxmlformats.org/drawingml/2006/main">
              <a:ext uri="{FF2B5EF4-FFF2-40B4-BE49-F238E27FC236}">
                <a16:creationId xmlns:a16="http://schemas.microsoft.com/office/drawing/2014/main" id="{EC22FBAB-4657-454A-8306-583891BE9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525" y="1308100"/>
            <a:ext cx="390525" cy="460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111111"/>
            </a:solidFill>
            <a:prstDash val="solid"/>
          </a:ln>
        </p:spPr>
      </p:sp>
      <p:sp>
        <p:nvSpPr>
          <p:cNvPr id="28" name="supernet.graph.edge.18">
            <a:extLst xmlns:a="http://schemas.openxmlformats.org/drawingml/2006/main">
              <a:ext uri="{FF2B5EF4-FFF2-40B4-BE49-F238E27FC236}">
                <a16:creationId xmlns:a16="http://schemas.microsoft.com/office/drawing/2014/main" id="{D919E193-7DBB-4428-854B-0DE80897D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525" y="1308100"/>
            <a:ext cx="781050" cy="460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111111"/>
            </a:solidFill>
            <a:prstDash val="solid"/>
          </a:ln>
        </p:spPr>
      </p:sp>
      <p:sp>
        <p:nvSpPr>
          <p:cNvPr id="29" name="supernet.graph.edge.19">
            <a:extLst xmlns:a="http://schemas.openxmlformats.org/drawingml/2006/main">
              <a:ext uri="{FF2B5EF4-FFF2-40B4-BE49-F238E27FC236}">
                <a16:creationId xmlns:a16="http://schemas.microsoft.com/office/drawing/2014/main" id="{AD247E05-931D-4C05-BEC3-4BED54E66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525" y="1308100"/>
            <a:ext cx="1171575" cy="460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111111"/>
            </a:solidFill>
            <a:prstDash val="solid"/>
          </a:ln>
        </p:spPr>
      </p:sp>
      <p:sp>
        <p:nvSpPr>
          <p:cNvPr id="30" name="supernet.graph.edge.20">
            <a:extLst xmlns:a="http://schemas.openxmlformats.org/drawingml/2006/main">
              <a:ext uri="{FF2B5EF4-FFF2-40B4-BE49-F238E27FC236}">
                <a16:creationId xmlns:a16="http://schemas.microsoft.com/office/drawing/2014/main" id="{EABC98BD-5AFA-4082-9E7B-B23136C1E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525" y="1308100"/>
            <a:ext cx="390525" cy="460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111111"/>
            </a:solidFill>
            <a:prstDash val="solid"/>
          </a:ln>
        </p:spPr>
      </p:sp>
      <p:sp>
        <p:nvSpPr>
          <p:cNvPr id="31" name="supernet.graph.edge.21">
            <a:extLst xmlns:a="http://schemas.openxmlformats.org/drawingml/2006/main">
              <a:ext uri="{FF2B5EF4-FFF2-40B4-BE49-F238E27FC236}">
                <a16:creationId xmlns:a16="http://schemas.microsoft.com/office/drawing/2014/main" id="{183BEFFE-EAAD-459F-89A0-7F0FB3A79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1308100"/>
            <a:ext cx="0" cy="460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111111"/>
            </a:solidFill>
            <a:prstDash val="solid"/>
          </a:ln>
        </p:spPr>
      </p:sp>
      <p:sp>
        <p:nvSpPr>
          <p:cNvPr id="32" name="supernet.graph.edge.22">
            <a:extLst xmlns:a="http://schemas.openxmlformats.org/drawingml/2006/main">
              <a:ext uri="{FF2B5EF4-FFF2-40B4-BE49-F238E27FC236}">
                <a16:creationId xmlns:a16="http://schemas.microsoft.com/office/drawing/2014/main" id="{FF3CE7FD-97C8-40F4-95CD-B4B25D470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1308100"/>
            <a:ext cx="390525" cy="460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111111"/>
            </a:solidFill>
            <a:prstDash val="solid"/>
          </a:ln>
        </p:spPr>
      </p:sp>
      <p:sp>
        <p:nvSpPr>
          <p:cNvPr id="33" name="supernet.graph.edge.23">
            <a:extLst xmlns:a="http://schemas.openxmlformats.org/drawingml/2006/main">
              <a:ext uri="{FF2B5EF4-FFF2-40B4-BE49-F238E27FC236}">
                <a16:creationId xmlns:a16="http://schemas.microsoft.com/office/drawing/2014/main" id="{ACC278D8-2EEF-4E57-A255-A238D9CA6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1308100"/>
            <a:ext cx="781050" cy="460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111111"/>
            </a:solidFill>
            <a:prstDash val="solid"/>
          </a:ln>
        </p:spPr>
      </p:sp>
      <p:sp>
        <p:nvSpPr>
          <p:cNvPr id="34" name="supernet.graph.edge.24">
            <a:extLst xmlns:a="http://schemas.openxmlformats.org/drawingml/2006/main">
              <a:ext uri="{FF2B5EF4-FFF2-40B4-BE49-F238E27FC236}">
                <a16:creationId xmlns:a16="http://schemas.microsoft.com/office/drawing/2014/main" id="{9A4163C7-BDD2-4803-96EF-7F0D3BAF5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525" y="1308100"/>
            <a:ext cx="781050" cy="460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111111"/>
            </a:solidFill>
            <a:prstDash val="solid"/>
          </a:ln>
        </p:spPr>
      </p:sp>
      <p:sp>
        <p:nvSpPr>
          <p:cNvPr id="35" name="supernet.graph.edge.25">
            <a:extLst xmlns:a="http://schemas.openxmlformats.org/drawingml/2006/main">
              <a:ext uri="{FF2B5EF4-FFF2-40B4-BE49-F238E27FC236}">
                <a16:creationId xmlns:a16="http://schemas.microsoft.com/office/drawing/2014/main" id="{7681D220-7A0E-4514-9797-7F637E261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1308100"/>
            <a:ext cx="390525" cy="460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111111"/>
            </a:solidFill>
            <a:prstDash val="solid"/>
          </a:ln>
        </p:spPr>
      </p:sp>
      <p:sp>
        <p:nvSpPr>
          <p:cNvPr id="36" name="supernet.graph.edge.26">
            <a:extLst xmlns:a="http://schemas.openxmlformats.org/drawingml/2006/main">
              <a:ext uri="{FF2B5EF4-FFF2-40B4-BE49-F238E27FC236}">
                <a16:creationId xmlns:a16="http://schemas.microsoft.com/office/drawing/2014/main" id="{18AE01F5-BC57-4E96-96A3-C18781EC4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1308100"/>
            <a:ext cx="0" cy="460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111111"/>
            </a:solidFill>
            <a:prstDash val="solid"/>
          </a:ln>
        </p:spPr>
      </p:sp>
      <p:sp>
        <p:nvSpPr>
          <p:cNvPr id="37" name="supernet.graph.edge.27">
            <a:extLst xmlns:a="http://schemas.openxmlformats.org/drawingml/2006/main">
              <a:ext uri="{FF2B5EF4-FFF2-40B4-BE49-F238E27FC236}">
                <a16:creationId xmlns:a16="http://schemas.microsoft.com/office/drawing/2014/main" id="{92BF6119-B8FC-4013-A609-06A28D28D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1308100"/>
            <a:ext cx="390525" cy="460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111111"/>
            </a:solidFill>
            <a:prstDash val="solid"/>
          </a:ln>
        </p:spPr>
      </p:sp>
      <p:sp>
        <p:nvSpPr>
          <p:cNvPr id="38" name="supernet.graph.edge.28">
            <a:extLst xmlns:a="http://schemas.openxmlformats.org/drawingml/2006/main">
              <a:ext uri="{FF2B5EF4-FFF2-40B4-BE49-F238E27FC236}">
                <a16:creationId xmlns:a16="http://schemas.microsoft.com/office/drawing/2014/main" id="{F5D99561-CA39-437D-8B7D-665E4CDE9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525" y="1308100"/>
            <a:ext cx="1171575" cy="460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111111"/>
            </a:solidFill>
            <a:prstDash val="solid"/>
          </a:ln>
        </p:spPr>
      </p:sp>
      <p:sp>
        <p:nvSpPr>
          <p:cNvPr id="39" name="supernet.graph.edge.29">
            <a:extLst xmlns:a="http://schemas.openxmlformats.org/drawingml/2006/main">
              <a:ext uri="{FF2B5EF4-FFF2-40B4-BE49-F238E27FC236}">
                <a16:creationId xmlns:a16="http://schemas.microsoft.com/office/drawing/2014/main" id="{2F290D7F-396C-4ECB-8D8C-B4BBADD3C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1308100"/>
            <a:ext cx="781050" cy="460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111111"/>
            </a:solidFill>
            <a:prstDash val="solid"/>
          </a:ln>
        </p:spPr>
      </p:sp>
      <p:sp>
        <p:nvSpPr>
          <p:cNvPr id="40" name="supernet.graph.edge.30">
            <a:extLst xmlns:a="http://schemas.openxmlformats.org/drawingml/2006/main">
              <a:ext uri="{FF2B5EF4-FFF2-40B4-BE49-F238E27FC236}">
                <a16:creationId xmlns:a16="http://schemas.microsoft.com/office/drawing/2014/main" id="{03D9769D-C207-4919-A511-A8B4B56ED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1308100"/>
            <a:ext cx="390525" cy="460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111111"/>
            </a:solidFill>
            <a:prstDash val="solid"/>
          </a:ln>
        </p:spPr>
      </p:sp>
      <p:sp>
        <p:nvSpPr>
          <p:cNvPr id="41" name="supernet.graph.edge.31">
            <a:extLst xmlns:a="http://schemas.openxmlformats.org/drawingml/2006/main">
              <a:ext uri="{FF2B5EF4-FFF2-40B4-BE49-F238E27FC236}">
                <a16:creationId xmlns:a16="http://schemas.microsoft.com/office/drawing/2014/main" id="{E2A60CB3-53AC-4ED4-964C-FD738842D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1308100"/>
            <a:ext cx="0" cy="460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111111"/>
            </a:solidFill>
            <a:prstDash val="solid"/>
          </a:ln>
        </p:spPr>
      </p:sp>
      <p:sp>
        <p:nvSpPr>
          <p:cNvPr id="42" name="supernet.graph.edge.32">
            <a:extLst xmlns:a="http://schemas.openxmlformats.org/drawingml/2006/main">
              <a:ext uri="{FF2B5EF4-FFF2-40B4-BE49-F238E27FC236}">
                <a16:creationId xmlns:a16="http://schemas.microsoft.com/office/drawing/2014/main" id="{74382BBA-D71C-48D7-A873-3763799C0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525" y="1768475"/>
            <a:ext cx="0" cy="460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111111"/>
            </a:solidFill>
            <a:prstDash val="solid"/>
          </a:ln>
        </p:spPr>
      </p:sp>
      <p:sp>
        <p:nvSpPr>
          <p:cNvPr id="43" name="supernet.graph.edge.33">
            <a:extLst xmlns:a="http://schemas.openxmlformats.org/drawingml/2006/main">
              <a:ext uri="{FF2B5EF4-FFF2-40B4-BE49-F238E27FC236}">
                <a16:creationId xmlns:a16="http://schemas.microsoft.com/office/drawing/2014/main" id="{1D1432ED-2BB0-4FBB-BF54-F535A2580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525" y="1768475"/>
            <a:ext cx="390525" cy="460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111111"/>
            </a:solidFill>
            <a:prstDash val="solid"/>
          </a:ln>
        </p:spPr>
      </p:sp>
      <p:sp>
        <p:nvSpPr>
          <p:cNvPr id="44" name="supernet.graph.edge.34">
            <a:extLst xmlns:a="http://schemas.openxmlformats.org/drawingml/2006/main">
              <a:ext uri="{FF2B5EF4-FFF2-40B4-BE49-F238E27FC236}">
                <a16:creationId xmlns:a16="http://schemas.microsoft.com/office/drawing/2014/main" id="{5629DBF8-CAB0-49BE-9B52-B6A2B5496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525" y="1768475"/>
            <a:ext cx="781050" cy="460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111111"/>
            </a:solidFill>
            <a:prstDash val="solid"/>
          </a:ln>
        </p:spPr>
      </p:sp>
      <p:sp>
        <p:nvSpPr>
          <p:cNvPr id="45" name="supernet.graph.edge.35">
            <a:extLst xmlns:a="http://schemas.openxmlformats.org/drawingml/2006/main">
              <a:ext uri="{FF2B5EF4-FFF2-40B4-BE49-F238E27FC236}">
                <a16:creationId xmlns:a16="http://schemas.microsoft.com/office/drawing/2014/main" id="{5DEC0DD1-4B5A-440B-AE3C-C6CD2CAF7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525" y="1768475"/>
            <a:ext cx="1171575" cy="460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111111"/>
            </a:solidFill>
            <a:prstDash val="solid"/>
          </a:ln>
        </p:spPr>
      </p:sp>
      <p:sp>
        <p:nvSpPr>
          <p:cNvPr id="46" name="supernet.graph.edge.36">
            <a:extLst xmlns:a="http://schemas.openxmlformats.org/drawingml/2006/main">
              <a:ext uri="{FF2B5EF4-FFF2-40B4-BE49-F238E27FC236}">
                <a16:creationId xmlns:a16="http://schemas.microsoft.com/office/drawing/2014/main" id="{EEB88D4B-0E3B-44FE-B6E8-1C29BFC56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525" y="1768475"/>
            <a:ext cx="390525" cy="460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111111"/>
            </a:solidFill>
            <a:prstDash val="solid"/>
          </a:ln>
        </p:spPr>
      </p:sp>
      <p:sp>
        <p:nvSpPr>
          <p:cNvPr id="47" name="supernet.graph.edge.37">
            <a:extLst xmlns:a="http://schemas.openxmlformats.org/drawingml/2006/main">
              <a:ext uri="{FF2B5EF4-FFF2-40B4-BE49-F238E27FC236}">
                <a16:creationId xmlns:a16="http://schemas.microsoft.com/office/drawing/2014/main" id="{03BF00EA-8CA4-4009-B664-0792655AA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1768475"/>
            <a:ext cx="0" cy="460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111111"/>
            </a:solidFill>
            <a:prstDash val="solid"/>
          </a:ln>
        </p:spPr>
      </p:sp>
      <p:sp>
        <p:nvSpPr>
          <p:cNvPr id="48" name="supernet.graph.edge.38">
            <a:extLst xmlns:a="http://schemas.openxmlformats.org/drawingml/2006/main">
              <a:ext uri="{FF2B5EF4-FFF2-40B4-BE49-F238E27FC236}">
                <a16:creationId xmlns:a16="http://schemas.microsoft.com/office/drawing/2014/main" id="{3938E799-0FD4-4F6F-8742-39C0A8A9C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1768475"/>
            <a:ext cx="390525" cy="460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111111"/>
            </a:solidFill>
            <a:prstDash val="solid"/>
          </a:ln>
        </p:spPr>
      </p:sp>
      <p:sp>
        <p:nvSpPr>
          <p:cNvPr id="49" name="supernet.graph.edge.39">
            <a:extLst xmlns:a="http://schemas.openxmlformats.org/drawingml/2006/main">
              <a:ext uri="{FF2B5EF4-FFF2-40B4-BE49-F238E27FC236}">
                <a16:creationId xmlns:a16="http://schemas.microsoft.com/office/drawing/2014/main" id="{FA689913-917F-4130-A96D-479716954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1768475"/>
            <a:ext cx="781050" cy="460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111111"/>
            </a:solidFill>
            <a:prstDash val="solid"/>
          </a:ln>
        </p:spPr>
      </p:sp>
      <p:sp>
        <p:nvSpPr>
          <p:cNvPr id="50" name="supernet.graph.edge.40">
            <a:extLst xmlns:a="http://schemas.openxmlformats.org/drawingml/2006/main">
              <a:ext uri="{FF2B5EF4-FFF2-40B4-BE49-F238E27FC236}">
                <a16:creationId xmlns:a16="http://schemas.microsoft.com/office/drawing/2014/main" id="{1826E322-FE32-4447-819E-B422720D2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525" y="1768475"/>
            <a:ext cx="781050" cy="460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111111"/>
            </a:solidFill>
            <a:prstDash val="solid"/>
          </a:ln>
        </p:spPr>
      </p:sp>
      <p:sp>
        <p:nvSpPr>
          <p:cNvPr id="51" name="supernet.graph.edge.41">
            <a:extLst xmlns:a="http://schemas.openxmlformats.org/drawingml/2006/main">
              <a:ext uri="{FF2B5EF4-FFF2-40B4-BE49-F238E27FC236}">
                <a16:creationId xmlns:a16="http://schemas.microsoft.com/office/drawing/2014/main" id="{94E3187E-A926-485C-9193-467E55344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1768475"/>
            <a:ext cx="390525" cy="460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111111"/>
            </a:solidFill>
            <a:prstDash val="solid"/>
          </a:ln>
        </p:spPr>
      </p:sp>
      <p:sp>
        <p:nvSpPr>
          <p:cNvPr id="52" name="supernet.graph.edge.42">
            <a:extLst xmlns:a="http://schemas.openxmlformats.org/drawingml/2006/main">
              <a:ext uri="{FF2B5EF4-FFF2-40B4-BE49-F238E27FC236}">
                <a16:creationId xmlns:a16="http://schemas.microsoft.com/office/drawing/2014/main" id="{CB795AC6-CF54-45D6-8C9B-B1487846F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1768475"/>
            <a:ext cx="0" cy="460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111111"/>
            </a:solidFill>
            <a:prstDash val="solid"/>
          </a:ln>
        </p:spPr>
      </p:sp>
      <p:sp>
        <p:nvSpPr>
          <p:cNvPr id="53" name="supernet.graph.edge.43">
            <a:extLst xmlns:a="http://schemas.openxmlformats.org/drawingml/2006/main">
              <a:ext uri="{FF2B5EF4-FFF2-40B4-BE49-F238E27FC236}">
                <a16:creationId xmlns:a16="http://schemas.microsoft.com/office/drawing/2014/main" id="{87121C85-DBBA-4ADC-8F41-2F60AB362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1768475"/>
            <a:ext cx="390525" cy="460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111111"/>
            </a:solidFill>
            <a:prstDash val="solid"/>
          </a:ln>
        </p:spPr>
      </p:sp>
      <p:sp>
        <p:nvSpPr>
          <p:cNvPr id="54" name="supernet.graph.edge.44">
            <a:extLst xmlns:a="http://schemas.openxmlformats.org/drawingml/2006/main">
              <a:ext uri="{FF2B5EF4-FFF2-40B4-BE49-F238E27FC236}">
                <a16:creationId xmlns:a16="http://schemas.microsoft.com/office/drawing/2014/main" id="{06B5744D-8671-49F7-9DFA-09BCF2C30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525" y="1768475"/>
            <a:ext cx="1171575" cy="460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111111"/>
            </a:solidFill>
            <a:prstDash val="solid"/>
          </a:ln>
        </p:spPr>
      </p:sp>
      <p:sp>
        <p:nvSpPr>
          <p:cNvPr id="55" name="supernet.graph.edge.45">
            <a:extLst xmlns:a="http://schemas.openxmlformats.org/drawingml/2006/main">
              <a:ext uri="{FF2B5EF4-FFF2-40B4-BE49-F238E27FC236}">
                <a16:creationId xmlns:a16="http://schemas.microsoft.com/office/drawing/2014/main" id="{2CFB005E-F1CC-43A2-9B54-B8B4C533B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1768475"/>
            <a:ext cx="781050" cy="460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111111"/>
            </a:solidFill>
            <a:prstDash val="solid"/>
          </a:ln>
        </p:spPr>
      </p:sp>
      <p:sp>
        <p:nvSpPr>
          <p:cNvPr id="56" name="supernet.graph.edge.46">
            <a:extLst xmlns:a="http://schemas.openxmlformats.org/drawingml/2006/main">
              <a:ext uri="{FF2B5EF4-FFF2-40B4-BE49-F238E27FC236}">
                <a16:creationId xmlns:a16="http://schemas.microsoft.com/office/drawing/2014/main" id="{29182A8D-4406-474F-963F-66A5C499F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1768475"/>
            <a:ext cx="390525" cy="460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111111"/>
            </a:solidFill>
            <a:prstDash val="solid"/>
          </a:ln>
        </p:spPr>
      </p:sp>
      <p:sp>
        <p:nvSpPr>
          <p:cNvPr id="57" name="supernet.graph.edge.47">
            <a:extLst xmlns:a="http://schemas.openxmlformats.org/drawingml/2006/main">
              <a:ext uri="{FF2B5EF4-FFF2-40B4-BE49-F238E27FC236}">
                <a16:creationId xmlns:a16="http://schemas.microsoft.com/office/drawing/2014/main" id="{BCC0250D-2180-4A70-B9A0-C241C20FB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1768475"/>
            <a:ext cx="0" cy="460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111111"/>
            </a:solidFill>
            <a:prstDash val="solid"/>
          </a:ln>
        </p:spPr>
      </p:sp>
      <p:sp>
        <p:nvSpPr>
          <p:cNvPr id="58" name="supernet.graph.node.0.0">
            <a:extLst xmlns:a="http://schemas.openxmlformats.org/drawingml/2006/main">
              <a:ext uri="{FF2B5EF4-FFF2-40B4-BE49-F238E27FC236}">
                <a16:creationId xmlns:a16="http://schemas.microsoft.com/office/drawing/2014/main" id="{F05520BE-E4F8-4A3B-813F-67B817E95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7620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E7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supernet.graph.node.0.1">
            <a:extLst xmlns:a="http://schemas.openxmlformats.org/drawingml/2006/main">
              <a:ext uri="{FF2B5EF4-FFF2-40B4-BE49-F238E27FC236}">
                <a16:creationId xmlns:a16="http://schemas.microsoft.com/office/drawing/2014/main" id="{1267AE45-E92F-400E-AAD3-92EBFD8BD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7620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E7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supernet.graph.node.0.2">
            <a:extLst xmlns:a="http://schemas.openxmlformats.org/drawingml/2006/main">
              <a:ext uri="{FF2B5EF4-FFF2-40B4-BE49-F238E27FC236}">
                <a16:creationId xmlns:a16="http://schemas.microsoft.com/office/drawing/2014/main" id="{CCD3A2B7-A2E4-4A86-AB9F-7FCE770F7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7620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E7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" name="supernet.graph.node.0.3">
            <a:extLst xmlns:a="http://schemas.openxmlformats.org/drawingml/2006/main">
              <a:ext uri="{FF2B5EF4-FFF2-40B4-BE49-F238E27FC236}">
                <a16:creationId xmlns:a16="http://schemas.microsoft.com/office/drawing/2014/main" id="{67332CA7-854A-48EF-ACEF-35EE433E4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7620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4949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supernet.graph.node.1.0">
            <a:extLst xmlns:a="http://schemas.openxmlformats.org/drawingml/2006/main">
              <a:ext uri="{FF2B5EF4-FFF2-40B4-BE49-F238E27FC236}">
                <a16:creationId xmlns:a16="http://schemas.microsoft.com/office/drawing/2014/main" id="{DEFCA067-444C-4A2B-8C92-E48AF7CC9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12223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B43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supernet.graph.node.1.1">
            <a:extLst xmlns:a="http://schemas.openxmlformats.org/drawingml/2006/main">
              <a:ext uri="{FF2B5EF4-FFF2-40B4-BE49-F238E27FC236}">
                <a16:creationId xmlns:a16="http://schemas.microsoft.com/office/drawing/2014/main" id="{9064C90A-940C-4476-A5AA-8C8ABD182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12223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B43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supernet.graph.node.1.2">
            <a:extLst xmlns:a="http://schemas.openxmlformats.org/drawingml/2006/main">
              <a:ext uri="{FF2B5EF4-FFF2-40B4-BE49-F238E27FC236}">
                <a16:creationId xmlns:a16="http://schemas.microsoft.com/office/drawing/2014/main" id="{EC45DAE4-5A26-4A7B-BC7B-43C60A62C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12223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B43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supernet.graph.node.1.3">
            <a:extLst xmlns:a="http://schemas.openxmlformats.org/drawingml/2006/main">
              <a:ext uri="{FF2B5EF4-FFF2-40B4-BE49-F238E27FC236}">
                <a16:creationId xmlns:a16="http://schemas.microsoft.com/office/drawing/2014/main" id="{FBA49D78-5C23-4C6D-AA15-C4E25A2A4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12223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4949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" name="supernet.graph.node.2.0">
            <a:extLst xmlns:a="http://schemas.openxmlformats.org/drawingml/2006/main">
              <a:ext uri="{FF2B5EF4-FFF2-40B4-BE49-F238E27FC236}">
                <a16:creationId xmlns:a16="http://schemas.microsoft.com/office/drawing/2014/main" id="{8C5373ED-39F1-4F5D-8042-38BACF98F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16827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D7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" name="supernet.graph.node.2.1">
            <a:extLst xmlns:a="http://schemas.openxmlformats.org/drawingml/2006/main">
              <a:ext uri="{FF2B5EF4-FFF2-40B4-BE49-F238E27FC236}">
                <a16:creationId xmlns:a16="http://schemas.microsoft.com/office/drawing/2014/main" id="{86205EA5-CA68-4949-821A-CA6076B0E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16827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D7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" name="supernet.graph.node.2.2">
            <a:extLst xmlns:a="http://schemas.openxmlformats.org/drawingml/2006/main">
              <a:ext uri="{FF2B5EF4-FFF2-40B4-BE49-F238E27FC236}">
                <a16:creationId xmlns:a16="http://schemas.microsoft.com/office/drawing/2014/main" id="{4743FCF7-595B-40E7-A947-7944209A3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16827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D7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" name="supernet.graph.node.2.3">
            <a:extLst xmlns:a="http://schemas.openxmlformats.org/drawingml/2006/main">
              <a:ext uri="{FF2B5EF4-FFF2-40B4-BE49-F238E27FC236}">
                <a16:creationId xmlns:a16="http://schemas.microsoft.com/office/drawing/2014/main" id="{0BA25E92-4E4E-429A-9C25-7E8B1AD28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16827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4949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" name="supernet.graph.node.3.0">
            <a:extLst xmlns:a="http://schemas.openxmlformats.org/drawingml/2006/main">
              <a:ext uri="{FF2B5EF4-FFF2-40B4-BE49-F238E27FC236}">
                <a16:creationId xmlns:a16="http://schemas.microsoft.com/office/drawing/2014/main" id="{D4DC4E79-DFE8-42FE-B4DA-56EF62975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214312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735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supernet.graph.node.3.1">
            <a:extLst xmlns:a="http://schemas.openxmlformats.org/drawingml/2006/main">
              <a:ext uri="{FF2B5EF4-FFF2-40B4-BE49-F238E27FC236}">
                <a16:creationId xmlns:a16="http://schemas.microsoft.com/office/drawing/2014/main" id="{2954DAD1-91D8-4014-B4B9-49C181C9D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214312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735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supernet.graph.node.3.2">
            <a:extLst xmlns:a="http://schemas.openxmlformats.org/drawingml/2006/main">
              <a:ext uri="{FF2B5EF4-FFF2-40B4-BE49-F238E27FC236}">
                <a16:creationId xmlns:a16="http://schemas.microsoft.com/office/drawing/2014/main" id="{5156B4A2-5602-45F3-AF00-EC299B8DC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14312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735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" name="supernet.graph.node.3.3">
            <a:extLst xmlns:a="http://schemas.openxmlformats.org/drawingml/2006/main">
              <a:ext uri="{FF2B5EF4-FFF2-40B4-BE49-F238E27FC236}">
                <a16:creationId xmlns:a16="http://schemas.microsoft.com/office/drawing/2014/main" id="{A2D38F89-9AA6-494D-8109-25EEC0506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214312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4949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" name="supernet.caption">
            <a:extLst xmlns:a="http://schemas.openxmlformats.org/drawingml/2006/main">
              <a:ext uri="{FF2B5EF4-FFF2-40B4-BE49-F238E27FC236}">
                <a16:creationId xmlns:a16="http://schemas.microsoft.com/office/drawing/2014/main" id="{5555CAC1-F9C2-4690-8FBA-A11CB81B5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895475" y="2571750"/>
            <a:ext cx="19716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11111"/>
                </a:solidFill>
              </a:defRPr>
            </a:pPr>
            <a:r>
              <a:rPr sz="1500" b="0">
                <a:solidFill>
                  <a:srgbClr val="111111"/>
                </a:solidFill>
              </a:rPr>
              <a:t>Dynamic Cost Sampling</a:t>
            </a:r>
          </a:p>
        </p:txBody>
      </p:sp>
      <p:sp>
        <p:nvSpPr>
          <p:cNvPr id="75" name="resolution.a">
            <a:extLst xmlns:a="http://schemas.openxmlformats.org/drawingml/2006/main">
              <a:ext uri="{FF2B5EF4-FFF2-40B4-BE49-F238E27FC236}">
                <a16:creationId xmlns:a16="http://schemas.microsoft.com/office/drawing/2014/main" id="{98D87349-D00F-42E1-88EF-C176F20F6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9500000">
            <a:off x="3790950" y="552450"/>
            <a:ext cx="10858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11111"/>
                </a:solidFill>
              </a:defRPr>
            </a:pPr>
            <a:r>
              <a:rPr sz="1350" b="0">
                <a:solidFill>
                  <a:srgbClr val="111111"/>
                </a:solidFill>
              </a:rPr>
              <a:t>Resolution A</a:t>
            </a:r>
          </a:p>
        </p:txBody>
      </p:sp>
      <p:sp>
        <p:nvSpPr>
          <p:cNvPr id="76" name="resolution.b">
            <a:extLst xmlns:a="http://schemas.openxmlformats.org/drawingml/2006/main">
              <a:ext uri="{FF2B5EF4-FFF2-40B4-BE49-F238E27FC236}">
                <a16:creationId xmlns:a16="http://schemas.microsoft.com/office/drawing/2014/main" id="{A44E96F2-4422-46C3-A6AD-8B7F9E462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95700" y="1257300"/>
            <a:ext cx="1219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11111"/>
                </a:solidFill>
              </a:defRPr>
            </a:pPr>
            <a:r>
              <a:rPr sz="1350" b="0">
                <a:solidFill>
                  <a:srgbClr val="111111"/>
                </a:solidFill>
              </a:rPr>
              <a:t>Resolution B</a:t>
            </a:r>
          </a:p>
        </p:txBody>
      </p:sp>
      <p:sp>
        <p:nvSpPr>
          <p:cNvPr id="77" name="resolution.c">
            <a:extLst xmlns:a="http://schemas.openxmlformats.org/drawingml/2006/main">
              <a:ext uri="{FF2B5EF4-FFF2-40B4-BE49-F238E27FC236}">
                <a16:creationId xmlns:a16="http://schemas.microsoft.com/office/drawing/2014/main" id="{9B6AF40B-3030-4B69-849F-C82CC34D2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2100000">
            <a:off x="3790950" y="1952625"/>
            <a:ext cx="11620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11111"/>
                </a:solidFill>
              </a:defRPr>
            </a:pPr>
            <a:r>
              <a:rPr sz="1350" b="0">
                <a:solidFill>
                  <a:srgbClr val="111111"/>
                </a:solidFill>
              </a:rPr>
              <a:t>Resolution C</a:t>
            </a:r>
          </a:p>
        </p:txBody>
      </p:sp>
      <p:sp>
        <p:nvSpPr>
          <p:cNvPr id="78" name="resolution.arrow.a">
            <a:extLst xmlns:a="http://schemas.openxmlformats.org/drawingml/2006/main">
              <a:ext uri="{FF2B5EF4-FFF2-40B4-BE49-F238E27FC236}">
                <a16:creationId xmlns:a16="http://schemas.microsoft.com/office/drawing/2014/main" id="{A817A22C-6D6E-4DCB-8941-1F608F664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3325" y="409575"/>
            <a:ext cx="1209675" cy="8191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79" name="resolution.arrow.a.head">
            <a:extLst xmlns:a="http://schemas.openxmlformats.org/drawingml/2006/main">
              <a:ext uri="{FF2B5EF4-FFF2-40B4-BE49-F238E27FC236}">
                <a16:creationId xmlns:a16="http://schemas.microsoft.com/office/drawing/2014/main" id="{588E9957-9F7B-4FF4-8469-F98979108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3300000">
            <a:off x="4886325" y="323850"/>
            <a:ext cx="171450" cy="1714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resolution.arrow.b">
            <a:extLst xmlns:a="http://schemas.openxmlformats.org/drawingml/2006/main">
              <a:ext uri="{FF2B5EF4-FFF2-40B4-BE49-F238E27FC236}">
                <a16:creationId xmlns:a16="http://schemas.microsoft.com/office/drawing/2014/main" id="{32F3EB23-C112-4768-953C-97E6A5F97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3325" y="1504950"/>
            <a:ext cx="12096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81" name="resolution.arrow.b.head">
            <a:extLst xmlns:a="http://schemas.openxmlformats.org/drawingml/2006/main">
              <a:ext uri="{FF2B5EF4-FFF2-40B4-BE49-F238E27FC236}">
                <a16:creationId xmlns:a16="http://schemas.microsoft.com/office/drawing/2014/main" id="{799E1842-90F4-43A1-A673-37718A3D1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4886325" y="1419225"/>
            <a:ext cx="171450" cy="1714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" name="resolution.arrow.c">
            <a:extLst xmlns:a="http://schemas.openxmlformats.org/drawingml/2006/main">
              <a:ext uri="{FF2B5EF4-FFF2-40B4-BE49-F238E27FC236}">
                <a16:creationId xmlns:a16="http://schemas.microsoft.com/office/drawing/2014/main" id="{F34EDBD1-FB47-4D74-B940-4F8FF133F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3325" y="1743075"/>
            <a:ext cx="1209675" cy="8667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11111"/>
            </a:solidFill>
            <a:prstDash val="solid"/>
          </a:ln>
        </p:spPr>
      </p:sp>
      <p:sp>
        <p:nvSpPr>
          <p:cNvPr id="83" name="resolution.arrow.c.head">
            <a:extLst xmlns:a="http://schemas.openxmlformats.org/drawingml/2006/main">
              <a:ext uri="{FF2B5EF4-FFF2-40B4-BE49-F238E27FC236}">
                <a16:creationId xmlns:a16="http://schemas.microsoft.com/office/drawing/2014/main" id="{6C858821-CB07-45C6-97F1-BA4226947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7500000">
            <a:off x="4886325" y="2524125"/>
            <a:ext cx="171450" cy="1714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subnet.vertical">
            <a:extLst xmlns:a="http://schemas.openxmlformats.org/drawingml/2006/main">
              <a:ext uri="{FF2B5EF4-FFF2-40B4-BE49-F238E27FC236}">
                <a16:creationId xmlns:a16="http://schemas.microsoft.com/office/drawing/2014/main" id="{6842899B-83ED-4890-9E42-806B989CA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6200000">
            <a:off x="4095750" y="1704975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11111"/>
                </a:solidFill>
              </a:defRPr>
            </a:pPr>
            <a:r>
              <a:rPr sz="1125" b="0">
                <a:solidFill>
                  <a:srgbClr val="111111"/>
                </a:solidFill>
              </a:rPr>
              <a:t>Subnet with different model size</a:t>
            </a:r>
          </a:p>
        </p:txBody>
      </p:sp>
      <p:sp>
        <p:nvSpPr>
          <p:cNvPr id="85" name="subnet.a.1.edge.0">
            <a:extLst xmlns:a="http://schemas.openxmlformats.org/drawingml/2006/main">
              <a:ext uri="{FF2B5EF4-FFF2-40B4-BE49-F238E27FC236}">
                <a16:creationId xmlns:a16="http://schemas.microsoft.com/office/drawing/2014/main" id="{361525DB-6FE6-4CF8-A209-48109CC5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04775"/>
            <a:ext cx="0" cy="333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86" name="subnet.a.1.edge.1">
            <a:extLst xmlns:a="http://schemas.openxmlformats.org/drawingml/2006/main">
              <a:ext uri="{FF2B5EF4-FFF2-40B4-BE49-F238E27FC236}">
                <a16:creationId xmlns:a16="http://schemas.microsoft.com/office/drawing/2014/main" id="{E94CE260-5C97-462D-BD8D-E284BE6D1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04775"/>
            <a:ext cx="276225" cy="333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87" name="subnet.a.1.edge.2">
            <a:extLst xmlns:a="http://schemas.openxmlformats.org/drawingml/2006/main">
              <a:ext uri="{FF2B5EF4-FFF2-40B4-BE49-F238E27FC236}">
                <a16:creationId xmlns:a16="http://schemas.microsoft.com/office/drawing/2014/main" id="{B3F28609-11E6-4104-99E4-DEC026C33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04775"/>
            <a:ext cx="552450" cy="333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88" name="subnet.a.1.edge.3">
            <a:extLst xmlns:a="http://schemas.openxmlformats.org/drawingml/2006/main">
              <a:ext uri="{FF2B5EF4-FFF2-40B4-BE49-F238E27FC236}">
                <a16:creationId xmlns:a16="http://schemas.microsoft.com/office/drawing/2014/main" id="{34012B95-D535-41F7-B046-4115B9C66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04775"/>
            <a:ext cx="276225" cy="333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89" name="subnet.a.1.edge.4">
            <a:extLst xmlns:a="http://schemas.openxmlformats.org/drawingml/2006/main">
              <a:ext uri="{FF2B5EF4-FFF2-40B4-BE49-F238E27FC236}">
                <a16:creationId xmlns:a16="http://schemas.microsoft.com/office/drawing/2014/main" id="{4E9C1960-F790-4DB0-8B61-7C89E9E14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475" y="104775"/>
            <a:ext cx="0" cy="333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90" name="subnet.a.1.edge.5">
            <a:extLst xmlns:a="http://schemas.openxmlformats.org/drawingml/2006/main">
              <a:ext uri="{FF2B5EF4-FFF2-40B4-BE49-F238E27FC236}">
                <a16:creationId xmlns:a16="http://schemas.microsoft.com/office/drawing/2014/main" id="{3FDFD995-16A0-48AD-BFCC-349B996EC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475" y="104775"/>
            <a:ext cx="276225" cy="333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91" name="subnet.a.1.edge.6">
            <a:extLst xmlns:a="http://schemas.openxmlformats.org/drawingml/2006/main">
              <a:ext uri="{FF2B5EF4-FFF2-40B4-BE49-F238E27FC236}">
                <a16:creationId xmlns:a16="http://schemas.microsoft.com/office/drawing/2014/main" id="{C4601197-8EC4-4E94-9A5E-CE7757BE1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04775"/>
            <a:ext cx="552450" cy="333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92" name="subnet.a.1.edge.7">
            <a:extLst xmlns:a="http://schemas.openxmlformats.org/drawingml/2006/main">
              <a:ext uri="{FF2B5EF4-FFF2-40B4-BE49-F238E27FC236}">
                <a16:creationId xmlns:a16="http://schemas.microsoft.com/office/drawing/2014/main" id="{190D7ED0-3FEC-40CC-8E7F-18F2AC544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475" y="104775"/>
            <a:ext cx="276225" cy="333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93" name="subnet.a.1.edge.8">
            <a:extLst xmlns:a="http://schemas.openxmlformats.org/drawingml/2006/main">
              <a:ext uri="{FF2B5EF4-FFF2-40B4-BE49-F238E27FC236}">
                <a16:creationId xmlns:a16="http://schemas.microsoft.com/office/drawing/2014/main" id="{FD957F7B-0E41-45BC-839E-2833F6A32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04775"/>
            <a:ext cx="0" cy="333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94" name="subnet.a.1.edge.9">
            <a:extLst xmlns:a="http://schemas.openxmlformats.org/drawingml/2006/main">
              <a:ext uri="{FF2B5EF4-FFF2-40B4-BE49-F238E27FC236}">
                <a16:creationId xmlns:a16="http://schemas.microsoft.com/office/drawing/2014/main" id="{5EEB221D-5D0E-4DA3-86FD-1EAE8A770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04775"/>
            <a:ext cx="828675" cy="333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95" name="subnet.a.1.edge.10">
            <a:extLst xmlns:a="http://schemas.openxmlformats.org/drawingml/2006/main">
              <a:ext uri="{FF2B5EF4-FFF2-40B4-BE49-F238E27FC236}">
                <a16:creationId xmlns:a16="http://schemas.microsoft.com/office/drawing/2014/main" id="{4DD28BC8-57BC-4235-B72C-4E8BE8663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475" y="104775"/>
            <a:ext cx="552450" cy="333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96" name="subnet.a.1.edge.11">
            <a:extLst xmlns:a="http://schemas.openxmlformats.org/drawingml/2006/main">
              <a:ext uri="{FF2B5EF4-FFF2-40B4-BE49-F238E27FC236}">
                <a16:creationId xmlns:a16="http://schemas.microsoft.com/office/drawing/2014/main" id="{BE025A41-A28D-4AF2-87BF-42E5DF562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04775"/>
            <a:ext cx="276225" cy="333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97" name="subnet.a.1.edge.12">
            <a:extLst xmlns:a="http://schemas.openxmlformats.org/drawingml/2006/main">
              <a:ext uri="{FF2B5EF4-FFF2-40B4-BE49-F238E27FC236}">
                <a16:creationId xmlns:a16="http://schemas.microsoft.com/office/drawing/2014/main" id="{EE581D0C-1242-493B-9324-6DDC6DAC9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38150"/>
            <a:ext cx="0" cy="333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98" name="subnet.a.1.edge.13">
            <a:extLst xmlns:a="http://schemas.openxmlformats.org/drawingml/2006/main">
              <a:ext uri="{FF2B5EF4-FFF2-40B4-BE49-F238E27FC236}">
                <a16:creationId xmlns:a16="http://schemas.microsoft.com/office/drawing/2014/main" id="{36CD03D1-A748-435E-BF04-E8A764542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38150"/>
            <a:ext cx="276225" cy="333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99" name="subnet.a.1.edge.14">
            <a:extLst xmlns:a="http://schemas.openxmlformats.org/drawingml/2006/main">
              <a:ext uri="{FF2B5EF4-FFF2-40B4-BE49-F238E27FC236}">
                <a16:creationId xmlns:a16="http://schemas.microsoft.com/office/drawing/2014/main" id="{D368540F-1E1E-42E4-90D3-7718F2159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38150"/>
            <a:ext cx="552450" cy="333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100" name="subnet.a.1.edge.15">
            <a:extLst xmlns:a="http://schemas.openxmlformats.org/drawingml/2006/main">
              <a:ext uri="{FF2B5EF4-FFF2-40B4-BE49-F238E27FC236}">
                <a16:creationId xmlns:a16="http://schemas.microsoft.com/office/drawing/2014/main" id="{137E6904-C3C4-45C2-B38D-C132B5588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38150"/>
            <a:ext cx="828675" cy="333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101" name="subnet.a.1.edge.16">
            <a:extLst xmlns:a="http://schemas.openxmlformats.org/drawingml/2006/main">
              <a:ext uri="{FF2B5EF4-FFF2-40B4-BE49-F238E27FC236}">
                <a16:creationId xmlns:a16="http://schemas.microsoft.com/office/drawing/2014/main" id="{57B1FD50-703B-452E-97E6-086C8DD49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38150"/>
            <a:ext cx="276225" cy="333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102" name="subnet.a.1.edge.17">
            <a:extLst xmlns:a="http://schemas.openxmlformats.org/drawingml/2006/main">
              <a:ext uri="{FF2B5EF4-FFF2-40B4-BE49-F238E27FC236}">
                <a16:creationId xmlns:a16="http://schemas.microsoft.com/office/drawing/2014/main" id="{4D552002-35B9-4ABB-AD39-DA7B6C8F2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475" y="438150"/>
            <a:ext cx="0" cy="333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103" name="subnet.a.1.edge.18">
            <a:extLst xmlns:a="http://schemas.openxmlformats.org/drawingml/2006/main">
              <a:ext uri="{FF2B5EF4-FFF2-40B4-BE49-F238E27FC236}">
                <a16:creationId xmlns:a16="http://schemas.microsoft.com/office/drawing/2014/main" id="{8E952156-7254-46C8-9532-5D6D2391E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475" y="438150"/>
            <a:ext cx="276225" cy="333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104" name="subnet.a.1.edge.19">
            <a:extLst xmlns:a="http://schemas.openxmlformats.org/drawingml/2006/main">
              <a:ext uri="{FF2B5EF4-FFF2-40B4-BE49-F238E27FC236}">
                <a16:creationId xmlns:a16="http://schemas.microsoft.com/office/drawing/2014/main" id="{ED961BD9-10A7-437C-8F15-E690B6AB8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475" y="438150"/>
            <a:ext cx="552450" cy="333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105" name="subnet.a.1.edge.20">
            <a:extLst xmlns:a="http://schemas.openxmlformats.org/drawingml/2006/main">
              <a:ext uri="{FF2B5EF4-FFF2-40B4-BE49-F238E27FC236}">
                <a16:creationId xmlns:a16="http://schemas.microsoft.com/office/drawing/2014/main" id="{2B60A5A4-F794-43C6-BD4D-217658E23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38150"/>
            <a:ext cx="552450" cy="333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106" name="subnet.a.1.edge.21">
            <a:extLst xmlns:a="http://schemas.openxmlformats.org/drawingml/2006/main">
              <a:ext uri="{FF2B5EF4-FFF2-40B4-BE49-F238E27FC236}">
                <a16:creationId xmlns:a16="http://schemas.microsoft.com/office/drawing/2014/main" id="{F90D1957-C15E-495D-9625-68B454E92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475" y="438150"/>
            <a:ext cx="276225" cy="333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107" name="subnet.a.1.edge.22">
            <a:extLst xmlns:a="http://schemas.openxmlformats.org/drawingml/2006/main">
              <a:ext uri="{FF2B5EF4-FFF2-40B4-BE49-F238E27FC236}">
                <a16:creationId xmlns:a16="http://schemas.microsoft.com/office/drawing/2014/main" id="{E0D9E4CB-3261-4C1A-8657-51659D015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38150"/>
            <a:ext cx="0" cy="333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108" name="subnet.a.1.edge.23">
            <a:extLst xmlns:a="http://schemas.openxmlformats.org/drawingml/2006/main">
              <a:ext uri="{FF2B5EF4-FFF2-40B4-BE49-F238E27FC236}">
                <a16:creationId xmlns:a16="http://schemas.microsoft.com/office/drawing/2014/main" id="{93618C7B-A745-4DA6-9420-72ACA06FF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38150"/>
            <a:ext cx="276225" cy="333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109" name="subnet.a.1.node.0.0">
            <a:extLst xmlns:a="http://schemas.openxmlformats.org/drawingml/2006/main">
              <a:ext uri="{FF2B5EF4-FFF2-40B4-BE49-F238E27FC236}">
                <a16:creationId xmlns:a16="http://schemas.microsoft.com/office/drawing/2014/main" id="{B028DCB2-5512-4725-BD65-33BE99FD1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7338" y="42863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E7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" name="subnet.a.1.node.0.1">
            <a:extLst xmlns:a="http://schemas.openxmlformats.org/drawingml/2006/main">
              <a:ext uri="{FF2B5EF4-FFF2-40B4-BE49-F238E27FC236}">
                <a16:creationId xmlns:a16="http://schemas.microsoft.com/office/drawing/2014/main" id="{667BCA86-E8A9-4A08-9A9E-0A617108E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43563" y="42863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E7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1" name="subnet.a.1.node.0.2">
            <a:extLst xmlns:a="http://schemas.openxmlformats.org/drawingml/2006/main">
              <a:ext uri="{FF2B5EF4-FFF2-40B4-BE49-F238E27FC236}">
                <a16:creationId xmlns:a16="http://schemas.microsoft.com/office/drawing/2014/main" id="{FC6C4E29-2478-4113-A74A-D140733C1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9788" y="42863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E7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2" name="subnet.a.1.node.0.3">
            <a:extLst xmlns:a="http://schemas.openxmlformats.org/drawingml/2006/main">
              <a:ext uri="{FF2B5EF4-FFF2-40B4-BE49-F238E27FC236}">
                <a16:creationId xmlns:a16="http://schemas.microsoft.com/office/drawing/2014/main" id="{00FA7AB7-BE14-49A9-9713-E87C388A2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6013" y="42863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E7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3" name="subnet.a.1.node.1.0">
            <a:extLst xmlns:a="http://schemas.openxmlformats.org/drawingml/2006/main">
              <a:ext uri="{FF2B5EF4-FFF2-40B4-BE49-F238E27FC236}">
                <a16:creationId xmlns:a16="http://schemas.microsoft.com/office/drawing/2014/main" id="{A8273A95-5E0E-455B-9F12-BD05B85F4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7338" y="376238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B43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4" name="subnet.a.1.node.1.1">
            <a:extLst xmlns:a="http://schemas.openxmlformats.org/drawingml/2006/main">
              <a:ext uri="{FF2B5EF4-FFF2-40B4-BE49-F238E27FC236}">
                <a16:creationId xmlns:a16="http://schemas.microsoft.com/office/drawing/2014/main" id="{0E932F9F-390B-4684-BBA4-42D9F97B3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43563" y="376238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B43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5" name="subnet.a.1.node.1.2">
            <a:extLst xmlns:a="http://schemas.openxmlformats.org/drawingml/2006/main">
              <a:ext uri="{FF2B5EF4-FFF2-40B4-BE49-F238E27FC236}">
                <a16:creationId xmlns:a16="http://schemas.microsoft.com/office/drawing/2014/main" id="{369D690E-DD6A-41E2-93FB-26EDA1604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9788" y="376238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B43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6" name="subnet.a.1.node.2.0">
            <a:extLst xmlns:a="http://schemas.openxmlformats.org/drawingml/2006/main">
              <a:ext uri="{FF2B5EF4-FFF2-40B4-BE49-F238E27FC236}">
                <a16:creationId xmlns:a16="http://schemas.microsoft.com/office/drawing/2014/main" id="{6AD1B9F7-8BD8-4151-B7CB-3AF5698B3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7338" y="709613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D7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" name="subnet.a.1.node.2.1">
            <a:extLst xmlns:a="http://schemas.openxmlformats.org/drawingml/2006/main">
              <a:ext uri="{FF2B5EF4-FFF2-40B4-BE49-F238E27FC236}">
                <a16:creationId xmlns:a16="http://schemas.microsoft.com/office/drawing/2014/main" id="{E7A239A1-1109-4685-86D0-3DDA49F82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43563" y="709613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D7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" name="subnet.a.1.node.2.2">
            <a:extLst xmlns:a="http://schemas.openxmlformats.org/drawingml/2006/main">
              <a:ext uri="{FF2B5EF4-FFF2-40B4-BE49-F238E27FC236}">
                <a16:creationId xmlns:a16="http://schemas.microsoft.com/office/drawing/2014/main" id="{360997E3-7D23-421E-AE30-A12E9E8FA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9788" y="709613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D7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" name="subnet.a.1.node.2.3">
            <a:extLst xmlns:a="http://schemas.openxmlformats.org/drawingml/2006/main">
              <a:ext uri="{FF2B5EF4-FFF2-40B4-BE49-F238E27FC236}">
                <a16:creationId xmlns:a16="http://schemas.microsoft.com/office/drawing/2014/main" id="{DFE2768C-05F6-4E5C-8D19-E73D9CF6A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6013" y="709613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D7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" name="subnet.a.2.edge.0">
            <a:extLst xmlns:a="http://schemas.openxmlformats.org/drawingml/2006/main">
              <a:ext uri="{FF2B5EF4-FFF2-40B4-BE49-F238E27FC236}">
                <a16:creationId xmlns:a16="http://schemas.microsoft.com/office/drawing/2014/main" id="{42E42C0C-1A5D-4F83-9C16-A91C1CC1C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104775"/>
            <a:ext cx="0" cy="333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121" name="subnet.a.2.edge.1">
            <a:extLst xmlns:a="http://schemas.openxmlformats.org/drawingml/2006/main">
              <a:ext uri="{FF2B5EF4-FFF2-40B4-BE49-F238E27FC236}">
                <a16:creationId xmlns:a16="http://schemas.microsoft.com/office/drawing/2014/main" id="{4DEEC31F-DD58-492B-987E-D9BCA21B3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104775"/>
            <a:ext cx="276225" cy="333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122" name="subnet.a.2.edge.2">
            <a:extLst xmlns:a="http://schemas.openxmlformats.org/drawingml/2006/main">
              <a:ext uri="{FF2B5EF4-FFF2-40B4-BE49-F238E27FC236}">
                <a16:creationId xmlns:a16="http://schemas.microsoft.com/office/drawing/2014/main" id="{15B5B842-A96E-4973-BE70-74E2C5DF1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104775"/>
            <a:ext cx="552450" cy="333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123" name="subnet.a.2.edge.3">
            <a:extLst xmlns:a="http://schemas.openxmlformats.org/drawingml/2006/main">
              <a:ext uri="{FF2B5EF4-FFF2-40B4-BE49-F238E27FC236}">
                <a16:creationId xmlns:a16="http://schemas.microsoft.com/office/drawing/2014/main" id="{20DCE700-05D8-487B-96C7-08AC9FBDE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104775"/>
            <a:ext cx="828675" cy="333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124" name="subnet.a.2.edge.4">
            <a:extLst xmlns:a="http://schemas.openxmlformats.org/drawingml/2006/main">
              <a:ext uri="{FF2B5EF4-FFF2-40B4-BE49-F238E27FC236}">
                <a16:creationId xmlns:a16="http://schemas.microsoft.com/office/drawing/2014/main" id="{3036B68C-6A2D-4D07-A78D-4549CD3AA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104775"/>
            <a:ext cx="276225" cy="333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125" name="subnet.a.2.edge.5">
            <a:extLst xmlns:a="http://schemas.openxmlformats.org/drawingml/2006/main">
              <a:ext uri="{FF2B5EF4-FFF2-40B4-BE49-F238E27FC236}">
                <a16:creationId xmlns:a16="http://schemas.microsoft.com/office/drawing/2014/main" id="{4394FAF4-CC36-42F9-BBE6-8044BB670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04775"/>
            <a:ext cx="0" cy="333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126" name="subnet.a.2.edge.6">
            <a:extLst xmlns:a="http://schemas.openxmlformats.org/drawingml/2006/main">
              <a:ext uri="{FF2B5EF4-FFF2-40B4-BE49-F238E27FC236}">
                <a16:creationId xmlns:a16="http://schemas.microsoft.com/office/drawing/2014/main" id="{FCC9CD91-25B6-4D17-9736-4B39C5349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04775"/>
            <a:ext cx="276225" cy="333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127" name="subnet.a.2.edge.7">
            <a:extLst xmlns:a="http://schemas.openxmlformats.org/drawingml/2006/main">
              <a:ext uri="{FF2B5EF4-FFF2-40B4-BE49-F238E27FC236}">
                <a16:creationId xmlns:a16="http://schemas.microsoft.com/office/drawing/2014/main" id="{2BB2F2B4-55C3-40B8-98FE-46BAB945B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04775"/>
            <a:ext cx="552450" cy="333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128" name="subnet.a.2.edge.8">
            <a:extLst xmlns:a="http://schemas.openxmlformats.org/drawingml/2006/main">
              <a:ext uri="{FF2B5EF4-FFF2-40B4-BE49-F238E27FC236}">
                <a16:creationId xmlns:a16="http://schemas.microsoft.com/office/drawing/2014/main" id="{4500324E-0C60-41D2-8CB1-518B0EC57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104775"/>
            <a:ext cx="552450" cy="333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129" name="subnet.a.2.edge.9">
            <a:extLst xmlns:a="http://schemas.openxmlformats.org/drawingml/2006/main">
              <a:ext uri="{FF2B5EF4-FFF2-40B4-BE49-F238E27FC236}">
                <a16:creationId xmlns:a16="http://schemas.microsoft.com/office/drawing/2014/main" id="{680F5CC3-B56A-4F74-BD11-AD1D2BB8A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04775"/>
            <a:ext cx="276225" cy="333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130" name="subnet.a.2.edge.10">
            <a:extLst xmlns:a="http://schemas.openxmlformats.org/drawingml/2006/main">
              <a:ext uri="{FF2B5EF4-FFF2-40B4-BE49-F238E27FC236}">
                <a16:creationId xmlns:a16="http://schemas.microsoft.com/office/drawing/2014/main" id="{E8AA30B2-6258-4DC7-A312-9518300A3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3775" y="104775"/>
            <a:ext cx="0" cy="333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131" name="subnet.a.2.edge.11">
            <a:extLst xmlns:a="http://schemas.openxmlformats.org/drawingml/2006/main">
              <a:ext uri="{FF2B5EF4-FFF2-40B4-BE49-F238E27FC236}">
                <a16:creationId xmlns:a16="http://schemas.microsoft.com/office/drawing/2014/main" id="{2E45E3C0-E95C-4C1E-803A-BD9DDFB2B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3775" y="104775"/>
            <a:ext cx="276225" cy="333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132" name="subnet.a.2.edge.12">
            <a:extLst xmlns:a="http://schemas.openxmlformats.org/drawingml/2006/main">
              <a:ext uri="{FF2B5EF4-FFF2-40B4-BE49-F238E27FC236}">
                <a16:creationId xmlns:a16="http://schemas.microsoft.com/office/drawing/2014/main" id="{0AED3A83-90FD-40A7-AAFA-8E3BCE30E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438150"/>
            <a:ext cx="0" cy="333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133" name="subnet.a.2.edge.13">
            <a:extLst xmlns:a="http://schemas.openxmlformats.org/drawingml/2006/main">
              <a:ext uri="{FF2B5EF4-FFF2-40B4-BE49-F238E27FC236}">
                <a16:creationId xmlns:a16="http://schemas.microsoft.com/office/drawing/2014/main" id="{7306C052-E2D3-4FA3-9FBA-66723D841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438150"/>
            <a:ext cx="276225" cy="333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134" name="subnet.a.2.edge.14">
            <a:extLst xmlns:a="http://schemas.openxmlformats.org/drawingml/2006/main">
              <a:ext uri="{FF2B5EF4-FFF2-40B4-BE49-F238E27FC236}">
                <a16:creationId xmlns:a16="http://schemas.microsoft.com/office/drawing/2014/main" id="{0CCBADBD-D524-47F9-8AE2-0DADEC9C2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438150"/>
            <a:ext cx="552450" cy="333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135" name="subnet.a.2.edge.15">
            <a:extLst xmlns:a="http://schemas.openxmlformats.org/drawingml/2006/main">
              <a:ext uri="{FF2B5EF4-FFF2-40B4-BE49-F238E27FC236}">
                <a16:creationId xmlns:a16="http://schemas.microsoft.com/office/drawing/2014/main" id="{5F269CD7-1F19-4B81-901C-326EAEDB7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438150"/>
            <a:ext cx="276225" cy="333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136" name="subnet.a.2.edge.16">
            <a:extLst xmlns:a="http://schemas.openxmlformats.org/drawingml/2006/main">
              <a:ext uri="{FF2B5EF4-FFF2-40B4-BE49-F238E27FC236}">
                <a16:creationId xmlns:a16="http://schemas.microsoft.com/office/drawing/2014/main" id="{B631AB34-52F4-4260-AF34-36200A515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38150"/>
            <a:ext cx="0" cy="333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137" name="subnet.a.2.edge.17">
            <a:extLst xmlns:a="http://schemas.openxmlformats.org/drawingml/2006/main">
              <a:ext uri="{FF2B5EF4-FFF2-40B4-BE49-F238E27FC236}">
                <a16:creationId xmlns:a16="http://schemas.microsoft.com/office/drawing/2014/main" id="{0E620A13-08BB-415E-B4F2-1E09F7F4D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38150"/>
            <a:ext cx="276225" cy="333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138" name="subnet.a.2.edge.18">
            <a:extLst xmlns:a="http://schemas.openxmlformats.org/drawingml/2006/main">
              <a:ext uri="{FF2B5EF4-FFF2-40B4-BE49-F238E27FC236}">
                <a16:creationId xmlns:a16="http://schemas.microsoft.com/office/drawing/2014/main" id="{64A88281-2595-4080-A7E3-03A20F2D0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438150"/>
            <a:ext cx="552450" cy="333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139" name="subnet.a.2.edge.19">
            <a:extLst xmlns:a="http://schemas.openxmlformats.org/drawingml/2006/main">
              <a:ext uri="{FF2B5EF4-FFF2-40B4-BE49-F238E27FC236}">
                <a16:creationId xmlns:a16="http://schemas.microsoft.com/office/drawing/2014/main" id="{E01458F3-0072-405F-9B90-D7223E281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38150"/>
            <a:ext cx="276225" cy="333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140" name="subnet.a.2.edge.20">
            <a:extLst xmlns:a="http://schemas.openxmlformats.org/drawingml/2006/main">
              <a:ext uri="{FF2B5EF4-FFF2-40B4-BE49-F238E27FC236}">
                <a16:creationId xmlns:a16="http://schemas.microsoft.com/office/drawing/2014/main" id="{90757AED-9794-4B2E-8E9E-CF4D8FE33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3775" y="438150"/>
            <a:ext cx="0" cy="333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141" name="subnet.a.2.edge.21">
            <a:extLst xmlns:a="http://schemas.openxmlformats.org/drawingml/2006/main">
              <a:ext uri="{FF2B5EF4-FFF2-40B4-BE49-F238E27FC236}">
                <a16:creationId xmlns:a16="http://schemas.microsoft.com/office/drawing/2014/main" id="{3930577A-B09B-47F4-A051-C6D02E81C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438150"/>
            <a:ext cx="828675" cy="333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142" name="subnet.a.2.edge.22">
            <a:extLst xmlns:a="http://schemas.openxmlformats.org/drawingml/2006/main">
              <a:ext uri="{FF2B5EF4-FFF2-40B4-BE49-F238E27FC236}">
                <a16:creationId xmlns:a16="http://schemas.microsoft.com/office/drawing/2014/main" id="{340D6489-4A73-4767-BBD2-069BE19A0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38150"/>
            <a:ext cx="552450" cy="333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143" name="subnet.a.2.edge.23">
            <a:extLst xmlns:a="http://schemas.openxmlformats.org/drawingml/2006/main">
              <a:ext uri="{FF2B5EF4-FFF2-40B4-BE49-F238E27FC236}">
                <a16:creationId xmlns:a16="http://schemas.microsoft.com/office/drawing/2014/main" id="{5D49D234-AEB7-4100-A368-1B5FE774F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3775" y="438150"/>
            <a:ext cx="276225" cy="333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144" name="subnet.a.2.node.0.0">
            <a:extLst xmlns:a="http://schemas.openxmlformats.org/drawingml/2006/main">
              <a:ext uri="{FF2B5EF4-FFF2-40B4-BE49-F238E27FC236}">
                <a16:creationId xmlns:a16="http://schemas.microsoft.com/office/drawing/2014/main" id="{767E0B32-1ECE-48DC-A9D4-B36CA4D24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9413" y="42863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E7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5" name="subnet.a.2.node.0.1">
            <a:extLst xmlns:a="http://schemas.openxmlformats.org/drawingml/2006/main">
              <a:ext uri="{FF2B5EF4-FFF2-40B4-BE49-F238E27FC236}">
                <a16:creationId xmlns:a16="http://schemas.microsoft.com/office/drawing/2014/main" id="{8CDCB510-5C9B-4276-8191-E56C7D99B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5638" y="42863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E7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6" name="subnet.a.2.node.0.2">
            <a:extLst xmlns:a="http://schemas.openxmlformats.org/drawingml/2006/main">
              <a:ext uri="{FF2B5EF4-FFF2-40B4-BE49-F238E27FC236}">
                <a16:creationId xmlns:a16="http://schemas.microsoft.com/office/drawing/2014/main" id="{0C67931C-8FE2-4BA3-A540-BDD13A327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1863" y="42863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E7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7" name="subnet.a.2.node.1.0">
            <a:extLst xmlns:a="http://schemas.openxmlformats.org/drawingml/2006/main">
              <a:ext uri="{FF2B5EF4-FFF2-40B4-BE49-F238E27FC236}">
                <a16:creationId xmlns:a16="http://schemas.microsoft.com/office/drawing/2014/main" id="{8541B440-11C8-4013-A08A-485A8DBFC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9413" y="376238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B43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8" name="subnet.a.2.node.1.1">
            <a:extLst xmlns:a="http://schemas.openxmlformats.org/drawingml/2006/main">
              <a:ext uri="{FF2B5EF4-FFF2-40B4-BE49-F238E27FC236}">
                <a16:creationId xmlns:a16="http://schemas.microsoft.com/office/drawing/2014/main" id="{53BBF8DD-2805-4B49-9441-AE37F2193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5638" y="376238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B43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9" name="subnet.a.2.node.1.2">
            <a:extLst xmlns:a="http://schemas.openxmlformats.org/drawingml/2006/main">
              <a:ext uri="{FF2B5EF4-FFF2-40B4-BE49-F238E27FC236}">
                <a16:creationId xmlns:a16="http://schemas.microsoft.com/office/drawing/2014/main" id="{80E05C9E-F6E5-4A7A-AE2B-E9A86A33D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1863" y="376238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B43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" name="subnet.a.2.node.1.3">
            <a:extLst xmlns:a="http://schemas.openxmlformats.org/drawingml/2006/main">
              <a:ext uri="{FF2B5EF4-FFF2-40B4-BE49-F238E27FC236}">
                <a16:creationId xmlns:a16="http://schemas.microsoft.com/office/drawing/2014/main" id="{83406D93-5A20-4214-AB36-FD11665DF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8088" y="376238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B43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1" name="subnet.a.2.node.2.0">
            <a:extLst xmlns:a="http://schemas.openxmlformats.org/drawingml/2006/main">
              <a:ext uri="{FF2B5EF4-FFF2-40B4-BE49-F238E27FC236}">
                <a16:creationId xmlns:a16="http://schemas.microsoft.com/office/drawing/2014/main" id="{787BBD6E-EFCA-4A9A-B00A-76B0DE437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9413" y="709613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D7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2" name="subnet.a.2.node.2.1">
            <a:extLst xmlns:a="http://schemas.openxmlformats.org/drawingml/2006/main">
              <a:ext uri="{FF2B5EF4-FFF2-40B4-BE49-F238E27FC236}">
                <a16:creationId xmlns:a16="http://schemas.microsoft.com/office/drawing/2014/main" id="{6C4ACA28-E268-4784-B68A-1B12A2939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5638" y="709613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D7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3" name="subnet.a.2.node.2.2">
            <a:extLst xmlns:a="http://schemas.openxmlformats.org/drawingml/2006/main">
              <a:ext uri="{FF2B5EF4-FFF2-40B4-BE49-F238E27FC236}">
                <a16:creationId xmlns:a16="http://schemas.microsoft.com/office/drawing/2014/main" id="{B8C23D91-A003-46C9-AF8A-2782A0AD7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1863" y="709613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D7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4" name="subnet.a.3.edge.0">
            <a:extLst xmlns:a="http://schemas.openxmlformats.org/drawingml/2006/main">
              <a:ext uri="{FF2B5EF4-FFF2-40B4-BE49-F238E27FC236}">
                <a16:creationId xmlns:a16="http://schemas.microsoft.com/office/drawing/2014/main" id="{A073C0B2-2959-47E5-9668-9E09C6CBA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104775"/>
            <a:ext cx="0" cy="333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155" name="subnet.a.3.edge.1">
            <a:extLst xmlns:a="http://schemas.openxmlformats.org/drawingml/2006/main">
              <a:ext uri="{FF2B5EF4-FFF2-40B4-BE49-F238E27FC236}">
                <a16:creationId xmlns:a16="http://schemas.microsoft.com/office/drawing/2014/main" id="{9890E5AE-21B3-465D-9E33-26135A776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104775"/>
            <a:ext cx="276225" cy="333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156" name="subnet.a.3.edge.2">
            <a:extLst xmlns:a="http://schemas.openxmlformats.org/drawingml/2006/main">
              <a:ext uri="{FF2B5EF4-FFF2-40B4-BE49-F238E27FC236}">
                <a16:creationId xmlns:a16="http://schemas.microsoft.com/office/drawing/2014/main" id="{23580259-F44E-455D-91B9-D559DE6BD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104775"/>
            <a:ext cx="552450" cy="333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157" name="subnet.a.3.edge.3">
            <a:extLst xmlns:a="http://schemas.openxmlformats.org/drawingml/2006/main">
              <a:ext uri="{FF2B5EF4-FFF2-40B4-BE49-F238E27FC236}">
                <a16:creationId xmlns:a16="http://schemas.microsoft.com/office/drawing/2014/main" id="{0BCCA5A3-6FEF-41E7-847E-2A808B9B0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104775"/>
            <a:ext cx="276225" cy="333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158" name="subnet.a.3.edge.4">
            <a:extLst xmlns:a="http://schemas.openxmlformats.org/drawingml/2006/main">
              <a:ext uri="{FF2B5EF4-FFF2-40B4-BE49-F238E27FC236}">
                <a16:creationId xmlns:a16="http://schemas.microsoft.com/office/drawing/2014/main" id="{745BBD9C-B72B-4050-8168-CDB9A9599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104775"/>
            <a:ext cx="0" cy="333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159" name="subnet.a.3.edge.5">
            <a:extLst xmlns:a="http://schemas.openxmlformats.org/drawingml/2006/main">
              <a:ext uri="{FF2B5EF4-FFF2-40B4-BE49-F238E27FC236}">
                <a16:creationId xmlns:a16="http://schemas.microsoft.com/office/drawing/2014/main" id="{460FA2EF-2AD4-4ED6-AE51-D36EB5D3C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104775"/>
            <a:ext cx="276225" cy="333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160" name="subnet.a.3.edge.6">
            <a:extLst xmlns:a="http://schemas.openxmlformats.org/drawingml/2006/main">
              <a:ext uri="{FF2B5EF4-FFF2-40B4-BE49-F238E27FC236}">
                <a16:creationId xmlns:a16="http://schemas.microsoft.com/office/drawing/2014/main" id="{6A707A79-606F-4DFC-A567-55FC7AA6B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438150"/>
            <a:ext cx="0" cy="333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161" name="subnet.a.3.edge.7">
            <a:extLst xmlns:a="http://schemas.openxmlformats.org/drawingml/2006/main">
              <a:ext uri="{FF2B5EF4-FFF2-40B4-BE49-F238E27FC236}">
                <a16:creationId xmlns:a16="http://schemas.microsoft.com/office/drawing/2014/main" id="{B72C9188-B558-4F29-BAB1-20F3E5BF0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438150"/>
            <a:ext cx="276225" cy="333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162" name="subnet.a.3.edge.8">
            <a:extLst xmlns:a="http://schemas.openxmlformats.org/drawingml/2006/main">
              <a:ext uri="{FF2B5EF4-FFF2-40B4-BE49-F238E27FC236}">
                <a16:creationId xmlns:a16="http://schemas.microsoft.com/office/drawing/2014/main" id="{4702185E-53F7-473C-BF3F-DA33950A4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438150"/>
            <a:ext cx="552450" cy="333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163" name="subnet.a.3.edge.9">
            <a:extLst xmlns:a="http://schemas.openxmlformats.org/drawingml/2006/main">
              <a:ext uri="{FF2B5EF4-FFF2-40B4-BE49-F238E27FC236}">
                <a16:creationId xmlns:a16="http://schemas.microsoft.com/office/drawing/2014/main" id="{0AD857D1-4E82-478D-AE5E-95CBE01BF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438150"/>
            <a:ext cx="276225" cy="333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164" name="subnet.a.3.edge.10">
            <a:extLst xmlns:a="http://schemas.openxmlformats.org/drawingml/2006/main">
              <a:ext uri="{FF2B5EF4-FFF2-40B4-BE49-F238E27FC236}">
                <a16:creationId xmlns:a16="http://schemas.microsoft.com/office/drawing/2014/main" id="{23C1632B-2FE4-4EB2-829D-BF5C521CA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438150"/>
            <a:ext cx="0" cy="333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165" name="subnet.a.3.edge.11">
            <a:extLst xmlns:a="http://schemas.openxmlformats.org/drawingml/2006/main">
              <a:ext uri="{FF2B5EF4-FFF2-40B4-BE49-F238E27FC236}">
                <a16:creationId xmlns:a16="http://schemas.microsoft.com/office/drawing/2014/main" id="{032DC7CA-948E-4AA8-83B1-B6882806E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438150"/>
            <a:ext cx="276225" cy="333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166" name="subnet.a.3.edge.12">
            <a:extLst xmlns:a="http://schemas.openxmlformats.org/drawingml/2006/main">
              <a:ext uri="{FF2B5EF4-FFF2-40B4-BE49-F238E27FC236}">
                <a16:creationId xmlns:a16="http://schemas.microsoft.com/office/drawing/2014/main" id="{EBACC63C-975D-4826-95AB-DC8B274B8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438150"/>
            <a:ext cx="552450" cy="333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167" name="subnet.a.3.edge.13">
            <a:extLst xmlns:a="http://schemas.openxmlformats.org/drawingml/2006/main">
              <a:ext uri="{FF2B5EF4-FFF2-40B4-BE49-F238E27FC236}">
                <a16:creationId xmlns:a16="http://schemas.microsoft.com/office/drawing/2014/main" id="{61B71318-87AB-4930-86F4-4B698FF9D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438150"/>
            <a:ext cx="276225" cy="333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168" name="subnet.a.3.edge.14">
            <a:extLst xmlns:a="http://schemas.openxmlformats.org/drawingml/2006/main">
              <a:ext uri="{FF2B5EF4-FFF2-40B4-BE49-F238E27FC236}">
                <a16:creationId xmlns:a16="http://schemas.microsoft.com/office/drawing/2014/main" id="{9F0EB3A2-6F69-453A-A711-72FBFB786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77275" y="438150"/>
            <a:ext cx="0" cy="333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169" name="subnet.a.3.node.0.0">
            <a:extLst xmlns:a="http://schemas.openxmlformats.org/drawingml/2006/main">
              <a:ext uri="{FF2B5EF4-FFF2-40B4-BE49-F238E27FC236}">
                <a16:creationId xmlns:a16="http://schemas.microsoft.com/office/drawing/2014/main" id="{4D3FE4D2-74C3-4D39-94E0-D7BEAC2FF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2913" y="42863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E7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0" name="subnet.a.3.node.0.1">
            <a:extLst xmlns:a="http://schemas.openxmlformats.org/drawingml/2006/main">
              <a:ext uri="{FF2B5EF4-FFF2-40B4-BE49-F238E27FC236}">
                <a16:creationId xmlns:a16="http://schemas.microsoft.com/office/drawing/2014/main" id="{D9954383-9F78-4693-A2DB-082440CCD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9138" y="42863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E7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1" name="subnet.a.3.node.1.0">
            <a:extLst xmlns:a="http://schemas.openxmlformats.org/drawingml/2006/main">
              <a:ext uri="{FF2B5EF4-FFF2-40B4-BE49-F238E27FC236}">
                <a16:creationId xmlns:a16="http://schemas.microsoft.com/office/drawing/2014/main" id="{568D8BEF-17D8-4E30-B27A-B4FF71EB9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2913" y="376238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B43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2" name="subnet.a.3.node.1.1">
            <a:extLst xmlns:a="http://schemas.openxmlformats.org/drawingml/2006/main">
              <a:ext uri="{FF2B5EF4-FFF2-40B4-BE49-F238E27FC236}">
                <a16:creationId xmlns:a16="http://schemas.microsoft.com/office/drawing/2014/main" id="{C7D3125A-0710-4EF6-ACFA-61F3068BD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9138" y="376238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B43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3" name="subnet.a.3.node.1.2">
            <a:extLst xmlns:a="http://schemas.openxmlformats.org/drawingml/2006/main">
              <a:ext uri="{FF2B5EF4-FFF2-40B4-BE49-F238E27FC236}">
                <a16:creationId xmlns:a16="http://schemas.microsoft.com/office/drawing/2014/main" id="{B8779C7D-3479-478D-88E5-C8128C96F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5363" y="376238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B43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4" name="subnet.a.3.node.2.0">
            <a:extLst xmlns:a="http://schemas.openxmlformats.org/drawingml/2006/main">
              <a:ext uri="{FF2B5EF4-FFF2-40B4-BE49-F238E27FC236}">
                <a16:creationId xmlns:a16="http://schemas.microsoft.com/office/drawing/2014/main" id="{EDFD94B2-48D4-45A4-9C08-8AEE435FE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2913" y="709613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D7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5" name="subnet.a.3.node.2.1">
            <a:extLst xmlns:a="http://schemas.openxmlformats.org/drawingml/2006/main">
              <a:ext uri="{FF2B5EF4-FFF2-40B4-BE49-F238E27FC236}">
                <a16:creationId xmlns:a16="http://schemas.microsoft.com/office/drawing/2014/main" id="{C976B5C0-DD76-4B0A-A3BF-D52FB586E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9138" y="709613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D7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6" name="subnet.a.3.node.2.2">
            <a:extLst xmlns:a="http://schemas.openxmlformats.org/drawingml/2006/main">
              <a:ext uri="{FF2B5EF4-FFF2-40B4-BE49-F238E27FC236}">
                <a16:creationId xmlns:a16="http://schemas.microsoft.com/office/drawing/2014/main" id="{25AE07A2-73ED-4914-98CF-5C3C5B77F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5363" y="709613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D7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7" name="subnet.b.1.edge.0">
            <a:extLst xmlns:a="http://schemas.openxmlformats.org/drawingml/2006/main">
              <a:ext uri="{FF2B5EF4-FFF2-40B4-BE49-F238E27FC236}">
                <a16:creationId xmlns:a16="http://schemas.microsoft.com/office/drawing/2014/main" id="{6C70F38A-283C-4666-9333-CD60E1E36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8775" y="952500"/>
            <a:ext cx="0" cy="3270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178" name="subnet.b.1.edge.1">
            <a:extLst xmlns:a="http://schemas.openxmlformats.org/drawingml/2006/main">
              <a:ext uri="{FF2B5EF4-FFF2-40B4-BE49-F238E27FC236}">
                <a16:creationId xmlns:a16="http://schemas.microsoft.com/office/drawing/2014/main" id="{DB9B69C0-B54D-4625-8843-823172460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8775" y="952500"/>
            <a:ext cx="276225" cy="3270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179" name="subnet.b.1.edge.2">
            <a:extLst xmlns:a="http://schemas.openxmlformats.org/drawingml/2006/main">
              <a:ext uri="{FF2B5EF4-FFF2-40B4-BE49-F238E27FC236}">
                <a16:creationId xmlns:a16="http://schemas.microsoft.com/office/drawing/2014/main" id="{0DC9561F-77F2-4B41-A9BE-4FD9307AE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8775" y="952500"/>
            <a:ext cx="552450" cy="3270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180" name="subnet.b.1.edge.3">
            <a:extLst xmlns:a="http://schemas.openxmlformats.org/drawingml/2006/main">
              <a:ext uri="{FF2B5EF4-FFF2-40B4-BE49-F238E27FC236}">
                <a16:creationId xmlns:a16="http://schemas.microsoft.com/office/drawing/2014/main" id="{98B8E2BB-97EB-43CA-B91B-A56C3DB2D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8775" y="952500"/>
            <a:ext cx="828675" cy="3270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181" name="subnet.b.1.edge.4">
            <a:extLst xmlns:a="http://schemas.openxmlformats.org/drawingml/2006/main">
              <a:ext uri="{FF2B5EF4-FFF2-40B4-BE49-F238E27FC236}">
                <a16:creationId xmlns:a16="http://schemas.microsoft.com/office/drawing/2014/main" id="{6A2906D4-C11E-4A8A-9E4C-2A46219CC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8775" y="952500"/>
            <a:ext cx="276225" cy="3270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182" name="subnet.b.1.edge.5">
            <a:extLst xmlns:a="http://schemas.openxmlformats.org/drawingml/2006/main">
              <a:ext uri="{FF2B5EF4-FFF2-40B4-BE49-F238E27FC236}">
                <a16:creationId xmlns:a16="http://schemas.microsoft.com/office/drawing/2014/main" id="{13A58F2B-CC48-4262-9D36-A84616B85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952500"/>
            <a:ext cx="0" cy="3270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183" name="subnet.b.1.edge.6">
            <a:extLst xmlns:a="http://schemas.openxmlformats.org/drawingml/2006/main">
              <a:ext uri="{FF2B5EF4-FFF2-40B4-BE49-F238E27FC236}">
                <a16:creationId xmlns:a16="http://schemas.microsoft.com/office/drawing/2014/main" id="{6FDF1BCE-EC52-4385-B86D-0A65AFBB3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952500"/>
            <a:ext cx="276225" cy="3270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184" name="subnet.b.1.edge.7">
            <a:extLst xmlns:a="http://schemas.openxmlformats.org/drawingml/2006/main">
              <a:ext uri="{FF2B5EF4-FFF2-40B4-BE49-F238E27FC236}">
                <a16:creationId xmlns:a16="http://schemas.microsoft.com/office/drawing/2014/main" id="{EFB30D4C-18A0-4098-A53A-FB60D174B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952500"/>
            <a:ext cx="552450" cy="3270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185" name="subnet.b.1.edge.8">
            <a:extLst xmlns:a="http://schemas.openxmlformats.org/drawingml/2006/main">
              <a:ext uri="{FF2B5EF4-FFF2-40B4-BE49-F238E27FC236}">
                <a16:creationId xmlns:a16="http://schemas.microsoft.com/office/drawing/2014/main" id="{BE993074-1D46-4A61-B07C-570012F14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8775" y="1279525"/>
            <a:ext cx="0" cy="3270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186" name="subnet.b.1.edge.9">
            <a:extLst xmlns:a="http://schemas.openxmlformats.org/drawingml/2006/main">
              <a:ext uri="{FF2B5EF4-FFF2-40B4-BE49-F238E27FC236}">
                <a16:creationId xmlns:a16="http://schemas.microsoft.com/office/drawing/2014/main" id="{DDFA8E07-2493-4455-B9CF-466B3759D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8775" y="1279525"/>
            <a:ext cx="276225" cy="3270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187" name="subnet.b.1.edge.10">
            <a:extLst xmlns:a="http://schemas.openxmlformats.org/drawingml/2006/main">
              <a:ext uri="{FF2B5EF4-FFF2-40B4-BE49-F238E27FC236}">
                <a16:creationId xmlns:a16="http://schemas.microsoft.com/office/drawing/2014/main" id="{AC22B64D-F260-450C-8A3D-46871C87E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8775" y="1279525"/>
            <a:ext cx="552450" cy="3270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188" name="subnet.b.1.edge.11">
            <a:extLst xmlns:a="http://schemas.openxmlformats.org/drawingml/2006/main">
              <a:ext uri="{FF2B5EF4-FFF2-40B4-BE49-F238E27FC236}">
                <a16:creationId xmlns:a16="http://schemas.microsoft.com/office/drawing/2014/main" id="{6AFCAC26-78B2-4045-BDE9-C5EF96547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8775" y="1279525"/>
            <a:ext cx="828675" cy="3270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189" name="subnet.b.1.edge.12">
            <a:extLst xmlns:a="http://schemas.openxmlformats.org/drawingml/2006/main">
              <a:ext uri="{FF2B5EF4-FFF2-40B4-BE49-F238E27FC236}">
                <a16:creationId xmlns:a16="http://schemas.microsoft.com/office/drawing/2014/main" id="{A55BDBC9-D0A3-41C4-8D02-DA2E0FA69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8775" y="1279525"/>
            <a:ext cx="276225" cy="3270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190" name="subnet.b.1.edge.13">
            <a:extLst xmlns:a="http://schemas.openxmlformats.org/drawingml/2006/main">
              <a:ext uri="{FF2B5EF4-FFF2-40B4-BE49-F238E27FC236}">
                <a16:creationId xmlns:a16="http://schemas.microsoft.com/office/drawing/2014/main" id="{ED4BE57F-A0CC-47F6-8493-96A29A70E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279525"/>
            <a:ext cx="0" cy="3270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191" name="subnet.b.1.edge.14">
            <a:extLst xmlns:a="http://schemas.openxmlformats.org/drawingml/2006/main">
              <a:ext uri="{FF2B5EF4-FFF2-40B4-BE49-F238E27FC236}">
                <a16:creationId xmlns:a16="http://schemas.microsoft.com/office/drawing/2014/main" id="{82978833-23D4-423A-944C-AE9A1DAD0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279525"/>
            <a:ext cx="276225" cy="3270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192" name="subnet.b.1.edge.15">
            <a:extLst xmlns:a="http://schemas.openxmlformats.org/drawingml/2006/main">
              <a:ext uri="{FF2B5EF4-FFF2-40B4-BE49-F238E27FC236}">
                <a16:creationId xmlns:a16="http://schemas.microsoft.com/office/drawing/2014/main" id="{5834C4FF-1208-4808-96B8-686330840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279525"/>
            <a:ext cx="552450" cy="3270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193" name="subnet.b.1.edge.16">
            <a:extLst xmlns:a="http://schemas.openxmlformats.org/drawingml/2006/main">
              <a:ext uri="{FF2B5EF4-FFF2-40B4-BE49-F238E27FC236}">
                <a16:creationId xmlns:a16="http://schemas.microsoft.com/office/drawing/2014/main" id="{E1012370-608F-400D-A8E1-A01BDCDF1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8775" y="1279525"/>
            <a:ext cx="552450" cy="3270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194" name="subnet.b.1.edge.17">
            <a:extLst xmlns:a="http://schemas.openxmlformats.org/drawingml/2006/main">
              <a:ext uri="{FF2B5EF4-FFF2-40B4-BE49-F238E27FC236}">
                <a16:creationId xmlns:a16="http://schemas.microsoft.com/office/drawing/2014/main" id="{5EA3DE30-D787-44DE-B656-4F80B6BC0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279525"/>
            <a:ext cx="276225" cy="3270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195" name="subnet.b.1.edge.18">
            <a:extLst xmlns:a="http://schemas.openxmlformats.org/drawingml/2006/main">
              <a:ext uri="{FF2B5EF4-FFF2-40B4-BE49-F238E27FC236}">
                <a16:creationId xmlns:a16="http://schemas.microsoft.com/office/drawing/2014/main" id="{B3C0A18A-CE17-4056-B5B4-42123FF98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1225" y="1279525"/>
            <a:ext cx="0" cy="3270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196" name="subnet.b.1.edge.19">
            <a:extLst xmlns:a="http://schemas.openxmlformats.org/drawingml/2006/main">
              <a:ext uri="{FF2B5EF4-FFF2-40B4-BE49-F238E27FC236}">
                <a16:creationId xmlns:a16="http://schemas.microsoft.com/office/drawing/2014/main" id="{639E650C-18AB-4210-8AFA-F931368C2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1225" y="1279525"/>
            <a:ext cx="276225" cy="3270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197" name="subnet.b.1.edge.20">
            <a:extLst xmlns:a="http://schemas.openxmlformats.org/drawingml/2006/main">
              <a:ext uri="{FF2B5EF4-FFF2-40B4-BE49-F238E27FC236}">
                <a16:creationId xmlns:a16="http://schemas.microsoft.com/office/drawing/2014/main" id="{306B7980-1E8F-474F-9C04-E3E92F0A2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8775" y="1279525"/>
            <a:ext cx="828675" cy="3270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198" name="subnet.b.1.edge.21">
            <a:extLst xmlns:a="http://schemas.openxmlformats.org/drawingml/2006/main">
              <a:ext uri="{FF2B5EF4-FFF2-40B4-BE49-F238E27FC236}">
                <a16:creationId xmlns:a16="http://schemas.microsoft.com/office/drawing/2014/main" id="{EA14D99B-2A10-4D5C-B702-6B48A837F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279525"/>
            <a:ext cx="552450" cy="3270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199" name="subnet.b.1.edge.22">
            <a:extLst xmlns:a="http://schemas.openxmlformats.org/drawingml/2006/main">
              <a:ext uri="{FF2B5EF4-FFF2-40B4-BE49-F238E27FC236}">
                <a16:creationId xmlns:a16="http://schemas.microsoft.com/office/drawing/2014/main" id="{C50A1DA5-17D4-4AC7-BC87-DA97AB3B6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1225" y="1279525"/>
            <a:ext cx="276225" cy="3270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200" name="subnet.b.1.edge.23">
            <a:extLst xmlns:a="http://schemas.openxmlformats.org/drawingml/2006/main">
              <a:ext uri="{FF2B5EF4-FFF2-40B4-BE49-F238E27FC236}">
                <a16:creationId xmlns:a16="http://schemas.microsoft.com/office/drawing/2014/main" id="{0C241DEA-4392-4A9B-90D1-C4737EA77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279525"/>
            <a:ext cx="0" cy="3270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201" name="subnet.b.1.edge.24">
            <a:extLst xmlns:a="http://schemas.openxmlformats.org/drawingml/2006/main">
              <a:ext uri="{FF2B5EF4-FFF2-40B4-BE49-F238E27FC236}">
                <a16:creationId xmlns:a16="http://schemas.microsoft.com/office/drawing/2014/main" id="{7200A33F-90A0-4A1C-BF1A-5C3459AEF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8775" y="1606550"/>
            <a:ext cx="0" cy="3270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202" name="subnet.b.1.edge.25">
            <a:extLst xmlns:a="http://schemas.openxmlformats.org/drawingml/2006/main">
              <a:ext uri="{FF2B5EF4-FFF2-40B4-BE49-F238E27FC236}">
                <a16:creationId xmlns:a16="http://schemas.microsoft.com/office/drawing/2014/main" id="{172DDE46-C030-41B6-AB06-E05D48C87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8775" y="1606550"/>
            <a:ext cx="276225" cy="3270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203" name="subnet.b.1.edge.26">
            <a:extLst xmlns:a="http://schemas.openxmlformats.org/drawingml/2006/main">
              <a:ext uri="{FF2B5EF4-FFF2-40B4-BE49-F238E27FC236}">
                <a16:creationId xmlns:a16="http://schemas.microsoft.com/office/drawing/2014/main" id="{C652647F-0B4D-440E-81CC-FC81E3B04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8775" y="1606550"/>
            <a:ext cx="552450" cy="3270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204" name="subnet.b.1.edge.27">
            <a:extLst xmlns:a="http://schemas.openxmlformats.org/drawingml/2006/main">
              <a:ext uri="{FF2B5EF4-FFF2-40B4-BE49-F238E27FC236}">
                <a16:creationId xmlns:a16="http://schemas.microsoft.com/office/drawing/2014/main" id="{0AA965DA-4012-4818-A4C6-C76A14D0B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8775" y="1606550"/>
            <a:ext cx="276225" cy="3270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205" name="subnet.b.1.edge.28">
            <a:extLst xmlns:a="http://schemas.openxmlformats.org/drawingml/2006/main">
              <a:ext uri="{FF2B5EF4-FFF2-40B4-BE49-F238E27FC236}">
                <a16:creationId xmlns:a16="http://schemas.microsoft.com/office/drawing/2014/main" id="{8CEEEF6F-D26F-4FE4-B7C5-E9832EDAE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606550"/>
            <a:ext cx="0" cy="3270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206" name="subnet.b.1.edge.29">
            <a:extLst xmlns:a="http://schemas.openxmlformats.org/drawingml/2006/main">
              <a:ext uri="{FF2B5EF4-FFF2-40B4-BE49-F238E27FC236}">
                <a16:creationId xmlns:a16="http://schemas.microsoft.com/office/drawing/2014/main" id="{D5F2EA1E-B8A7-4E80-A018-89452AC2B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606550"/>
            <a:ext cx="276225" cy="3270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207" name="subnet.b.1.edge.30">
            <a:extLst xmlns:a="http://schemas.openxmlformats.org/drawingml/2006/main">
              <a:ext uri="{FF2B5EF4-FFF2-40B4-BE49-F238E27FC236}">
                <a16:creationId xmlns:a16="http://schemas.microsoft.com/office/drawing/2014/main" id="{109FFC1F-1B85-43AB-8FA0-DC8B0B20C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8775" y="1606550"/>
            <a:ext cx="552450" cy="3270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208" name="subnet.b.1.edge.31">
            <a:extLst xmlns:a="http://schemas.openxmlformats.org/drawingml/2006/main">
              <a:ext uri="{FF2B5EF4-FFF2-40B4-BE49-F238E27FC236}">
                <a16:creationId xmlns:a16="http://schemas.microsoft.com/office/drawing/2014/main" id="{CD61DFA8-8138-4144-9F46-BC060D9DF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606550"/>
            <a:ext cx="276225" cy="3270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209" name="subnet.b.1.edge.32">
            <a:extLst xmlns:a="http://schemas.openxmlformats.org/drawingml/2006/main">
              <a:ext uri="{FF2B5EF4-FFF2-40B4-BE49-F238E27FC236}">
                <a16:creationId xmlns:a16="http://schemas.microsoft.com/office/drawing/2014/main" id="{76B0C058-C68B-4D2D-B44E-7D913E802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1225" y="1606550"/>
            <a:ext cx="0" cy="3270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210" name="subnet.b.1.edge.33">
            <a:extLst xmlns:a="http://schemas.openxmlformats.org/drawingml/2006/main">
              <a:ext uri="{FF2B5EF4-FFF2-40B4-BE49-F238E27FC236}">
                <a16:creationId xmlns:a16="http://schemas.microsoft.com/office/drawing/2014/main" id="{C68BCDFD-F92C-4916-BA19-83B5CE4CE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8775" y="1606550"/>
            <a:ext cx="828675" cy="3270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211" name="subnet.b.1.edge.34">
            <a:extLst xmlns:a="http://schemas.openxmlformats.org/drawingml/2006/main">
              <a:ext uri="{FF2B5EF4-FFF2-40B4-BE49-F238E27FC236}">
                <a16:creationId xmlns:a16="http://schemas.microsoft.com/office/drawing/2014/main" id="{0683B292-DE33-4FEE-B219-D7D792B70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606550"/>
            <a:ext cx="552450" cy="3270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212" name="subnet.b.1.edge.35">
            <a:extLst xmlns:a="http://schemas.openxmlformats.org/drawingml/2006/main">
              <a:ext uri="{FF2B5EF4-FFF2-40B4-BE49-F238E27FC236}">
                <a16:creationId xmlns:a16="http://schemas.microsoft.com/office/drawing/2014/main" id="{1B3D4AE9-DAD8-4A56-8C4C-AAF1DEB39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1225" y="1606550"/>
            <a:ext cx="276225" cy="3270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213" name="subnet.b.1.node.0.0">
            <a:extLst xmlns:a="http://schemas.openxmlformats.org/drawingml/2006/main">
              <a:ext uri="{FF2B5EF4-FFF2-40B4-BE49-F238E27FC236}">
                <a16:creationId xmlns:a16="http://schemas.microsoft.com/office/drawing/2014/main" id="{B4D8351F-D292-49B6-BE3B-A4125C6D2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6863" y="890588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E7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4" name="subnet.b.1.node.0.1">
            <a:extLst xmlns:a="http://schemas.openxmlformats.org/drawingml/2006/main">
              <a:ext uri="{FF2B5EF4-FFF2-40B4-BE49-F238E27FC236}">
                <a16:creationId xmlns:a16="http://schemas.microsoft.com/office/drawing/2014/main" id="{B8798A63-FDB1-4FAC-BDC7-B81F6E827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3088" y="890588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E7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5" name="subnet.b.1.node.1.0">
            <a:extLst xmlns:a="http://schemas.openxmlformats.org/drawingml/2006/main">
              <a:ext uri="{FF2B5EF4-FFF2-40B4-BE49-F238E27FC236}">
                <a16:creationId xmlns:a16="http://schemas.microsoft.com/office/drawing/2014/main" id="{5B4B1982-33E6-497A-9D7D-D74B44032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6863" y="1217613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B43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6" name="subnet.b.1.node.1.1">
            <a:extLst xmlns:a="http://schemas.openxmlformats.org/drawingml/2006/main">
              <a:ext uri="{FF2B5EF4-FFF2-40B4-BE49-F238E27FC236}">
                <a16:creationId xmlns:a16="http://schemas.microsoft.com/office/drawing/2014/main" id="{34123150-8E7C-4A5A-89AB-901F9A6CA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3088" y="1217613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B43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7" name="subnet.b.1.node.1.2">
            <a:extLst xmlns:a="http://schemas.openxmlformats.org/drawingml/2006/main">
              <a:ext uri="{FF2B5EF4-FFF2-40B4-BE49-F238E27FC236}">
                <a16:creationId xmlns:a16="http://schemas.microsoft.com/office/drawing/2014/main" id="{4E714758-E631-42E6-8562-C171BA7C0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9313" y="1217613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B43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8" name="subnet.b.1.node.1.3">
            <a:extLst xmlns:a="http://schemas.openxmlformats.org/drawingml/2006/main">
              <a:ext uri="{FF2B5EF4-FFF2-40B4-BE49-F238E27FC236}">
                <a16:creationId xmlns:a16="http://schemas.microsoft.com/office/drawing/2014/main" id="{20A02D46-E404-4205-9641-306E0CEC2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5538" y="1217613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B43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9" name="subnet.b.1.node.2.0">
            <a:extLst xmlns:a="http://schemas.openxmlformats.org/drawingml/2006/main">
              <a:ext uri="{FF2B5EF4-FFF2-40B4-BE49-F238E27FC236}">
                <a16:creationId xmlns:a16="http://schemas.microsoft.com/office/drawing/2014/main" id="{858CDF4C-4FE6-409D-BB36-BC5B0CE73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6863" y="1544638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D7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0" name="subnet.b.1.node.2.1">
            <a:extLst xmlns:a="http://schemas.openxmlformats.org/drawingml/2006/main">
              <a:ext uri="{FF2B5EF4-FFF2-40B4-BE49-F238E27FC236}">
                <a16:creationId xmlns:a16="http://schemas.microsoft.com/office/drawing/2014/main" id="{7F654BAA-FA69-404E-854E-21550338B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3088" y="1544638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D7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1" name="subnet.b.1.node.2.2">
            <a:extLst xmlns:a="http://schemas.openxmlformats.org/drawingml/2006/main">
              <a:ext uri="{FF2B5EF4-FFF2-40B4-BE49-F238E27FC236}">
                <a16:creationId xmlns:a16="http://schemas.microsoft.com/office/drawing/2014/main" id="{000D4362-DF53-4881-A778-CCC4598CB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9313" y="1544638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D7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2" name="subnet.b.1.node.2.3">
            <a:extLst xmlns:a="http://schemas.openxmlformats.org/drawingml/2006/main">
              <a:ext uri="{FF2B5EF4-FFF2-40B4-BE49-F238E27FC236}">
                <a16:creationId xmlns:a16="http://schemas.microsoft.com/office/drawing/2014/main" id="{C90A22BA-08A7-47EA-A306-96CD5C420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5538" y="1544638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D7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3" name="subnet.b.1.node.3.0">
            <a:extLst xmlns:a="http://schemas.openxmlformats.org/drawingml/2006/main">
              <a:ext uri="{FF2B5EF4-FFF2-40B4-BE49-F238E27FC236}">
                <a16:creationId xmlns:a16="http://schemas.microsoft.com/office/drawing/2014/main" id="{80AD7B51-3755-4FA8-A8D7-AB619C212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6863" y="1871663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735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4" name="subnet.b.1.node.3.1">
            <a:extLst xmlns:a="http://schemas.openxmlformats.org/drawingml/2006/main">
              <a:ext uri="{FF2B5EF4-FFF2-40B4-BE49-F238E27FC236}">
                <a16:creationId xmlns:a16="http://schemas.microsoft.com/office/drawing/2014/main" id="{20C15FFE-193C-4E28-87B7-C8C1D0BE7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3088" y="1871663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735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5" name="subnet.b.1.node.3.2">
            <a:extLst xmlns:a="http://schemas.openxmlformats.org/drawingml/2006/main">
              <a:ext uri="{FF2B5EF4-FFF2-40B4-BE49-F238E27FC236}">
                <a16:creationId xmlns:a16="http://schemas.microsoft.com/office/drawing/2014/main" id="{2F063B8B-B106-4BBF-B740-19A76685B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9313" y="1871663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735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6" name="subnet.b.2.edge.0">
            <a:extLst xmlns:a="http://schemas.openxmlformats.org/drawingml/2006/main">
              <a:ext uri="{FF2B5EF4-FFF2-40B4-BE49-F238E27FC236}">
                <a16:creationId xmlns:a16="http://schemas.microsoft.com/office/drawing/2014/main" id="{084D8601-94A5-4358-A28B-EE145F792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952500"/>
            <a:ext cx="0" cy="3270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227" name="subnet.b.2.edge.1">
            <a:extLst xmlns:a="http://schemas.openxmlformats.org/drawingml/2006/main">
              <a:ext uri="{FF2B5EF4-FFF2-40B4-BE49-F238E27FC236}">
                <a16:creationId xmlns:a16="http://schemas.microsoft.com/office/drawing/2014/main" id="{23A26E56-D137-4105-B3E5-931AA42F7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952500"/>
            <a:ext cx="276225" cy="3270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228" name="subnet.b.2.edge.2">
            <a:extLst xmlns:a="http://schemas.openxmlformats.org/drawingml/2006/main">
              <a:ext uri="{FF2B5EF4-FFF2-40B4-BE49-F238E27FC236}">
                <a16:creationId xmlns:a16="http://schemas.microsoft.com/office/drawing/2014/main" id="{B00F29B0-7484-4756-B5DC-7A41143AC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952500"/>
            <a:ext cx="552450" cy="3270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229" name="subnet.b.2.edge.3">
            <a:extLst xmlns:a="http://schemas.openxmlformats.org/drawingml/2006/main">
              <a:ext uri="{FF2B5EF4-FFF2-40B4-BE49-F238E27FC236}">
                <a16:creationId xmlns:a16="http://schemas.microsoft.com/office/drawing/2014/main" id="{B2598AB0-1E4F-46C2-9C57-53BFC304A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952500"/>
            <a:ext cx="276225" cy="3270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230" name="subnet.b.2.edge.4">
            <a:extLst xmlns:a="http://schemas.openxmlformats.org/drawingml/2006/main">
              <a:ext uri="{FF2B5EF4-FFF2-40B4-BE49-F238E27FC236}">
                <a16:creationId xmlns:a16="http://schemas.microsoft.com/office/drawing/2014/main" id="{8F4704F0-93FB-4FFE-839A-638806D5D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952500"/>
            <a:ext cx="0" cy="3270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231" name="subnet.b.2.edge.5">
            <a:extLst xmlns:a="http://schemas.openxmlformats.org/drawingml/2006/main">
              <a:ext uri="{FF2B5EF4-FFF2-40B4-BE49-F238E27FC236}">
                <a16:creationId xmlns:a16="http://schemas.microsoft.com/office/drawing/2014/main" id="{95529EDF-935D-48C1-BFCC-1E6B20115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952500"/>
            <a:ext cx="276225" cy="3270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232" name="subnet.b.2.edge.6">
            <a:extLst xmlns:a="http://schemas.openxmlformats.org/drawingml/2006/main">
              <a:ext uri="{FF2B5EF4-FFF2-40B4-BE49-F238E27FC236}">
                <a16:creationId xmlns:a16="http://schemas.microsoft.com/office/drawing/2014/main" id="{1A560076-EC11-4529-9E87-0855C5B6A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952500"/>
            <a:ext cx="552450" cy="3270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233" name="subnet.b.2.edge.7">
            <a:extLst xmlns:a="http://schemas.openxmlformats.org/drawingml/2006/main">
              <a:ext uri="{FF2B5EF4-FFF2-40B4-BE49-F238E27FC236}">
                <a16:creationId xmlns:a16="http://schemas.microsoft.com/office/drawing/2014/main" id="{44A2FCB8-D23E-4A96-8057-AAD1D23FB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952500"/>
            <a:ext cx="276225" cy="3270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234" name="subnet.b.2.edge.8">
            <a:extLst xmlns:a="http://schemas.openxmlformats.org/drawingml/2006/main">
              <a:ext uri="{FF2B5EF4-FFF2-40B4-BE49-F238E27FC236}">
                <a16:creationId xmlns:a16="http://schemas.microsoft.com/office/drawing/2014/main" id="{100260F0-E0F4-4B53-BBE3-82BCDAA01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952500"/>
            <a:ext cx="0" cy="3270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235" name="subnet.b.2.edge.9">
            <a:extLst xmlns:a="http://schemas.openxmlformats.org/drawingml/2006/main">
              <a:ext uri="{FF2B5EF4-FFF2-40B4-BE49-F238E27FC236}">
                <a16:creationId xmlns:a16="http://schemas.microsoft.com/office/drawing/2014/main" id="{E0006FAB-271B-4962-85C1-F398E2D4D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1279525"/>
            <a:ext cx="0" cy="3270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236" name="subnet.b.2.edge.10">
            <a:extLst xmlns:a="http://schemas.openxmlformats.org/drawingml/2006/main">
              <a:ext uri="{FF2B5EF4-FFF2-40B4-BE49-F238E27FC236}">
                <a16:creationId xmlns:a16="http://schemas.microsoft.com/office/drawing/2014/main" id="{56A3C1CF-4D8D-4D46-AE82-7A3B85777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1279525"/>
            <a:ext cx="276225" cy="3270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237" name="subnet.b.2.edge.11">
            <a:extLst xmlns:a="http://schemas.openxmlformats.org/drawingml/2006/main">
              <a:ext uri="{FF2B5EF4-FFF2-40B4-BE49-F238E27FC236}">
                <a16:creationId xmlns:a16="http://schemas.microsoft.com/office/drawing/2014/main" id="{C4FD6350-2A5F-443D-A49A-27D9F8A99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1279525"/>
            <a:ext cx="552450" cy="3270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238" name="subnet.b.2.edge.12">
            <a:extLst xmlns:a="http://schemas.openxmlformats.org/drawingml/2006/main">
              <a:ext uri="{FF2B5EF4-FFF2-40B4-BE49-F238E27FC236}">
                <a16:creationId xmlns:a16="http://schemas.microsoft.com/office/drawing/2014/main" id="{490CCB0B-3A07-4CCD-A567-895AAEA55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1279525"/>
            <a:ext cx="276225" cy="3270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239" name="subnet.b.2.edge.13">
            <a:extLst xmlns:a="http://schemas.openxmlformats.org/drawingml/2006/main">
              <a:ext uri="{FF2B5EF4-FFF2-40B4-BE49-F238E27FC236}">
                <a16:creationId xmlns:a16="http://schemas.microsoft.com/office/drawing/2014/main" id="{4BC95C78-69DB-41DB-A248-C16198532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1279525"/>
            <a:ext cx="0" cy="3270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240" name="subnet.b.2.edge.14">
            <a:extLst xmlns:a="http://schemas.openxmlformats.org/drawingml/2006/main">
              <a:ext uri="{FF2B5EF4-FFF2-40B4-BE49-F238E27FC236}">
                <a16:creationId xmlns:a16="http://schemas.microsoft.com/office/drawing/2014/main" id="{87F5AF09-76D9-47AC-B7E6-6EA9FADFD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1279525"/>
            <a:ext cx="276225" cy="3270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241" name="subnet.b.2.edge.15">
            <a:extLst xmlns:a="http://schemas.openxmlformats.org/drawingml/2006/main">
              <a:ext uri="{FF2B5EF4-FFF2-40B4-BE49-F238E27FC236}">
                <a16:creationId xmlns:a16="http://schemas.microsoft.com/office/drawing/2014/main" id="{380F6C97-8858-4A83-962D-EEF1979B3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1279525"/>
            <a:ext cx="552450" cy="3270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242" name="subnet.b.2.edge.16">
            <a:extLst xmlns:a="http://schemas.openxmlformats.org/drawingml/2006/main">
              <a:ext uri="{FF2B5EF4-FFF2-40B4-BE49-F238E27FC236}">
                <a16:creationId xmlns:a16="http://schemas.microsoft.com/office/drawing/2014/main" id="{058F037A-18F5-4B17-9D61-F6A562D0E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1279525"/>
            <a:ext cx="276225" cy="3270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243" name="subnet.b.2.edge.17">
            <a:extLst xmlns:a="http://schemas.openxmlformats.org/drawingml/2006/main">
              <a:ext uri="{FF2B5EF4-FFF2-40B4-BE49-F238E27FC236}">
                <a16:creationId xmlns:a16="http://schemas.microsoft.com/office/drawing/2014/main" id="{4C69A14A-29F9-4292-9AB3-B50FCB3CB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1279525"/>
            <a:ext cx="0" cy="3270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244" name="subnet.b.2.edge.18">
            <a:extLst xmlns:a="http://schemas.openxmlformats.org/drawingml/2006/main">
              <a:ext uri="{FF2B5EF4-FFF2-40B4-BE49-F238E27FC236}">
                <a16:creationId xmlns:a16="http://schemas.microsoft.com/office/drawing/2014/main" id="{56B7E56B-36C2-44DA-B55B-7508DE80C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1606550"/>
            <a:ext cx="0" cy="3270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245" name="subnet.b.2.edge.19">
            <a:extLst xmlns:a="http://schemas.openxmlformats.org/drawingml/2006/main">
              <a:ext uri="{FF2B5EF4-FFF2-40B4-BE49-F238E27FC236}">
                <a16:creationId xmlns:a16="http://schemas.microsoft.com/office/drawing/2014/main" id="{610328EA-FA51-4E82-94BE-1E4911883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1606550"/>
            <a:ext cx="276225" cy="3270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246" name="subnet.b.2.edge.20">
            <a:extLst xmlns:a="http://schemas.openxmlformats.org/drawingml/2006/main">
              <a:ext uri="{FF2B5EF4-FFF2-40B4-BE49-F238E27FC236}">
                <a16:creationId xmlns:a16="http://schemas.microsoft.com/office/drawing/2014/main" id="{C8E531E0-5885-424A-B932-9DA3E8BC1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1606550"/>
            <a:ext cx="552450" cy="3270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247" name="subnet.b.2.edge.21">
            <a:extLst xmlns:a="http://schemas.openxmlformats.org/drawingml/2006/main">
              <a:ext uri="{FF2B5EF4-FFF2-40B4-BE49-F238E27FC236}">
                <a16:creationId xmlns:a16="http://schemas.microsoft.com/office/drawing/2014/main" id="{C4045B44-134A-4E1A-8B6F-EC4BD901C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1606550"/>
            <a:ext cx="828675" cy="3270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248" name="subnet.b.2.edge.22">
            <a:extLst xmlns:a="http://schemas.openxmlformats.org/drawingml/2006/main">
              <a:ext uri="{FF2B5EF4-FFF2-40B4-BE49-F238E27FC236}">
                <a16:creationId xmlns:a16="http://schemas.microsoft.com/office/drawing/2014/main" id="{01DB8323-0E61-4AB6-9F62-8B26C0B9E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1606550"/>
            <a:ext cx="276225" cy="3270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249" name="subnet.b.2.edge.23">
            <a:extLst xmlns:a="http://schemas.openxmlformats.org/drawingml/2006/main">
              <a:ext uri="{FF2B5EF4-FFF2-40B4-BE49-F238E27FC236}">
                <a16:creationId xmlns:a16="http://schemas.microsoft.com/office/drawing/2014/main" id="{4198FC11-2D68-41E3-9190-F7039C44F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1606550"/>
            <a:ext cx="0" cy="3270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250" name="subnet.b.2.edge.24">
            <a:extLst xmlns:a="http://schemas.openxmlformats.org/drawingml/2006/main">
              <a:ext uri="{FF2B5EF4-FFF2-40B4-BE49-F238E27FC236}">
                <a16:creationId xmlns:a16="http://schemas.microsoft.com/office/drawing/2014/main" id="{215BAAE4-8C34-43C3-88E5-16D671651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1606550"/>
            <a:ext cx="276225" cy="3270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251" name="subnet.b.2.edge.25">
            <a:extLst xmlns:a="http://schemas.openxmlformats.org/drawingml/2006/main">
              <a:ext uri="{FF2B5EF4-FFF2-40B4-BE49-F238E27FC236}">
                <a16:creationId xmlns:a16="http://schemas.microsoft.com/office/drawing/2014/main" id="{87709936-D0AF-4D15-AC22-D94575135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1606550"/>
            <a:ext cx="552450" cy="3270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252" name="subnet.b.2.edge.26">
            <a:extLst xmlns:a="http://schemas.openxmlformats.org/drawingml/2006/main">
              <a:ext uri="{FF2B5EF4-FFF2-40B4-BE49-F238E27FC236}">
                <a16:creationId xmlns:a16="http://schemas.microsoft.com/office/drawing/2014/main" id="{96342E4F-A450-413F-832D-7C2785196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1606550"/>
            <a:ext cx="552450" cy="3270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253" name="subnet.b.2.edge.27">
            <a:extLst xmlns:a="http://schemas.openxmlformats.org/drawingml/2006/main">
              <a:ext uri="{FF2B5EF4-FFF2-40B4-BE49-F238E27FC236}">
                <a16:creationId xmlns:a16="http://schemas.microsoft.com/office/drawing/2014/main" id="{8BACDD98-8E7C-40D3-B204-197DCD041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1606550"/>
            <a:ext cx="276225" cy="3270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254" name="subnet.b.2.edge.28">
            <a:extLst xmlns:a="http://schemas.openxmlformats.org/drawingml/2006/main">
              <a:ext uri="{FF2B5EF4-FFF2-40B4-BE49-F238E27FC236}">
                <a16:creationId xmlns:a16="http://schemas.microsoft.com/office/drawing/2014/main" id="{41A26824-99B2-46A0-BD2B-D91040356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1606550"/>
            <a:ext cx="0" cy="3270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255" name="subnet.b.2.edge.29">
            <a:extLst xmlns:a="http://schemas.openxmlformats.org/drawingml/2006/main">
              <a:ext uri="{FF2B5EF4-FFF2-40B4-BE49-F238E27FC236}">
                <a16:creationId xmlns:a16="http://schemas.microsoft.com/office/drawing/2014/main" id="{A4AF2DDA-59F4-4821-863B-9F958FFA7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1606550"/>
            <a:ext cx="276225" cy="3270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256" name="subnet.b.2.node.0.0">
            <a:extLst xmlns:a="http://schemas.openxmlformats.org/drawingml/2006/main">
              <a:ext uri="{FF2B5EF4-FFF2-40B4-BE49-F238E27FC236}">
                <a16:creationId xmlns:a16="http://schemas.microsoft.com/office/drawing/2014/main" id="{9F52F039-93DB-4D37-8419-664FB30FD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8938" y="890588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E7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7" name="subnet.b.2.node.0.1">
            <a:extLst xmlns:a="http://schemas.openxmlformats.org/drawingml/2006/main">
              <a:ext uri="{FF2B5EF4-FFF2-40B4-BE49-F238E27FC236}">
                <a16:creationId xmlns:a16="http://schemas.microsoft.com/office/drawing/2014/main" id="{ABBDEB7E-3A5A-4F2E-9CF1-FBE02FDBC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5163" y="890588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E7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8" name="subnet.b.2.node.0.2">
            <a:extLst xmlns:a="http://schemas.openxmlformats.org/drawingml/2006/main">
              <a:ext uri="{FF2B5EF4-FFF2-40B4-BE49-F238E27FC236}">
                <a16:creationId xmlns:a16="http://schemas.microsoft.com/office/drawing/2014/main" id="{A414CC57-8E5D-40FA-8BA4-B40D85049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1388" y="890588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E7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9" name="subnet.b.2.node.1.0">
            <a:extLst xmlns:a="http://schemas.openxmlformats.org/drawingml/2006/main">
              <a:ext uri="{FF2B5EF4-FFF2-40B4-BE49-F238E27FC236}">
                <a16:creationId xmlns:a16="http://schemas.microsoft.com/office/drawing/2014/main" id="{8D4A76F4-2F2E-4DE9-AB10-3C01FA06C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8938" y="1217613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B43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0" name="subnet.b.2.node.1.1">
            <a:extLst xmlns:a="http://schemas.openxmlformats.org/drawingml/2006/main">
              <a:ext uri="{FF2B5EF4-FFF2-40B4-BE49-F238E27FC236}">
                <a16:creationId xmlns:a16="http://schemas.microsoft.com/office/drawing/2014/main" id="{90F54697-1A86-4CE0-B035-0A2407570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5163" y="1217613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B43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1" name="subnet.b.2.node.1.2">
            <a:extLst xmlns:a="http://schemas.openxmlformats.org/drawingml/2006/main">
              <a:ext uri="{FF2B5EF4-FFF2-40B4-BE49-F238E27FC236}">
                <a16:creationId xmlns:a16="http://schemas.microsoft.com/office/drawing/2014/main" id="{7CF6E908-FC6E-4B40-80E9-58CBFC678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1388" y="1217613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B43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2" name="subnet.b.2.node.2.0">
            <a:extLst xmlns:a="http://schemas.openxmlformats.org/drawingml/2006/main">
              <a:ext uri="{FF2B5EF4-FFF2-40B4-BE49-F238E27FC236}">
                <a16:creationId xmlns:a16="http://schemas.microsoft.com/office/drawing/2014/main" id="{2DF94995-62B9-41FC-B118-1809473B6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8938" y="1544638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D7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3" name="subnet.b.2.node.2.1">
            <a:extLst xmlns:a="http://schemas.openxmlformats.org/drawingml/2006/main">
              <a:ext uri="{FF2B5EF4-FFF2-40B4-BE49-F238E27FC236}">
                <a16:creationId xmlns:a16="http://schemas.microsoft.com/office/drawing/2014/main" id="{0529BE3E-0FFE-44C3-8D5C-EB52CDAAF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5163" y="1544638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D7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4" name="subnet.b.2.node.2.2">
            <a:extLst xmlns:a="http://schemas.openxmlformats.org/drawingml/2006/main">
              <a:ext uri="{FF2B5EF4-FFF2-40B4-BE49-F238E27FC236}">
                <a16:creationId xmlns:a16="http://schemas.microsoft.com/office/drawing/2014/main" id="{7132D308-FA2B-406E-B8D9-6A7ED5BB6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1388" y="1544638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D7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5" name="subnet.b.2.node.3.0">
            <a:extLst xmlns:a="http://schemas.openxmlformats.org/drawingml/2006/main">
              <a:ext uri="{FF2B5EF4-FFF2-40B4-BE49-F238E27FC236}">
                <a16:creationId xmlns:a16="http://schemas.microsoft.com/office/drawing/2014/main" id="{FF9AD522-BF28-46FF-9769-73BBF7B8C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8938" y="1871663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735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6" name="subnet.b.2.node.3.1">
            <a:extLst xmlns:a="http://schemas.openxmlformats.org/drawingml/2006/main">
              <a:ext uri="{FF2B5EF4-FFF2-40B4-BE49-F238E27FC236}">
                <a16:creationId xmlns:a16="http://schemas.microsoft.com/office/drawing/2014/main" id="{476DA8F4-B8C9-4015-BED3-2A2222BDB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5163" y="1871663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735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7" name="subnet.b.2.node.3.2">
            <a:extLst xmlns:a="http://schemas.openxmlformats.org/drawingml/2006/main">
              <a:ext uri="{FF2B5EF4-FFF2-40B4-BE49-F238E27FC236}">
                <a16:creationId xmlns:a16="http://schemas.microsoft.com/office/drawing/2014/main" id="{88630A13-1038-4C1C-86C7-5F844A52C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1388" y="1871663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735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8" name="subnet.b.2.node.3.3">
            <a:extLst xmlns:a="http://schemas.openxmlformats.org/drawingml/2006/main">
              <a:ext uri="{FF2B5EF4-FFF2-40B4-BE49-F238E27FC236}">
                <a16:creationId xmlns:a16="http://schemas.microsoft.com/office/drawing/2014/main" id="{0CF2FD8E-F9D9-4EF4-B89D-89F18A121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7613" y="1871663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735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9" name="subnet.b.3.edge.0">
            <a:extLst xmlns:a="http://schemas.openxmlformats.org/drawingml/2006/main">
              <a:ext uri="{FF2B5EF4-FFF2-40B4-BE49-F238E27FC236}">
                <a16:creationId xmlns:a16="http://schemas.microsoft.com/office/drawing/2014/main" id="{54361F1B-8E67-46B0-873C-20FC2D7A6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952500"/>
            <a:ext cx="0" cy="49053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270" name="subnet.b.3.edge.1">
            <a:extLst xmlns:a="http://schemas.openxmlformats.org/drawingml/2006/main">
              <a:ext uri="{FF2B5EF4-FFF2-40B4-BE49-F238E27FC236}">
                <a16:creationId xmlns:a16="http://schemas.microsoft.com/office/drawing/2014/main" id="{34F2E296-B880-4D28-BB9D-4C72CE5F3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952500"/>
            <a:ext cx="276225" cy="49053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271" name="subnet.b.3.edge.2">
            <a:extLst xmlns:a="http://schemas.openxmlformats.org/drawingml/2006/main">
              <a:ext uri="{FF2B5EF4-FFF2-40B4-BE49-F238E27FC236}">
                <a16:creationId xmlns:a16="http://schemas.microsoft.com/office/drawing/2014/main" id="{6AC5EC5F-6CE5-4CBE-A8F0-1D382E69C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952500"/>
            <a:ext cx="552450" cy="49053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272" name="subnet.b.3.edge.3">
            <a:extLst xmlns:a="http://schemas.openxmlformats.org/drawingml/2006/main">
              <a:ext uri="{FF2B5EF4-FFF2-40B4-BE49-F238E27FC236}">
                <a16:creationId xmlns:a16="http://schemas.microsoft.com/office/drawing/2014/main" id="{089200EF-A5F7-4458-AB5D-2380D8BDD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952500"/>
            <a:ext cx="276225" cy="49053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273" name="subnet.b.3.edge.4">
            <a:extLst xmlns:a="http://schemas.openxmlformats.org/drawingml/2006/main">
              <a:ext uri="{FF2B5EF4-FFF2-40B4-BE49-F238E27FC236}">
                <a16:creationId xmlns:a16="http://schemas.microsoft.com/office/drawing/2014/main" id="{BD7CA761-7526-4FCB-BED2-1BB46FD05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952500"/>
            <a:ext cx="0" cy="49053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274" name="subnet.b.3.edge.5">
            <a:extLst xmlns:a="http://schemas.openxmlformats.org/drawingml/2006/main">
              <a:ext uri="{FF2B5EF4-FFF2-40B4-BE49-F238E27FC236}">
                <a16:creationId xmlns:a16="http://schemas.microsoft.com/office/drawing/2014/main" id="{445A1AFC-51CC-4CE1-8D81-8402B70C5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952500"/>
            <a:ext cx="276225" cy="49053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275" name="subnet.b.3.edge.6">
            <a:extLst xmlns:a="http://schemas.openxmlformats.org/drawingml/2006/main">
              <a:ext uri="{FF2B5EF4-FFF2-40B4-BE49-F238E27FC236}">
                <a16:creationId xmlns:a16="http://schemas.microsoft.com/office/drawing/2014/main" id="{AEC83897-A6E0-4273-A7F4-A4B6FF150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1443038"/>
            <a:ext cx="0" cy="49053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276" name="subnet.b.3.edge.7">
            <a:extLst xmlns:a="http://schemas.openxmlformats.org/drawingml/2006/main">
              <a:ext uri="{FF2B5EF4-FFF2-40B4-BE49-F238E27FC236}">
                <a16:creationId xmlns:a16="http://schemas.microsoft.com/office/drawing/2014/main" id="{942CB9CA-4D6A-42DA-9616-AAF847030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1443038"/>
            <a:ext cx="276225" cy="49053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277" name="subnet.b.3.edge.8">
            <a:extLst xmlns:a="http://schemas.openxmlformats.org/drawingml/2006/main">
              <a:ext uri="{FF2B5EF4-FFF2-40B4-BE49-F238E27FC236}">
                <a16:creationId xmlns:a16="http://schemas.microsoft.com/office/drawing/2014/main" id="{848B3043-EBC8-46A4-9129-6FCE330B5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1443038"/>
            <a:ext cx="552450" cy="49053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278" name="subnet.b.3.edge.9">
            <a:extLst xmlns:a="http://schemas.openxmlformats.org/drawingml/2006/main">
              <a:ext uri="{FF2B5EF4-FFF2-40B4-BE49-F238E27FC236}">
                <a16:creationId xmlns:a16="http://schemas.microsoft.com/office/drawing/2014/main" id="{F2C77AB2-5F5C-46BA-837D-C0B87F304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1443038"/>
            <a:ext cx="276225" cy="49053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279" name="subnet.b.3.edge.10">
            <a:extLst xmlns:a="http://schemas.openxmlformats.org/drawingml/2006/main">
              <a:ext uri="{FF2B5EF4-FFF2-40B4-BE49-F238E27FC236}">
                <a16:creationId xmlns:a16="http://schemas.microsoft.com/office/drawing/2014/main" id="{BEECABFD-A66D-4FFC-8A6F-9EC0E12AB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1443038"/>
            <a:ext cx="0" cy="49053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280" name="subnet.b.3.edge.11">
            <a:extLst xmlns:a="http://schemas.openxmlformats.org/drawingml/2006/main">
              <a:ext uri="{FF2B5EF4-FFF2-40B4-BE49-F238E27FC236}">
                <a16:creationId xmlns:a16="http://schemas.microsoft.com/office/drawing/2014/main" id="{C7853239-B7A4-41C2-8155-3D3991087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1443038"/>
            <a:ext cx="276225" cy="49053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281" name="subnet.b.3.edge.12">
            <a:extLst xmlns:a="http://schemas.openxmlformats.org/drawingml/2006/main">
              <a:ext uri="{FF2B5EF4-FFF2-40B4-BE49-F238E27FC236}">
                <a16:creationId xmlns:a16="http://schemas.microsoft.com/office/drawing/2014/main" id="{E886CEB5-0ECC-4E72-A64A-AD708E787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1443038"/>
            <a:ext cx="552450" cy="49053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282" name="subnet.b.3.edge.13">
            <a:extLst xmlns:a="http://schemas.openxmlformats.org/drawingml/2006/main">
              <a:ext uri="{FF2B5EF4-FFF2-40B4-BE49-F238E27FC236}">
                <a16:creationId xmlns:a16="http://schemas.microsoft.com/office/drawing/2014/main" id="{57A9F24E-73C5-4033-A8ED-56B1AE646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1443038"/>
            <a:ext cx="276225" cy="49053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283" name="subnet.b.3.edge.14">
            <a:extLst xmlns:a="http://schemas.openxmlformats.org/drawingml/2006/main">
              <a:ext uri="{FF2B5EF4-FFF2-40B4-BE49-F238E27FC236}">
                <a16:creationId xmlns:a16="http://schemas.microsoft.com/office/drawing/2014/main" id="{10287164-FED2-4017-B194-3C6DFF795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77275" y="1443038"/>
            <a:ext cx="0" cy="49053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284" name="subnet.b.3.node.0.0">
            <a:extLst xmlns:a="http://schemas.openxmlformats.org/drawingml/2006/main">
              <a:ext uri="{FF2B5EF4-FFF2-40B4-BE49-F238E27FC236}">
                <a16:creationId xmlns:a16="http://schemas.microsoft.com/office/drawing/2014/main" id="{C63686F3-4E85-43AF-89FE-21E6951FB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2913" y="890588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E7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5" name="subnet.b.3.node.0.1">
            <a:extLst xmlns:a="http://schemas.openxmlformats.org/drawingml/2006/main">
              <a:ext uri="{FF2B5EF4-FFF2-40B4-BE49-F238E27FC236}">
                <a16:creationId xmlns:a16="http://schemas.microsoft.com/office/drawing/2014/main" id="{D76E5A0E-AF71-47AC-9844-B398FA922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9138" y="890588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E7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6" name="subnet.b.3.node.1.0">
            <a:extLst xmlns:a="http://schemas.openxmlformats.org/drawingml/2006/main">
              <a:ext uri="{FF2B5EF4-FFF2-40B4-BE49-F238E27FC236}">
                <a16:creationId xmlns:a16="http://schemas.microsoft.com/office/drawing/2014/main" id="{8FFBDEE5-E55C-493A-94C5-8597D4D04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2913" y="1381125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B43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7" name="subnet.b.3.node.1.1">
            <a:extLst xmlns:a="http://schemas.openxmlformats.org/drawingml/2006/main">
              <a:ext uri="{FF2B5EF4-FFF2-40B4-BE49-F238E27FC236}">
                <a16:creationId xmlns:a16="http://schemas.microsoft.com/office/drawing/2014/main" id="{1906F6AF-EA78-45E2-8729-67C25390B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9138" y="1381125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B43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8" name="subnet.b.3.node.1.2">
            <a:extLst xmlns:a="http://schemas.openxmlformats.org/drawingml/2006/main">
              <a:ext uri="{FF2B5EF4-FFF2-40B4-BE49-F238E27FC236}">
                <a16:creationId xmlns:a16="http://schemas.microsoft.com/office/drawing/2014/main" id="{F28318EF-C4B3-4FAE-B3E8-EA7BE4AAC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5363" y="1381125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B43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9" name="subnet.b.3.node.2.0">
            <a:extLst xmlns:a="http://schemas.openxmlformats.org/drawingml/2006/main">
              <a:ext uri="{FF2B5EF4-FFF2-40B4-BE49-F238E27FC236}">
                <a16:creationId xmlns:a16="http://schemas.microsoft.com/office/drawing/2014/main" id="{C84C0A1D-7C5E-477D-BEF8-CA50716CC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2913" y="1871663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D7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0" name="subnet.b.3.node.2.1">
            <a:extLst xmlns:a="http://schemas.openxmlformats.org/drawingml/2006/main">
              <a:ext uri="{FF2B5EF4-FFF2-40B4-BE49-F238E27FC236}">
                <a16:creationId xmlns:a16="http://schemas.microsoft.com/office/drawing/2014/main" id="{68BA3D64-1B2D-43C6-9C20-D15140533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9138" y="1871663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D7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1" name="subnet.b.3.node.2.2">
            <a:extLst xmlns:a="http://schemas.openxmlformats.org/drawingml/2006/main">
              <a:ext uri="{FF2B5EF4-FFF2-40B4-BE49-F238E27FC236}">
                <a16:creationId xmlns:a16="http://schemas.microsoft.com/office/drawing/2014/main" id="{22321781-1BA2-4905-9A5F-7DAAF3DB5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5363" y="1871663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D7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2" name="subnet.c.1.edge.0">
            <a:extLst xmlns:a="http://schemas.openxmlformats.org/drawingml/2006/main">
              <a:ext uri="{FF2B5EF4-FFF2-40B4-BE49-F238E27FC236}">
                <a16:creationId xmlns:a16="http://schemas.microsoft.com/office/drawing/2014/main" id="{EBEB1750-24ED-4580-8E3E-0F216D76B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8775" y="2095500"/>
            <a:ext cx="0" cy="304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293" name="subnet.c.1.edge.1">
            <a:extLst xmlns:a="http://schemas.openxmlformats.org/drawingml/2006/main">
              <a:ext uri="{FF2B5EF4-FFF2-40B4-BE49-F238E27FC236}">
                <a16:creationId xmlns:a16="http://schemas.microsoft.com/office/drawing/2014/main" id="{CD079640-8726-44C9-A7C5-51C8DA77E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8775" y="2095500"/>
            <a:ext cx="276225" cy="304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294" name="subnet.c.1.edge.2">
            <a:extLst xmlns:a="http://schemas.openxmlformats.org/drawingml/2006/main">
              <a:ext uri="{FF2B5EF4-FFF2-40B4-BE49-F238E27FC236}">
                <a16:creationId xmlns:a16="http://schemas.microsoft.com/office/drawing/2014/main" id="{DBFEE518-65B8-4B63-94FD-3E1A4158B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8775" y="2095500"/>
            <a:ext cx="552450" cy="304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295" name="subnet.c.1.edge.3">
            <a:extLst xmlns:a="http://schemas.openxmlformats.org/drawingml/2006/main">
              <a:ext uri="{FF2B5EF4-FFF2-40B4-BE49-F238E27FC236}">
                <a16:creationId xmlns:a16="http://schemas.microsoft.com/office/drawing/2014/main" id="{A64C2596-6BA8-477E-957F-612DCA95C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8775" y="2095500"/>
            <a:ext cx="828675" cy="304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296" name="subnet.c.1.edge.4">
            <a:extLst xmlns:a="http://schemas.openxmlformats.org/drawingml/2006/main">
              <a:ext uri="{FF2B5EF4-FFF2-40B4-BE49-F238E27FC236}">
                <a16:creationId xmlns:a16="http://schemas.microsoft.com/office/drawing/2014/main" id="{F0AB4CFE-76A3-43DD-B11E-76BED003B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8775" y="2095500"/>
            <a:ext cx="276225" cy="304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297" name="subnet.c.1.edge.5">
            <a:extLst xmlns:a="http://schemas.openxmlformats.org/drawingml/2006/main">
              <a:ext uri="{FF2B5EF4-FFF2-40B4-BE49-F238E27FC236}">
                <a16:creationId xmlns:a16="http://schemas.microsoft.com/office/drawing/2014/main" id="{4022FE2B-BE38-4C5E-A3C0-E79D35AAD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095500"/>
            <a:ext cx="0" cy="304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298" name="subnet.c.1.edge.6">
            <a:extLst xmlns:a="http://schemas.openxmlformats.org/drawingml/2006/main">
              <a:ext uri="{FF2B5EF4-FFF2-40B4-BE49-F238E27FC236}">
                <a16:creationId xmlns:a16="http://schemas.microsoft.com/office/drawing/2014/main" id="{DA71C951-482B-4586-A543-ACA17D7EC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095500"/>
            <a:ext cx="276225" cy="304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299" name="subnet.c.1.edge.7">
            <a:extLst xmlns:a="http://schemas.openxmlformats.org/drawingml/2006/main">
              <a:ext uri="{FF2B5EF4-FFF2-40B4-BE49-F238E27FC236}">
                <a16:creationId xmlns:a16="http://schemas.microsoft.com/office/drawing/2014/main" id="{FC7D444E-DC67-401A-8765-80A83C6A3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095500"/>
            <a:ext cx="552450" cy="304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300" name="subnet.c.1.edge.8">
            <a:extLst xmlns:a="http://schemas.openxmlformats.org/drawingml/2006/main">
              <a:ext uri="{FF2B5EF4-FFF2-40B4-BE49-F238E27FC236}">
                <a16:creationId xmlns:a16="http://schemas.microsoft.com/office/drawing/2014/main" id="{5FE819D1-D5C7-4B63-9220-202C7ADEB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8775" y="2095500"/>
            <a:ext cx="552450" cy="304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301" name="subnet.c.1.edge.9">
            <a:extLst xmlns:a="http://schemas.openxmlformats.org/drawingml/2006/main">
              <a:ext uri="{FF2B5EF4-FFF2-40B4-BE49-F238E27FC236}">
                <a16:creationId xmlns:a16="http://schemas.microsoft.com/office/drawing/2014/main" id="{6A47FBE6-2E64-4F59-A84F-759DA5337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095500"/>
            <a:ext cx="276225" cy="304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302" name="subnet.c.1.edge.10">
            <a:extLst xmlns:a="http://schemas.openxmlformats.org/drawingml/2006/main">
              <a:ext uri="{FF2B5EF4-FFF2-40B4-BE49-F238E27FC236}">
                <a16:creationId xmlns:a16="http://schemas.microsoft.com/office/drawing/2014/main" id="{AB3CD398-F287-4325-8976-F5DD1A6B2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1225" y="2095500"/>
            <a:ext cx="0" cy="304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303" name="subnet.c.1.edge.11">
            <a:extLst xmlns:a="http://schemas.openxmlformats.org/drawingml/2006/main">
              <a:ext uri="{FF2B5EF4-FFF2-40B4-BE49-F238E27FC236}">
                <a16:creationId xmlns:a16="http://schemas.microsoft.com/office/drawing/2014/main" id="{3BC0869F-7490-4314-91A0-CF5E9C9C4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1225" y="2095500"/>
            <a:ext cx="276225" cy="304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304" name="subnet.c.1.edge.12">
            <a:extLst xmlns:a="http://schemas.openxmlformats.org/drawingml/2006/main">
              <a:ext uri="{FF2B5EF4-FFF2-40B4-BE49-F238E27FC236}">
                <a16:creationId xmlns:a16="http://schemas.microsoft.com/office/drawing/2014/main" id="{E88C390F-BB7C-4C66-B8BA-CD01CAE74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8775" y="2400300"/>
            <a:ext cx="0" cy="304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305" name="subnet.c.1.edge.13">
            <a:extLst xmlns:a="http://schemas.openxmlformats.org/drawingml/2006/main">
              <a:ext uri="{FF2B5EF4-FFF2-40B4-BE49-F238E27FC236}">
                <a16:creationId xmlns:a16="http://schemas.microsoft.com/office/drawing/2014/main" id="{D34DF6FF-A56F-4DEB-9E85-7502A4F8D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8775" y="2400300"/>
            <a:ext cx="276225" cy="304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306" name="subnet.c.1.edge.14">
            <a:extLst xmlns:a="http://schemas.openxmlformats.org/drawingml/2006/main">
              <a:ext uri="{FF2B5EF4-FFF2-40B4-BE49-F238E27FC236}">
                <a16:creationId xmlns:a16="http://schemas.microsoft.com/office/drawing/2014/main" id="{F3A47385-942A-414D-8771-EB9D74F69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8775" y="2400300"/>
            <a:ext cx="552450" cy="304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307" name="subnet.c.1.edge.15">
            <a:extLst xmlns:a="http://schemas.openxmlformats.org/drawingml/2006/main">
              <a:ext uri="{FF2B5EF4-FFF2-40B4-BE49-F238E27FC236}">
                <a16:creationId xmlns:a16="http://schemas.microsoft.com/office/drawing/2014/main" id="{4D147A15-DFA4-4C87-A7CE-EE19E560D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8775" y="2400300"/>
            <a:ext cx="828675" cy="304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308" name="subnet.c.1.edge.16">
            <a:extLst xmlns:a="http://schemas.openxmlformats.org/drawingml/2006/main">
              <a:ext uri="{FF2B5EF4-FFF2-40B4-BE49-F238E27FC236}">
                <a16:creationId xmlns:a16="http://schemas.microsoft.com/office/drawing/2014/main" id="{AD232637-E96E-4B48-BFFB-9A5D471AB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8775" y="2400300"/>
            <a:ext cx="276225" cy="304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309" name="subnet.c.1.edge.17">
            <a:extLst xmlns:a="http://schemas.openxmlformats.org/drawingml/2006/main">
              <a:ext uri="{FF2B5EF4-FFF2-40B4-BE49-F238E27FC236}">
                <a16:creationId xmlns:a16="http://schemas.microsoft.com/office/drawing/2014/main" id="{B0BC1220-3DC9-496E-BEC7-5C31E2B28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400300"/>
            <a:ext cx="0" cy="304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310" name="subnet.c.1.edge.18">
            <a:extLst xmlns:a="http://schemas.openxmlformats.org/drawingml/2006/main">
              <a:ext uri="{FF2B5EF4-FFF2-40B4-BE49-F238E27FC236}">
                <a16:creationId xmlns:a16="http://schemas.microsoft.com/office/drawing/2014/main" id="{67FE4967-877F-4A2A-A5B3-72C8E83EE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400300"/>
            <a:ext cx="276225" cy="304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311" name="subnet.c.1.edge.19">
            <a:extLst xmlns:a="http://schemas.openxmlformats.org/drawingml/2006/main">
              <a:ext uri="{FF2B5EF4-FFF2-40B4-BE49-F238E27FC236}">
                <a16:creationId xmlns:a16="http://schemas.microsoft.com/office/drawing/2014/main" id="{09AD6C64-FF8F-429C-B61B-9F64DCB04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400300"/>
            <a:ext cx="552450" cy="304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312" name="subnet.c.1.edge.20">
            <a:extLst xmlns:a="http://schemas.openxmlformats.org/drawingml/2006/main">
              <a:ext uri="{FF2B5EF4-FFF2-40B4-BE49-F238E27FC236}">
                <a16:creationId xmlns:a16="http://schemas.microsoft.com/office/drawing/2014/main" id="{92FB18F0-751E-4329-9FB1-C42F940CD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8775" y="2400300"/>
            <a:ext cx="552450" cy="304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313" name="subnet.c.1.edge.21">
            <a:extLst xmlns:a="http://schemas.openxmlformats.org/drawingml/2006/main">
              <a:ext uri="{FF2B5EF4-FFF2-40B4-BE49-F238E27FC236}">
                <a16:creationId xmlns:a16="http://schemas.microsoft.com/office/drawing/2014/main" id="{626BECF9-CB46-4879-B4F4-5006BF585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400300"/>
            <a:ext cx="276225" cy="304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314" name="subnet.c.1.edge.22">
            <a:extLst xmlns:a="http://schemas.openxmlformats.org/drawingml/2006/main">
              <a:ext uri="{FF2B5EF4-FFF2-40B4-BE49-F238E27FC236}">
                <a16:creationId xmlns:a16="http://schemas.microsoft.com/office/drawing/2014/main" id="{B75D7C2E-A5E4-42B7-AD23-9A7FD5A12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1225" y="2400300"/>
            <a:ext cx="0" cy="304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315" name="subnet.c.1.edge.23">
            <a:extLst xmlns:a="http://schemas.openxmlformats.org/drawingml/2006/main">
              <a:ext uri="{FF2B5EF4-FFF2-40B4-BE49-F238E27FC236}">
                <a16:creationId xmlns:a16="http://schemas.microsoft.com/office/drawing/2014/main" id="{B54C528D-0EA3-4821-8472-962AE61ED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1225" y="2400300"/>
            <a:ext cx="276225" cy="304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316" name="subnet.c.1.edge.24">
            <a:extLst xmlns:a="http://schemas.openxmlformats.org/drawingml/2006/main">
              <a:ext uri="{FF2B5EF4-FFF2-40B4-BE49-F238E27FC236}">
                <a16:creationId xmlns:a16="http://schemas.microsoft.com/office/drawing/2014/main" id="{304B5BF0-A71D-49B2-862C-8DF956C40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8775" y="2400300"/>
            <a:ext cx="828675" cy="304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317" name="subnet.c.1.edge.25">
            <a:extLst xmlns:a="http://schemas.openxmlformats.org/drawingml/2006/main">
              <a:ext uri="{FF2B5EF4-FFF2-40B4-BE49-F238E27FC236}">
                <a16:creationId xmlns:a16="http://schemas.microsoft.com/office/drawing/2014/main" id="{70342D87-BE9A-4D6D-B254-20C389D22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400300"/>
            <a:ext cx="552450" cy="304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318" name="subnet.c.1.edge.26">
            <a:extLst xmlns:a="http://schemas.openxmlformats.org/drawingml/2006/main">
              <a:ext uri="{FF2B5EF4-FFF2-40B4-BE49-F238E27FC236}">
                <a16:creationId xmlns:a16="http://schemas.microsoft.com/office/drawing/2014/main" id="{F13432D8-A1F9-4BC5-B061-49CF5B6C0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1225" y="2400300"/>
            <a:ext cx="276225" cy="304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319" name="subnet.c.1.edge.27">
            <a:extLst xmlns:a="http://schemas.openxmlformats.org/drawingml/2006/main">
              <a:ext uri="{FF2B5EF4-FFF2-40B4-BE49-F238E27FC236}">
                <a16:creationId xmlns:a16="http://schemas.microsoft.com/office/drawing/2014/main" id="{104680C3-E59A-4E1F-9D4C-2D574BC26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400300"/>
            <a:ext cx="0" cy="304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320" name="subnet.c.1.edge.28">
            <a:extLst xmlns:a="http://schemas.openxmlformats.org/drawingml/2006/main">
              <a:ext uri="{FF2B5EF4-FFF2-40B4-BE49-F238E27FC236}">
                <a16:creationId xmlns:a16="http://schemas.microsoft.com/office/drawing/2014/main" id="{45DDEA7F-F349-4B1B-95E9-946A13EBE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8775" y="2705100"/>
            <a:ext cx="0" cy="304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321" name="subnet.c.1.edge.29">
            <a:extLst xmlns:a="http://schemas.openxmlformats.org/drawingml/2006/main">
              <a:ext uri="{FF2B5EF4-FFF2-40B4-BE49-F238E27FC236}">
                <a16:creationId xmlns:a16="http://schemas.microsoft.com/office/drawing/2014/main" id="{DADD5482-0F2D-4193-A3CA-AD4808074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8775" y="2705100"/>
            <a:ext cx="276225" cy="304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322" name="subnet.c.1.edge.30">
            <a:extLst xmlns:a="http://schemas.openxmlformats.org/drawingml/2006/main">
              <a:ext uri="{FF2B5EF4-FFF2-40B4-BE49-F238E27FC236}">
                <a16:creationId xmlns:a16="http://schemas.microsoft.com/office/drawing/2014/main" id="{30E9605A-1C3D-4138-8787-5E26080AC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8775" y="2705100"/>
            <a:ext cx="552450" cy="304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323" name="subnet.c.1.edge.31">
            <a:extLst xmlns:a="http://schemas.openxmlformats.org/drawingml/2006/main">
              <a:ext uri="{FF2B5EF4-FFF2-40B4-BE49-F238E27FC236}">
                <a16:creationId xmlns:a16="http://schemas.microsoft.com/office/drawing/2014/main" id="{C3405683-C9DC-4CB9-A980-CDC5CB8D9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8775" y="2705100"/>
            <a:ext cx="828675" cy="304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324" name="subnet.c.1.edge.32">
            <a:extLst xmlns:a="http://schemas.openxmlformats.org/drawingml/2006/main">
              <a:ext uri="{FF2B5EF4-FFF2-40B4-BE49-F238E27FC236}">
                <a16:creationId xmlns:a16="http://schemas.microsoft.com/office/drawing/2014/main" id="{8BECFD8A-C55B-4B80-A370-BA3EE906D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8775" y="2705100"/>
            <a:ext cx="276225" cy="304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325" name="subnet.c.1.edge.33">
            <a:extLst xmlns:a="http://schemas.openxmlformats.org/drawingml/2006/main">
              <a:ext uri="{FF2B5EF4-FFF2-40B4-BE49-F238E27FC236}">
                <a16:creationId xmlns:a16="http://schemas.microsoft.com/office/drawing/2014/main" id="{6A429B4E-9382-4E0C-B106-CA931E8E9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705100"/>
            <a:ext cx="0" cy="304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326" name="subnet.c.1.edge.34">
            <a:extLst xmlns:a="http://schemas.openxmlformats.org/drawingml/2006/main">
              <a:ext uri="{FF2B5EF4-FFF2-40B4-BE49-F238E27FC236}">
                <a16:creationId xmlns:a16="http://schemas.microsoft.com/office/drawing/2014/main" id="{A4114B2D-FC8A-4BDA-96B9-A4952F270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705100"/>
            <a:ext cx="276225" cy="304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327" name="subnet.c.1.edge.35">
            <a:extLst xmlns:a="http://schemas.openxmlformats.org/drawingml/2006/main">
              <a:ext uri="{FF2B5EF4-FFF2-40B4-BE49-F238E27FC236}">
                <a16:creationId xmlns:a16="http://schemas.microsoft.com/office/drawing/2014/main" id="{23BECDCB-9354-40A8-B4ED-1D0EC020C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705100"/>
            <a:ext cx="552450" cy="304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328" name="subnet.c.1.edge.36">
            <a:extLst xmlns:a="http://schemas.openxmlformats.org/drawingml/2006/main">
              <a:ext uri="{FF2B5EF4-FFF2-40B4-BE49-F238E27FC236}">
                <a16:creationId xmlns:a16="http://schemas.microsoft.com/office/drawing/2014/main" id="{168CC61F-D70A-4B92-94F5-68537DF06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8775" y="2705100"/>
            <a:ext cx="552450" cy="304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329" name="subnet.c.1.edge.37">
            <a:extLst xmlns:a="http://schemas.openxmlformats.org/drawingml/2006/main">
              <a:ext uri="{FF2B5EF4-FFF2-40B4-BE49-F238E27FC236}">
                <a16:creationId xmlns:a16="http://schemas.microsoft.com/office/drawing/2014/main" id="{2FC1497D-50F8-42C6-A505-750614797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705100"/>
            <a:ext cx="276225" cy="304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330" name="subnet.c.1.edge.38">
            <a:extLst xmlns:a="http://schemas.openxmlformats.org/drawingml/2006/main">
              <a:ext uri="{FF2B5EF4-FFF2-40B4-BE49-F238E27FC236}">
                <a16:creationId xmlns:a16="http://schemas.microsoft.com/office/drawing/2014/main" id="{822A3FA6-E108-4DB8-A28E-7059E0059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1225" y="2705100"/>
            <a:ext cx="0" cy="304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331" name="subnet.c.1.edge.39">
            <a:extLst xmlns:a="http://schemas.openxmlformats.org/drawingml/2006/main">
              <a:ext uri="{FF2B5EF4-FFF2-40B4-BE49-F238E27FC236}">
                <a16:creationId xmlns:a16="http://schemas.microsoft.com/office/drawing/2014/main" id="{5E99C6C7-0743-4D20-A3F8-0EFDD6A46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1225" y="2705100"/>
            <a:ext cx="276225" cy="304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332" name="subnet.c.1.edge.40">
            <a:extLst xmlns:a="http://schemas.openxmlformats.org/drawingml/2006/main">
              <a:ext uri="{FF2B5EF4-FFF2-40B4-BE49-F238E27FC236}">
                <a16:creationId xmlns:a16="http://schemas.microsoft.com/office/drawing/2014/main" id="{E111DBB0-9994-46A8-BC90-071FDB740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8775" y="2705100"/>
            <a:ext cx="828675" cy="304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333" name="subnet.c.1.edge.41">
            <a:extLst xmlns:a="http://schemas.openxmlformats.org/drawingml/2006/main">
              <a:ext uri="{FF2B5EF4-FFF2-40B4-BE49-F238E27FC236}">
                <a16:creationId xmlns:a16="http://schemas.microsoft.com/office/drawing/2014/main" id="{A5145CF4-E8B4-4844-A309-928715682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705100"/>
            <a:ext cx="552450" cy="304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334" name="subnet.c.1.edge.42">
            <a:extLst xmlns:a="http://schemas.openxmlformats.org/drawingml/2006/main">
              <a:ext uri="{FF2B5EF4-FFF2-40B4-BE49-F238E27FC236}">
                <a16:creationId xmlns:a16="http://schemas.microsoft.com/office/drawing/2014/main" id="{373874D6-4085-4183-B6F9-555A9396B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1225" y="2705100"/>
            <a:ext cx="276225" cy="304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335" name="subnet.c.1.edge.43">
            <a:extLst xmlns:a="http://schemas.openxmlformats.org/drawingml/2006/main">
              <a:ext uri="{FF2B5EF4-FFF2-40B4-BE49-F238E27FC236}">
                <a16:creationId xmlns:a16="http://schemas.microsoft.com/office/drawing/2014/main" id="{C5A5F467-DD73-4227-897A-487A7EAF4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705100"/>
            <a:ext cx="0" cy="304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336" name="subnet.c.1.node.0.0">
            <a:extLst xmlns:a="http://schemas.openxmlformats.org/drawingml/2006/main">
              <a:ext uri="{FF2B5EF4-FFF2-40B4-BE49-F238E27FC236}">
                <a16:creationId xmlns:a16="http://schemas.microsoft.com/office/drawing/2014/main" id="{BF430902-BE61-4A99-B777-DA12F9AF5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6863" y="2033588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E7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7" name="subnet.c.1.node.0.1">
            <a:extLst xmlns:a="http://schemas.openxmlformats.org/drawingml/2006/main">
              <a:ext uri="{FF2B5EF4-FFF2-40B4-BE49-F238E27FC236}">
                <a16:creationId xmlns:a16="http://schemas.microsoft.com/office/drawing/2014/main" id="{6B23B124-5856-408C-929E-CFE7C402F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3088" y="2033588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E7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8" name="subnet.c.1.node.0.2">
            <a:extLst xmlns:a="http://schemas.openxmlformats.org/drawingml/2006/main">
              <a:ext uri="{FF2B5EF4-FFF2-40B4-BE49-F238E27FC236}">
                <a16:creationId xmlns:a16="http://schemas.microsoft.com/office/drawing/2014/main" id="{D26FD224-D5F9-476D-92ED-CDB3E50CD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9313" y="2033588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E7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9" name="subnet.c.1.node.1.0">
            <a:extLst xmlns:a="http://schemas.openxmlformats.org/drawingml/2006/main">
              <a:ext uri="{FF2B5EF4-FFF2-40B4-BE49-F238E27FC236}">
                <a16:creationId xmlns:a16="http://schemas.microsoft.com/office/drawing/2014/main" id="{A1639214-14FD-4C92-93FD-7454DA477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6863" y="2338388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B43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0" name="subnet.c.1.node.1.1">
            <a:extLst xmlns:a="http://schemas.openxmlformats.org/drawingml/2006/main">
              <a:ext uri="{FF2B5EF4-FFF2-40B4-BE49-F238E27FC236}">
                <a16:creationId xmlns:a16="http://schemas.microsoft.com/office/drawing/2014/main" id="{A416091A-4CCC-4430-B3EB-A9335CF8E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3088" y="2338388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B43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1" name="subnet.c.1.node.1.2">
            <a:extLst xmlns:a="http://schemas.openxmlformats.org/drawingml/2006/main">
              <a:ext uri="{FF2B5EF4-FFF2-40B4-BE49-F238E27FC236}">
                <a16:creationId xmlns:a16="http://schemas.microsoft.com/office/drawing/2014/main" id="{94AF09FD-FC1B-4127-8887-3C10E3CFD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9313" y="2338388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B43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2" name="subnet.c.1.node.1.3">
            <a:extLst xmlns:a="http://schemas.openxmlformats.org/drawingml/2006/main">
              <a:ext uri="{FF2B5EF4-FFF2-40B4-BE49-F238E27FC236}">
                <a16:creationId xmlns:a16="http://schemas.microsoft.com/office/drawing/2014/main" id="{FC77C4A8-A5F3-4B63-82B8-C77506B0B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5538" y="2338388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B43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3" name="subnet.c.1.node.2.0">
            <a:extLst xmlns:a="http://schemas.openxmlformats.org/drawingml/2006/main">
              <a:ext uri="{FF2B5EF4-FFF2-40B4-BE49-F238E27FC236}">
                <a16:creationId xmlns:a16="http://schemas.microsoft.com/office/drawing/2014/main" id="{C1F9D4EB-708E-46A9-9F2C-8D456B8E8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6863" y="2643188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D7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4" name="subnet.c.1.node.2.1">
            <a:extLst xmlns:a="http://schemas.openxmlformats.org/drawingml/2006/main">
              <a:ext uri="{FF2B5EF4-FFF2-40B4-BE49-F238E27FC236}">
                <a16:creationId xmlns:a16="http://schemas.microsoft.com/office/drawing/2014/main" id="{6D25F925-F9E6-46C7-B76A-3E3E75650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3088" y="2643188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D7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5" name="subnet.c.1.node.2.2">
            <a:extLst xmlns:a="http://schemas.openxmlformats.org/drawingml/2006/main">
              <a:ext uri="{FF2B5EF4-FFF2-40B4-BE49-F238E27FC236}">
                <a16:creationId xmlns:a16="http://schemas.microsoft.com/office/drawing/2014/main" id="{6554966C-5E48-498D-A647-9CACD414C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9313" y="2643188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D7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6" name="subnet.c.1.node.2.3">
            <a:extLst xmlns:a="http://schemas.openxmlformats.org/drawingml/2006/main">
              <a:ext uri="{FF2B5EF4-FFF2-40B4-BE49-F238E27FC236}">
                <a16:creationId xmlns:a16="http://schemas.microsoft.com/office/drawing/2014/main" id="{673B31B4-F39B-4023-BE3D-94F949BAD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5538" y="2643188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D7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7" name="subnet.c.1.node.3.0">
            <a:extLst xmlns:a="http://schemas.openxmlformats.org/drawingml/2006/main">
              <a:ext uri="{FF2B5EF4-FFF2-40B4-BE49-F238E27FC236}">
                <a16:creationId xmlns:a16="http://schemas.microsoft.com/office/drawing/2014/main" id="{FE344D89-DA85-40D6-9FF8-94548EECF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6863" y="2947988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735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8" name="subnet.c.1.node.3.1">
            <a:extLst xmlns:a="http://schemas.openxmlformats.org/drawingml/2006/main">
              <a:ext uri="{FF2B5EF4-FFF2-40B4-BE49-F238E27FC236}">
                <a16:creationId xmlns:a16="http://schemas.microsoft.com/office/drawing/2014/main" id="{1FB79056-E0D2-455D-897C-268FF8B19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3088" y="2947988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735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9" name="subnet.c.1.node.3.2">
            <a:extLst xmlns:a="http://schemas.openxmlformats.org/drawingml/2006/main">
              <a:ext uri="{FF2B5EF4-FFF2-40B4-BE49-F238E27FC236}">
                <a16:creationId xmlns:a16="http://schemas.microsoft.com/office/drawing/2014/main" id="{1F40D214-7827-4E66-9AF3-61BE82566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9313" y="2947988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735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0" name="subnet.c.1.node.3.3">
            <a:extLst xmlns:a="http://schemas.openxmlformats.org/drawingml/2006/main">
              <a:ext uri="{FF2B5EF4-FFF2-40B4-BE49-F238E27FC236}">
                <a16:creationId xmlns:a16="http://schemas.microsoft.com/office/drawing/2014/main" id="{CEB1931F-6C29-4E76-B8D6-3C40C2EFD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5538" y="2947988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735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1" name="subnet.c.2.edge.0">
            <a:extLst xmlns:a="http://schemas.openxmlformats.org/drawingml/2006/main">
              <a:ext uri="{FF2B5EF4-FFF2-40B4-BE49-F238E27FC236}">
                <a16:creationId xmlns:a16="http://schemas.microsoft.com/office/drawing/2014/main" id="{BF35803A-83BD-4169-8567-3EDC2C6B1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095500"/>
            <a:ext cx="0" cy="304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352" name="subnet.c.2.edge.1">
            <a:extLst xmlns:a="http://schemas.openxmlformats.org/drawingml/2006/main">
              <a:ext uri="{FF2B5EF4-FFF2-40B4-BE49-F238E27FC236}">
                <a16:creationId xmlns:a16="http://schemas.microsoft.com/office/drawing/2014/main" id="{51AA962C-3FE8-40B0-B88C-DEEFFE546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095500"/>
            <a:ext cx="276225" cy="304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353" name="subnet.c.2.edge.2">
            <a:extLst xmlns:a="http://schemas.openxmlformats.org/drawingml/2006/main">
              <a:ext uri="{FF2B5EF4-FFF2-40B4-BE49-F238E27FC236}">
                <a16:creationId xmlns:a16="http://schemas.microsoft.com/office/drawing/2014/main" id="{996BD6B6-FCB8-435B-87AF-54AC33B44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095500"/>
            <a:ext cx="552450" cy="304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354" name="subnet.c.2.edge.3">
            <a:extLst xmlns:a="http://schemas.openxmlformats.org/drawingml/2006/main">
              <a:ext uri="{FF2B5EF4-FFF2-40B4-BE49-F238E27FC236}">
                <a16:creationId xmlns:a16="http://schemas.microsoft.com/office/drawing/2014/main" id="{5BAC16A9-64BB-41F8-9F49-A1858249B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095500"/>
            <a:ext cx="276225" cy="304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355" name="subnet.c.2.edge.4">
            <a:extLst xmlns:a="http://schemas.openxmlformats.org/drawingml/2006/main">
              <a:ext uri="{FF2B5EF4-FFF2-40B4-BE49-F238E27FC236}">
                <a16:creationId xmlns:a16="http://schemas.microsoft.com/office/drawing/2014/main" id="{8ED950D0-1406-4900-AD0B-9814D5E38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2095500"/>
            <a:ext cx="0" cy="304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356" name="subnet.c.2.edge.5">
            <a:extLst xmlns:a="http://schemas.openxmlformats.org/drawingml/2006/main">
              <a:ext uri="{FF2B5EF4-FFF2-40B4-BE49-F238E27FC236}">
                <a16:creationId xmlns:a16="http://schemas.microsoft.com/office/drawing/2014/main" id="{255D4103-0109-44A4-91CD-507B25F4F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2095500"/>
            <a:ext cx="276225" cy="304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357" name="subnet.c.2.edge.6">
            <a:extLst xmlns:a="http://schemas.openxmlformats.org/drawingml/2006/main">
              <a:ext uri="{FF2B5EF4-FFF2-40B4-BE49-F238E27FC236}">
                <a16:creationId xmlns:a16="http://schemas.microsoft.com/office/drawing/2014/main" id="{C1D061B4-212E-4D47-A2D6-15146F1ED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095500"/>
            <a:ext cx="552450" cy="304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358" name="subnet.c.2.edge.7">
            <a:extLst xmlns:a="http://schemas.openxmlformats.org/drawingml/2006/main">
              <a:ext uri="{FF2B5EF4-FFF2-40B4-BE49-F238E27FC236}">
                <a16:creationId xmlns:a16="http://schemas.microsoft.com/office/drawing/2014/main" id="{C64A5067-E8F2-495A-9DDC-36AEA6458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2095500"/>
            <a:ext cx="276225" cy="304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359" name="subnet.c.2.edge.8">
            <a:extLst xmlns:a="http://schemas.openxmlformats.org/drawingml/2006/main">
              <a:ext uri="{FF2B5EF4-FFF2-40B4-BE49-F238E27FC236}">
                <a16:creationId xmlns:a16="http://schemas.microsoft.com/office/drawing/2014/main" id="{849B4649-7AA7-42B8-8B20-88E390F1E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095500"/>
            <a:ext cx="0" cy="304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360" name="subnet.c.2.edge.9">
            <a:extLst xmlns:a="http://schemas.openxmlformats.org/drawingml/2006/main">
              <a:ext uri="{FF2B5EF4-FFF2-40B4-BE49-F238E27FC236}">
                <a16:creationId xmlns:a16="http://schemas.microsoft.com/office/drawing/2014/main" id="{8E2DC334-AE3C-47A9-9FFC-99AE14A17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400300"/>
            <a:ext cx="0" cy="304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361" name="subnet.c.2.edge.10">
            <a:extLst xmlns:a="http://schemas.openxmlformats.org/drawingml/2006/main">
              <a:ext uri="{FF2B5EF4-FFF2-40B4-BE49-F238E27FC236}">
                <a16:creationId xmlns:a16="http://schemas.microsoft.com/office/drawing/2014/main" id="{14DCFBEA-E092-465E-80A0-890714A6B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400300"/>
            <a:ext cx="276225" cy="304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362" name="subnet.c.2.edge.11">
            <a:extLst xmlns:a="http://schemas.openxmlformats.org/drawingml/2006/main">
              <a:ext uri="{FF2B5EF4-FFF2-40B4-BE49-F238E27FC236}">
                <a16:creationId xmlns:a16="http://schemas.microsoft.com/office/drawing/2014/main" id="{12D18B17-B977-4DF1-8848-96E72E5DC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400300"/>
            <a:ext cx="552450" cy="304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363" name="subnet.c.2.edge.12">
            <a:extLst xmlns:a="http://schemas.openxmlformats.org/drawingml/2006/main">
              <a:ext uri="{FF2B5EF4-FFF2-40B4-BE49-F238E27FC236}">
                <a16:creationId xmlns:a16="http://schemas.microsoft.com/office/drawing/2014/main" id="{9B5516DB-739D-46C7-8155-2D5D5C4AA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400300"/>
            <a:ext cx="276225" cy="304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364" name="subnet.c.2.edge.13">
            <a:extLst xmlns:a="http://schemas.openxmlformats.org/drawingml/2006/main">
              <a:ext uri="{FF2B5EF4-FFF2-40B4-BE49-F238E27FC236}">
                <a16:creationId xmlns:a16="http://schemas.microsoft.com/office/drawing/2014/main" id="{3E2EEC9A-321C-4081-8591-8EE92AF28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2400300"/>
            <a:ext cx="0" cy="304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365" name="subnet.c.2.edge.14">
            <a:extLst xmlns:a="http://schemas.openxmlformats.org/drawingml/2006/main">
              <a:ext uri="{FF2B5EF4-FFF2-40B4-BE49-F238E27FC236}">
                <a16:creationId xmlns:a16="http://schemas.microsoft.com/office/drawing/2014/main" id="{0BD12CED-D905-4C55-80E9-678D080DB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2400300"/>
            <a:ext cx="276225" cy="304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366" name="subnet.c.2.edge.15">
            <a:extLst xmlns:a="http://schemas.openxmlformats.org/drawingml/2006/main">
              <a:ext uri="{FF2B5EF4-FFF2-40B4-BE49-F238E27FC236}">
                <a16:creationId xmlns:a16="http://schemas.microsoft.com/office/drawing/2014/main" id="{BF094AD0-5CC4-40BB-B4A8-3CEA3C642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400300"/>
            <a:ext cx="552450" cy="304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367" name="subnet.c.2.edge.16">
            <a:extLst xmlns:a="http://schemas.openxmlformats.org/drawingml/2006/main">
              <a:ext uri="{FF2B5EF4-FFF2-40B4-BE49-F238E27FC236}">
                <a16:creationId xmlns:a16="http://schemas.microsoft.com/office/drawing/2014/main" id="{8B778BE6-ED06-4A2A-8889-AF8F85DDF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2400300"/>
            <a:ext cx="276225" cy="304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368" name="subnet.c.2.edge.17">
            <a:extLst xmlns:a="http://schemas.openxmlformats.org/drawingml/2006/main">
              <a:ext uri="{FF2B5EF4-FFF2-40B4-BE49-F238E27FC236}">
                <a16:creationId xmlns:a16="http://schemas.microsoft.com/office/drawing/2014/main" id="{2A328F51-D006-420B-A1F2-E66A32DF3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400300"/>
            <a:ext cx="0" cy="304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369" name="subnet.c.2.edge.18">
            <a:extLst xmlns:a="http://schemas.openxmlformats.org/drawingml/2006/main">
              <a:ext uri="{FF2B5EF4-FFF2-40B4-BE49-F238E27FC236}">
                <a16:creationId xmlns:a16="http://schemas.microsoft.com/office/drawing/2014/main" id="{DE4B61AB-1DD6-4447-97DA-07D46B87F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705100"/>
            <a:ext cx="0" cy="304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370" name="subnet.c.2.edge.19">
            <a:extLst xmlns:a="http://schemas.openxmlformats.org/drawingml/2006/main">
              <a:ext uri="{FF2B5EF4-FFF2-40B4-BE49-F238E27FC236}">
                <a16:creationId xmlns:a16="http://schemas.microsoft.com/office/drawing/2014/main" id="{0CF39250-6343-430C-B066-FC10C1E40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705100"/>
            <a:ext cx="276225" cy="304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371" name="subnet.c.2.edge.20">
            <a:extLst xmlns:a="http://schemas.openxmlformats.org/drawingml/2006/main">
              <a:ext uri="{FF2B5EF4-FFF2-40B4-BE49-F238E27FC236}">
                <a16:creationId xmlns:a16="http://schemas.microsoft.com/office/drawing/2014/main" id="{39897063-1685-48F3-9730-329E91824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705100"/>
            <a:ext cx="276225" cy="304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372" name="subnet.c.2.edge.21">
            <a:extLst xmlns:a="http://schemas.openxmlformats.org/drawingml/2006/main">
              <a:ext uri="{FF2B5EF4-FFF2-40B4-BE49-F238E27FC236}">
                <a16:creationId xmlns:a16="http://schemas.microsoft.com/office/drawing/2014/main" id="{CD17EE2F-CE6E-47AC-8EE7-BF4D56EA9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2705100"/>
            <a:ext cx="0" cy="304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373" name="subnet.c.2.edge.22">
            <a:extLst xmlns:a="http://schemas.openxmlformats.org/drawingml/2006/main">
              <a:ext uri="{FF2B5EF4-FFF2-40B4-BE49-F238E27FC236}">
                <a16:creationId xmlns:a16="http://schemas.microsoft.com/office/drawing/2014/main" id="{04726C03-8D5A-4B60-BD9A-05C9A713D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705100"/>
            <a:ext cx="552450" cy="304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374" name="subnet.c.2.edge.23">
            <a:extLst xmlns:a="http://schemas.openxmlformats.org/drawingml/2006/main">
              <a:ext uri="{FF2B5EF4-FFF2-40B4-BE49-F238E27FC236}">
                <a16:creationId xmlns:a16="http://schemas.microsoft.com/office/drawing/2014/main" id="{CAA2BAA3-545F-408D-AF06-7F90D1A88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2705100"/>
            <a:ext cx="276225" cy="304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375" name="subnet.c.2.node.0.0">
            <a:extLst xmlns:a="http://schemas.openxmlformats.org/drawingml/2006/main">
              <a:ext uri="{FF2B5EF4-FFF2-40B4-BE49-F238E27FC236}">
                <a16:creationId xmlns:a16="http://schemas.microsoft.com/office/drawing/2014/main" id="{2A977BAF-82B3-4364-92AF-F2110B1DF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8938" y="2033588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E7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6" name="subnet.c.2.node.0.1">
            <a:extLst xmlns:a="http://schemas.openxmlformats.org/drawingml/2006/main">
              <a:ext uri="{FF2B5EF4-FFF2-40B4-BE49-F238E27FC236}">
                <a16:creationId xmlns:a16="http://schemas.microsoft.com/office/drawing/2014/main" id="{FF6D9DF6-B6F7-4178-8637-7A1030DF2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5163" y="2033588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E7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7" name="subnet.c.2.node.0.2">
            <a:extLst xmlns:a="http://schemas.openxmlformats.org/drawingml/2006/main">
              <a:ext uri="{FF2B5EF4-FFF2-40B4-BE49-F238E27FC236}">
                <a16:creationId xmlns:a16="http://schemas.microsoft.com/office/drawing/2014/main" id="{8DE83A35-A6E4-4848-8CD1-A25972CDF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1388" y="2033588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E7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8" name="subnet.c.2.node.1.0">
            <a:extLst xmlns:a="http://schemas.openxmlformats.org/drawingml/2006/main">
              <a:ext uri="{FF2B5EF4-FFF2-40B4-BE49-F238E27FC236}">
                <a16:creationId xmlns:a16="http://schemas.microsoft.com/office/drawing/2014/main" id="{A5A18C55-D4CE-45C7-A290-0CD29A0FA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8938" y="2338388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B43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9" name="subnet.c.2.node.1.1">
            <a:extLst xmlns:a="http://schemas.openxmlformats.org/drawingml/2006/main">
              <a:ext uri="{FF2B5EF4-FFF2-40B4-BE49-F238E27FC236}">
                <a16:creationId xmlns:a16="http://schemas.microsoft.com/office/drawing/2014/main" id="{4DB018CE-B47F-493C-9F94-7D48F3D81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5163" y="2338388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B43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0" name="subnet.c.2.node.1.2">
            <a:extLst xmlns:a="http://schemas.openxmlformats.org/drawingml/2006/main">
              <a:ext uri="{FF2B5EF4-FFF2-40B4-BE49-F238E27FC236}">
                <a16:creationId xmlns:a16="http://schemas.microsoft.com/office/drawing/2014/main" id="{44ED91FF-EF67-4FB3-A095-6BF3277F0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1388" y="2338388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B43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1" name="subnet.c.2.node.2.0">
            <a:extLst xmlns:a="http://schemas.openxmlformats.org/drawingml/2006/main">
              <a:ext uri="{FF2B5EF4-FFF2-40B4-BE49-F238E27FC236}">
                <a16:creationId xmlns:a16="http://schemas.microsoft.com/office/drawing/2014/main" id="{66BD2F92-AFC7-4AEE-AFB4-437C4B20B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8938" y="2643188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D7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2" name="subnet.c.2.node.2.1">
            <a:extLst xmlns:a="http://schemas.openxmlformats.org/drawingml/2006/main">
              <a:ext uri="{FF2B5EF4-FFF2-40B4-BE49-F238E27FC236}">
                <a16:creationId xmlns:a16="http://schemas.microsoft.com/office/drawing/2014/main" id="{59D8CA3C-0993-469B-A71D-9D43C201E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5163" y="2643188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D7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3" name="subnet.c.2.node.2.2">
            <a:extLst xmlns:a="http://schemas.openxmlformats.org/drawingml/2006/main">
              <a:ext uri="{FF2B5EF4-FFF2-40B4-BE49-F238E27FC236}">
                <a16:creationId xmlns:a16="http://schemas.microsoft.com/office/drawing/2014/main" id="{4E8730CD-985D-412E-9997-BF5CFD536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1388" y="2643188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D7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4" name="subnet.c.2.node.3.0">
            <a:extLst xmlns:a="http://schemas.openxmlformats.org/drawingml/2006/main">
              <a:ext uri="{FF2B5EF4-FFF2-40B4-BE49-F238E27FC236}">
                <a16:creationId xmlns:a16="http://schemas.microsoft.com/office/drawing/2014/main" id="{53655A54-780B-402F-B318-9BC49881E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8938" y="2947988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735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5" name="subnet.c.2.node.3.1">
            <a:extLst xmlns:a="http://schemas.openxmlformats.org/drawingml/2006/main">
              <a:ext uri="{FF2B5EF4-FFF2-40B4-BE49-F238E27FC236}">
                <a16:creationId xmlns:a16="http://schemas.microsoft.com/office/drawing/2014/main" id="{013AAE22-8493-45BB-8702-641723958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5163" y="2947988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735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6" name="subnet.c.3.edge.0">
            <a:extLst xmlns:a="http://schemas.openxmlformats.org/drawingml/2006/main">
              <a:ext uri="{FF2B5EF4-FFF2-40B4-BE49-F238E27FC236}">
                <a16:creationId xmlns:a16="http://schemas.microsoft.com/office/drawing/2014/main" id="{9092C1E5-9E94-4A58-8D80-0FD918F00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095500"/>
            <a:ext cx="0" cy="41433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387" name="subnet.c.3.edge.1">
            <a:extLst xmlns:a="http://schemas.openxmlformats.org/drawingml/2006/main">
              <a:ext uri="{FF2B5EF4-FFF2-40B4-BE49-F238E27FC236}">
                <a16:creationId xmlns:a16="http://schemas.microsoft.com/office/drawing/2014/main" id="{7FAC2047-919F-4134-86AD-499565050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095500"/>
            <a:ext cx="276225" cy="41433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388" name="subnet.c.3.edge.2">
            <a:extLst xmlns:a="http://schemas.openxmlformats.org/drawingml/2006/main">
              <a:ext uri="{FF2B5EF4-FFF2-40B4-BE49-F238E27FC236}">
                <a16:creationId xmlns:a16="http://schemas.microsoft.com/office/drawing/2014/main" id="{3F87C667-1258-4BFA-B980-8B1165D51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095500"/>
            <a:ext cx="276225" cy="41433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389" name="subnet.c.3.edge.3">
            <a:extLst xmlns:a="http://schemas.openxmlformats.org/drawingml/2006/main">
              <a:ext uri="{FF2B5EF4-FFF2-40B4-BE49-F238E27FC236}">
                <a16:creationId xmlns:a16="http://schemas.microsoft.com/office/drawing/2014/main" id="{8CBFA520-8DDF-4B9A-82EF-A02C9AF69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575" y="2095500"/>
            <a:ext cx="0" cy="41433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390" name="subnet.c.3.edge.4">
            <a:extLst xmlns:a="http://schemas.openxmlformats.org/drawingml/2006/main">
              <a:ext uri="{FF2B5EF4-FFF2-40B4-BE49-F238E27FC236}">
                <a16:creationId xmlns:a16="http://schemas.microsoft.com/office/drawing/2014/main" id="{F942D54B-0BB3-453D-8A3B-A593B439E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509838"/>
            <a:ext cx="0" cy="41433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391" name="subnet.c.3.edge.5">
            <a:extLst xmlns:a="http://schemas.openxmlformats.org/drawingml/2006/main">
              <a:ext uri="{FF2B5EF4-FFF2-40B4-BE49-F238E27FC236}">
                <a16:creationId xmlns:a16="http://schemas.microsoft.com/office/drawing/2014/main" id="{5797E973-1E6D-4CD2-A259-25687CCAA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509838"/>
            <a:ext cx="276225" cy="41433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392" name="subnet.c.3.edge.6">
            <a:extLst xmlns:a="http://schemas.openxmlformats.org/drawingml/2006/main">
              <a:ext uri="{FF2B5EF4-FFF2-40B4-BE49-F238E27FC236}">
                <a16:creationId xmlns:a16="http://schemas.microsoft.com/office/drawing/2014/main" id="{D2763B3B-1D45-4D20-8D3F-03F2EE889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509838"/>
            <a:ext cx="552450" cy="41433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393" name="subnet.c.3.edge.7">
            <a:extLst xmlns:a="http://schemas.openxmlformats.org/drawingml/2006/main">
              <a:ext uri="{FF2B5EF4-FFF2-40B4-BE49-F238E27FC236}">
                <a16:creationId xmlns:a16="http://schemas.microsoft.com/office/drawing/2014/main" id="{D88CC77E-5A9A-4348-A955-C4300026F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509838"/>
            <a:ext cx="828675" cy="41433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394" name="subnet.c.3.edge.8">
            <a:extLst xmlns:a="http://schemas.openxmlformats.org/drawingml/2006/main">
              <a:ext uri="{FF2B5EF4-FFF2-40B4-BE49-F238E27FC236}">
                <a16:creationId xmlns:a16="http://schemas.microsoft.com/office/drawing/2014/main" id="{66B175B4-1659-4B6E-97A4-AD45E3FB7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509838"/>
            <a:ext cx="276225" cy="41433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395" name="subnet.c.3.edge.9">
            <a:extLst xmlns:a="http://schemas.openxmlformats.org/drawingml/2006/main">
              <a:ext uri="{FF2B5EF4-FFF2-40B4-BE49-F238E27FC236}">
                <a16:creationId xmlns:a16="http://schemas.microsoft.com/office/drawing/2014/main" id="{973E8F98-2F1E-4D59-B90E-1C83A874E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575" y="2509838"/>
            <a:ext cx="0" cy="41433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396" name="subnet.c.3.edge.10">
            <a:extLst xmlns:a="http://schemas.openxmlformats.org/drawingml/2006/main">
              <a:ext uri="{FF2B5EF4-FFF2-40B4-BE49-F238E27FC236}">
                <a16:creationId xmlns:a16="http://schemas.microsoft.com/office/drawing/2014/main" id="{D1B12A6C-1CB2-459C-BDE4-B37375485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575" y="2509838"/>
            <a:ext cx="276225" cy="41433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397" name="subnet.c.3.edge.11">
            <a:extLst xmlns:a="http://schemas.openxmlformats.org/drawingml/2006/main">
              <a:ext uri="{FF2B5EF4-FFF2-40B4-BE49-F238E27FC236}">
                <a16:creationId xmlns:a16="http://schemas.microsoft.com/office/drawing/2014/main" id="{02D1771B-1204-4DAA-8259-277115587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575" y="2509838"/>
            <a:ext cx="552450" cy="41433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111111"/>
            </a:solidFill>
            <a:prstDash val="solid"/>
          </a:ln>
        </p:spPr>
      </p:sp>
      <p:sp>
        <p:nvSpPr>
          <p:cNvPr id="398" name="subnet.c.3.node.0.0">
            <a:extLst xmlns:a="http://schemas.openxmlformats.org/drawingml/2006/main">
              <a:ext uri="{FF2B5EF4-FFF2-40B4-BE49-F238E27FC236}">
                <a16:creationId xmlns:a16="http://schemas.microsoft.com/office/drawing/2014/main" id="{83C9AE66-8DD5-4F3C-8AA9-5F654E4D7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2438" y="2033588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E7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9" name="subnet.c.3.node.0.1">
            <a:extLst xmlns:a="http://schemas.openxmlformats.org/drawingml/2006/main">
              <a:ext uri="{FF2B5EF4-FFF2-40B4-BE49-F238E27FC236}">
                <a16:creationId xmlns:a16="http://schemas.microsoft.com/office/drawing/2014/main" id="{2A894D1F-832F-4465-9DE1-B28158C63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663" y="2033588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E7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0" name="subnet.c.3.node.1.0">
            <a:extLst xmlns:a="http://schemas.openxmlformats.org/drawingml/2006/main">
              <a:ext uri="{FF2B5EF4-FFF2-40B4-BE49-F238E27FC236}">
                <a16:creationId xmlns:a16="http://schemas.microsoft.com/office/drawing/2014/main" id="{C53087CC-0E0A-4D4A-9150-4065BB78B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2438" y="2447925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B43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1" name="subnet.c.3.node.1.1">
            <a:extLst xmlns:a="http://schemas.openxmlformats.org/drawingml/2006/main">
              <a:ext uri="{FF2B5EF4-FFF2-40B4-BE49-F238E27FC236}">
                <a16:creationId xmlns:a16="http://schemas.microsoft.com/office/drawing/2014/main" id="{B4579122-4D6E-41E1-BE6B-D94866757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663" y="2447925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B43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2" name="subnet.c.3.node.2.0">
            <a:extLst xmlns:a="http://schemas.openxmlformats.org/drawingml/2006/main">
              <a:ext uri="{FF2B5EF4-FFF2-40B4-BE49-F238E27FC236}">
                <a16:creationId xmlns:a16="http://schemas.microsoft.com/office/drawing/2014/main" id="{333A9F9D-6703-4C6D-AFB7-B0BCD19D5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2438" y="2862263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D7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3" name="subnet.c.3.node.2.1">
            <a:extLst xmlns:a="http://schemas.openxmlformats.org/drawingml/2006/main">
              <a:ext uri="{FF2B5EF4-FFF2-40B4-BE49-F238E27FC236}">
                <a16:creationId xmlns:a16="http://schemas.microsoft.com/office/drawing/2014/main" id="{63C5BDB5-67BE-4AD1-BDE5-FF4E0A7C3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663" y="2862263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D7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4" name="subnet.c.3.node.2.2">
            <a:extLst xmlns:a="http://schemas.openxmlformats.org/drawingml/2006/main">
              <a:ext uri="{FF2B5EF4-FFF2-40B4-BE49-F238E27FC236}">
                <a16:creationId xmlns:a16="http://schemas.microsoft.com/office/drawing/2014/main" id="{9B83286F-1396-4548-ACCA-F97889F58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4888" y="2862263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D7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5" name="subnet.c.3.node.2.3">
            <a:extLst xmlns:a="http://schemas.openxmlformats.org/drawingml/2006/main">
              <a:ext uri="{FF2B5EF4-FFF2-40B4-BE49-F238E27FC236}">
                <a16:creationId xmlns:a16="http://schemas.microsoft.com/office/drawing/2014/main" id="{1F28AE9F-14B4-4E5C-95DB-55AD03449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1113" y="2862263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3D7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6" name="output.arrow.large">
            <a:extLst xmlns:a="http://schemas.openxmlformats.org/drawingml/2006/main">
              <a:ext uri="{FF2B5EF4-FFF2-40B4-BE49-F238E27FC236}">
                <a16:creationId xmlns:a16="http://schemas.microsoft.com/office/drawing/2014/main" id="{28BFCBE1-B2B6-4C2C-AE92-331758655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552450"/>
            <a:ext cx="5048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85725">
            <a:solidFill>
              <a:srgbClr val="1010D4"/>
            </a:solidFill>
            <a:prstDash val="solid"/>
          </a:ln>
        </p:spPr>
      </p:sp>
      <p:sp>
        <p:nvSpPr>
          <p:cNvPr id="407" name="output.arrow.large.head">
            <a:extLst xmlns:a="http://schemas.openxmlformats.org/drawingml/2006/main">
              <a:ext uri="{FF2B5EF4-FFF2-40B4-BE49-F238E27FC236}">
                <a16:creationId xmlns:a16="http://schemas.microsoft.com/office/drawing/2014/main" id="{258AA4A9-8D01-4217-A85C-B1CFEA239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9563100" y="409575"/>
            <a:ext cx="285750" cy="2857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1010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8" name="output.arrow.medium">
            <a:extLst xmlns:a="http://schemas.openxmlformats.org/drawingml/2006/main">
              <a:ext uri="{FF2B5EF4-FFF2-40B4-BE49-F238E27FC236}">
                <a16:creationId xmlns:a16="http://schemas.microsoft.com/office/drawing/2014/main" id="{4EB41A59-2437-4B34-A4D5-D61B92ABC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1657350"/>
            <a:ext cx="5048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85725">
            <a:solidFill>
              <a:srgbClr val="1010D4"/>
            </a:solidFill>
            <a:prstDash val="solid"/>
          </a:ln>
        </p:spPr>
      </p:sp>
      <p:sp>
        <p:nvSpPr>
          <p:cNvPr id="409" name="output.arrow.medium.head">
            <a:extLst xmlns:a="http://schemas.openxmlformats.org/drawingml/2006/main">
              <a:ext uri="{FF2B5EF4-FFF2-40B4-BE49-F238E27FC236}">
                <a16:creationId xmlns:a16="http://schemas.microsoft.com/office/drawing/2014/main" id="{D7078F8A-A555-4120-BE51-CAFF0FAA4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9563100" y="1514475"/>
            <a:ext cx="285750" cy="2857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1010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0" name="output.arrow.small">
            <a:extLst xmlns:a="http://schemas.openxmlformats.org/drawingml/2006/main">
              <a:ext uri="{FF2B5EF4-FFF2-40B4-BE49-F238E27FC236}">
                <a16:creationId xmlns:a16="http://schemas.microsoft.com/office/drawing/2014/main" id="{CD2B7F4B-1EBF-4005-A353-791374602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714625"/>
            <a:ext cx="5048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85725">
            <a:solidFill>
              <a:srgbClr val="1010D4"/>
            </a:solidFill>
            <a:prstDash val="solid"/>
          </a:ln>
        </p:spPr>
      </p:sp>
      <p:sp>
        <p:nvSpPr>
          <p:cNvPr id="411" name="output.arrow.small.head">
            <a:extLst xmlns:a="http://schemas.openxmlformats.org/drawingml/2006/main">
              <a:ext uri="{FF2B5EF4-FFF2-40B4-BE49-F238E27FC236}">
                <a16:creationId xmlns:a16="http://schemas.microsoft.com/office/drawing/2014/main" id="{3E32F632-230C-432E-B3D0-C96734575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9563100" y="2571750"/>
            <a:ext cx="285750" cy="2857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1010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2" name="output.title">
            <a:extLst xmlns:a="http://schemas.openxmlformats.org/drawingml/2006/main">
              <a:ext uri="{FF2B5EF4-FFF2-40B4-BE49-F238E27FC236}">
                <a16:creationId xmlns:a16="http://schemas.microsoft.com/office/drawing/2014/main" id="{E7CF8156-B810-413E-8053-DAFDA6FDF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867900" y="0"/>
            <a:ext cx="10858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Output</a:t>
            </a:r>
          </a:p>
        </p:txBody>
      </p:sp>
      <p:pic>
        <p:nvPicPr>
          <p:cNvPr id="8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36e992e29f440a"/>
          <a:stretch xmlns:a="http://schemas.openxmlformats.org/drawingml/2006/main"/>
        </p:blipFill>
        <p:spPr>
          <a:xfrm xmlns:a="http://schemas.openxmlformats.org/drawingml/2006/main">
            <a:off x="10020300" y="381000"/>
            <a:ext cx="990600" cy="981075"/>
          </a:xfrm>
          <a:prstGeom xmlns:a="http://schemas.openxmlformats.org/drawingml/2006/main" prst="rect">
            <a:avLst/>
          </a:prstGeom>
        </p:spPr>
      </p:pic>
      <p:pic>
        <p:nvPicPr>
          <p:cNvPr id="8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1ed9c1a159491d"/>
          <a:stretch xmlns:a="http://schemas.openxmlformats.org/drawingml/2006/main"/>
        </p:blipFill>
        <p:spPr>
          <a:xfrm xmlns:a="http://schemas.openxmlformats.org/drawingml/2006/main">
            <a:off x="10182225" y="1543050"/>
            <a:ext cx="590550" cy="561975"/>
          </a:xfrm>
          <a:prstGeom xmlns:a="http://schemas.openxmlformats.org/drawingml/2006/main" prst="rect">
            <a:avLst/>
          </a:prstGeom>
        </p:spPr>
      </p:pic>
      <p:pic>
        <p:nvPicPr>
          <p:cNvPr id="8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101c95eecf4c39"/>
          <a:stretch xmlns:a="http://schemas.openxmlformats.org/drawingml/2006/main"/>
        </p:blipFill>
        <p:spPr>
          <a:xfrm xmlns:a="http://schemas.openxmlformats.org/drawingml/2006/main">
            <a:off x="10267950" y="2505075"/>
            <a:ext cx="438150" cy="428625"/>
          </a:xfrm>
          <a:prstGeom xmlns:a="http://schemas.openxmlformats.org/drawingml/2006/main" prst="rect">
            <a:avLst/>
          </a:prstGeom>
        </p:spPr>
      </p:pic>
      <p:sp>
        <p:nvSpPr>
          <p:cNvPr id="416" name="caption.a">
            <a:extLst xmlns:a="http://schemas.openxmlformats.org/drawingml/2006/main">
              <a:ext uri="{FF2B5EF4-FFF2-40B4-BE49-F238E27FC236}">
                <a16:creationId xmlns:a16="http://schemas.microsoft.com/office/drawing/2014/main" id="{94D8EBF2-E070-43A4-BDC5-B23E282C3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57200" y="3133725"/>
            <a:ext cx="307657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(a) SuperNet Training Process</a:t>
            </a:r>
          </a:p>
        </p:txBody>
      </p:sp>
      <p:sp>
        <p:nvSpPr>
          <p:cNvPr id="417" name="caption.b">
            <a:extLst xmlns:a="http://schemas.openxmlformats.org/drawingml/2006/main">
              <a:ext uri="{FF2B5EF4-FFF2-40B4-BE49-F238E27FC236}">
                <a16:creationId xmlns:a16="http://schemas.microsoft.com/office/drawing/2014/main" id="{79348F96-B855-4BF7-9F70-878E809E8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57725" y="3133725"/>
            <a:ext cx="661987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(b) Subnets with different size targeting different resolution options</a:t>
            </a:r>
          </a:p>
        </p:txBody>
      </p:sp>
    </p:spTree>
    <p:extLst>
      <p:ext uri="{BB962C8B-B14F-4D97-AF65-F5344CB8AC3E}">
        <p14:creationId xmlns:p14="http://schemas.microsoft.com/office/powerpoint/2010/main" val="173829683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2026-07-30T15:48:44.6800000Z</dcterms:created>
  <dcterms:modified xsi:type="dcterms:W3CDTF">2026-07-30T15:48:44.6800000Z</dcterms:modified>
</coreProperties>
</file>