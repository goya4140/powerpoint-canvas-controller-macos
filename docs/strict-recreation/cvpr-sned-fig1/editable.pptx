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9eaf4b097643e0" /><Relationship Type="http://schemas.openxmlformats.org/officeDocument/2006/relationships/extended-properties" Target="/docProps/app.xml" Id="R80afdfa040b849a4" /><Relationship Type="http://schemas.openxmlformats.org/officeDocument/2006/relationships/officeDocument" Target="/ppt/presentation.xml" Id="R6b712711c6454d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033cad6bd0343c5"/>
  </p:sldMasterIdLst>
  <p:notesMasterIdLst>
    <p:notesMasterId xmlns:r="http://schemas.openxmlformats.org/officeDocument/2006/relationships" r:id="R34798d1dcaf34a71"/>
  </p:notesMasterIdLst>
  <p:sldIdLst>
    <p:sldId xmlns:r="http://schemas.openxmlformats.org/officeDocument/2006/relationships" id="256" r:id="R901035bc76a94c9a"/>
  </p:sldIdLst>
  <p:sldSz cx="11582400" cy="35242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6c90787a72f4539" /><Relationship Type="http://schemas.openxmlformats.org/officeDocument/2006/relationships/slideMaster" Target="/ppt/slideMasters/slideMaster1.xml" Id="R8033cad6bd0343c5" /><Relationship Type="http://schemas.openxmlformats.org/officeDocument/2006/relationships/notesMaster" Target="/ppt/notesMasters/notesMaster1.xml" Id="R34798d1dcaf34a71" /><Relationship Type="http://schemas.openxmlformats.org/officeDocument/2006/relationships/presProps" Target="/ppt/presProps.xml" Id="R3086b86c05cb4a2a" /><Relationship Type="http://schemas.openxmlformats.org/officeDocument/2006/relationships/tableStyles" Target="/ppt/tableStyles.xml" Id="Re73659ea5df84ee6" /><Relationship Type="http://schemas.openxmlformats.org/officeDocument/2006/relationships/slide" Target="/ppt/slides/slide1.xml" Id="R901035bc76a94c9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ace3447e27147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ea158bbb4fa4f8c" /><Relationship Type="http://schemas.openxmlformats.org/officeDocument/2006/relationships/notesMaster" Target="/ppt/notesMasters/notesMaster1.xml" Id="Rc2af38e1cddd42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SNED: Superposition Network Architecture Search for Efficient Video Diffusion Model, CVPR 2024, Figure 1: https://openaccess.thecvf.com/content/CVPR2024/html/Li_SNED_Superposition_Network_Architecture_Search_for_Efficient_Video_Diffusion_Model_CVPR_2024_paper.html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4edd24d26c4c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bf1eee65da41d2" /><Relationship Type="http://schemas.openxmlformats.org/officeDocument/2006/relationships/slideLayout" Target="/ppt/slideLayouts/slideLayout1.xml" Id="Rc85b7d421ef34c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5b7d421ef34c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83278fb298458e" /><Relationship Type="http://schemas.openxmlformats.org/officeDocument/2006/relationships/image" Target="/ppt/media/image.png" Id="R6c1855f590a94426" /><Relationship Type="http://schemas.openxmlformats.org/officeDocument/2006/relationships/image" Target="/ppt/media/image2.png" Id="R0470cf737ee049d8" /><Relationship Type="http://schemas.openxmlformats.org/officeDocument/2006/relationships/image" Target="/ppt/media/image3.png" Id="R4e5cb13eb9c24fb3" /><Relationship Type="http://schemas.openxmlformats.org/officeDocument/2006/relationships/image" Target="/ppt/media/image4.png" Id="R44c8aafbc2324b30" /><Relationship Type="http://schemas.openxmlformats.org/officeDocument/2006/relationships/image" Target="/ppt/media/image5.png" Id="R72c69e997d5043ef" /><Relationship Type="http://schemas.openxmlformats.org/officeDocument/2006/relationships/image" Target="/ppt/media/image6.png" Id="R002acfe377934d10" /><Relationship Type="http://schemas.openxmlformats.org/officeDocument/2006/relationships/notesSlide" Target="/ppt/notesSlides/notesSlide1.xml" Id="Rc0ee426b62f6490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0" name="training.title">
            <a:extLst xmlns:a="http://schemas.openxmlformats.org/drawingml/2006/main">
              <a:ext uri="{FF2B5EF4-FFF2-40B4-BE49-F238E27FC236}">
                <a16:creationId xmlns:a16="http://schemas.microsoft.com/office/drawing/2014/main" id="{62F0FFF5-C004-4701-85B6-0322A03B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5275" y="0"/>
            <a:ext cx="10953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Training</a:t>
            </a:r>
          </a:p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Data</a:t>
            </a:r>
          </a:p>
        </p:txBody>
      </p:sp>
      <p:pic>
        <p:nvPicPr>
          <p:cNvPr id="3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1855f590a94426"/>
          <a:stretch xmlns:a="http://schemas.openxmlformats.org/drawingml/2006/main"/>
        </p:blipFill>
        <p:spPr>
          <a:xfrm xmlns:a="http://schemas.openxmlformats.org/drawingml/2006/main">
            <a:off x="428625" y="514350"/>
            <a:ext cx="895350" cy="838200"/>
          </a:xfrm>
          <a:prstGeom xmlns:a="http://schemas.openxmlformats.org/drawingml/2006/main" prst="rect">
            <a:avLst/>
          </a:prstGeom>
        </p:spPr>
      </p:pic>
      <p:pic>
        <p:nvPicPr>
          <p:cNvPr id="3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70cf737ee049d8"/>
          <a:stretch xmlns:a="http://schemas.openxmlformats.org/drawingml/2006/main"/>
        </p:blipFill>
        <p:spPr>
          <a:xfrm xmlns:a="http://schemas.openxmlformats.org/drawingml/2006/main">
            <a:off x="571500" y="1438275"/>
            <a:ext cx="628650" cy="542925"/>
          </a:xfrm>
          <a:prstGeom xmlns:a="http://schemas.openxmlformats.org/drawingml/2006/main" prst="rect">
            <a:avLst/>
          </a:prstGeom>
        </p:spPr>
      </p:pic>
      <p:pic>
        <p:nvPicPr>
          <p:cNvPr id="39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5cb13eb9c24fb3"/>
          <a:stretch xmlns:a="http://schemas.openxmlformats.org/drawingml/2006/main"/>
        </p:blipFill>
        <p:spPr>
          <a:xfrm xmlns:a="http://schemas.openxmlformats.org/drawingml/2006/main">
            <a:off x="685800" y="2105025"/>
            <a:ext cx="390525" cy="419100"/>
          </a:xfrm>
          <a:prstGeom xmlns:a="http://schemas.openxmlformats.org/drawingml/2006/main" prst="rect">
            <a:avLst/>
          </a:prstGeom>
        </p:spPr>
      </p:pic>
      <p:sp>
        <p:nvSpPr>
          <p:cNvPr id="5" name="training.different">
            <a:extLst xmlns:a="http://schemas.openxmlformats.org/drawingml/2006/main">
              <a:ext uri="{FF2B5EF4-FFF2-40B4-BE49-F238E27FC236}">
                <a16:creationId xmlns:a16="http://schemas.microsoft.com/office/drawing/2014/main" id="{DBFDFA08-C604-400A-BCCB-8B01FABBD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1950" y="2600325"/>
            <a:ext cx="106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Different</a:t>
            </a:r>
          </a:p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Resolution</a:t>
            </a:r>
          </a:p>
        </p:txBody>
      </p:sp>
      <p:sp>
        <p:nvSpPr>
          <p:cNvPr id="6" name="training.to-supernet.shaft">
            <a:extLst xmlns:a="http://schemas.openxmlformats.org/drawingml/2006/main">
              <a:ext uri="{FF2B5EF4-FFF2-40B4-BE49-F238E27FC236}">
                <a16:creationId xmlns:a16="http://schemas.microsoft.com/office/drawing/2014/main" id="{226BDB74-AD8E-4B05-9751-1607F2EC7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38275" y="1628775"/>
            <a:ext cx="38290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200D4"/>
            </a:solidFill>
            <a:prstDash val="solid"/>
          </a:ln>
        </p:spPr>
      </p:sp>
      <p:sp>
        <p:nvSpPr>
          <p:cNvPr id="7" name="training.to-supernet.head">
            <a:extLst xmlns:a="http://schemas.openxmlformats.org/drawingml/2006/main">
              <a:ext uri="{FF2B5EF4-FFF2-40B4-BE49-F238E27FC236}">
                <a16:creationId xmlns:a16="http://schemas.microsoft.com/office/drawing/2014/main" id="{CF4FE1F1-9DD2-4658-ADAF-5EDE56B9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809750" y="148590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200D4"/>
          </a:solidFill>
          <a:ln xmlns:a="http://schemas.openxmlformats.org/drawingml/2006/main" w="0">
            <a:solidFill>
              <a:srgbClr val="0200D4"/>
            </a:solidFill>
            <a:prstDash val="solid"/>
          </a:ln>
        </p:spPr>
      </p:sp>
      <p:sp>
        <p:nvSpPr>
          <p:cNvPr id="8" name="supernet.title">
            <a:extLst xmlns:a="http://schemas.openxmlformats.org/drawingml/2006/main">
              <a:ext uri="{FF2B5EF4-FFF2-40B4-BE49-F238E27FC236}">
                <a16:creationId xmlns:a16="http://schemas.microsoft.com/office/drawing/2014/main" id="{BC59BD40-478F-4191-A710-AD336D63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38375" y="371475"/>
            <a:ext cx="12763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SuperNet</a:t>
            </a:r>
          </a:p>
        </p:txBody>
      </p:sp>
      <p:sp>
        <p:nvSpPr>
          <p:cNvPr id="9" name="supernet.frame">
            <a:extLst xmlns:a="http://schemas.openxmlformats.org/drawingml/2006/main">
              <a:ext uri="{FF2B5EF4-FFF2-40B4-BE49-F238E27FC236}">
                <a16:creationId xmlns:a16="http://schemas.microsoft.com/office/drawing/2014/main" id="{21FE28BE-7B79-481A-A9B2-181AF0972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771525"/>
            <a:ext cx="1600200" cy="180975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10" name="supernet.graph.edge.0">
            <a:extLst xmlns:a="http://schemas.openxmlformats.org/drawingml/2006/main">
              <a:ext uri="{FF2B5EF4-FFF2-40B4-BE49-F238E27FC236}">
                <a16:creationId xmlns:a16="http://schemas.microsoft.com/office/drawing/2014/main" id="{21889656-2F73-44FC-B7D6-49EC8A03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047875" y="11715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1" name="supernet.graph.edge.1">
            <a:extLst xmlns:a="http://schemas.openxmlformats.org/drawingml/2006/main">
              <a:ext uri="{FF2B5EF4-FFF2-40B4-BE49-F238E27FC236}">
                <a16:creationId xmlns:a16="http://schemas.microsoft.com/office/drawing/2014/main" id="{8B678417-94E7-431F-9C75-F16A7450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2171551" y="1171575"/>
            <a:ext cx="6098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" name="supernet.graph.edge.2">
            <a:extLst xmlns:a="http://schemas.openxmlformats.org/drawingml/2006/main">
              <a:ext uri="{FF2B5EF4-FFF2-40B4-BE49-F238E27FC236}">
                <a16:creationId xmlns:a16="http://schemas.microsoft.com/office/drawing/2014/main" id="{DF51B47A-8BAE-4144-9A53-7026109A4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323">
            <a:off x="2217707" y="1171575"/>
            <a:ext cx="898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" name="supernet.graph.edge.3">
            <a:extLst xmlns:a="http://schemas.openxmlformats.org/drawingml/2006/main">
              <a:ext uri="{FF2B5EF4-FFF2-40B4-BE49-F238E27FC236}">
                <a16:creationId xmlns:a16="http://schemas.microsoft.com/office/drawing/2014/main" id="{C813EA5E-4814-4A52-9C8D-3BA6F1D1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37135">
            <a:off x="2239097" y="1171575"/>
            <a:ext cx="1255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14" name="supernet.graph.edge.4">
            <a:extLst xmlns:a="http://schemas.openxmlformats.org/drawingml/2006/main">
              <a:ext uri="{FF2B5EF4-FFF2-40B4-BE49-F238E27FC236}">
                <a16:creationId xmlns:a16="http://schemas.microsoft.com/office/drawing/2014/main" id="{284051B7-D25C-429B-852F-06FCAE24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2171551" y="1171575"/>
            <a:ext cx="6098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" name="supernet.graph.edge.5">
            <a:extLst xmlns:a="http://schemas.openxmlformats.org/drawingml/2006/main">
              <a:ext uri="{FF2B5EF4-FFF2-40B4-BE49-F238E27FC236}">
                <a16:creationId xmlns:a16="http://schemas.microsoft.com/office/drawing/2014/main" id="{A09C77D3-3FCB-455B-A798-31C7C1298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428875" y="11715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" name="supernet.graph.edge.6">
            <a:extLst xmlns:a="http://schemas.openxmlformats.org/drawingml/2006/main">
              <a:ext uri="{FF2B5EF4-FFF2-40B4-BE49-F238E27FC236}">
                <a16:creationId xmlns:a16="http://schemas.microsoft.com/office/drawing/2014/main" id="{5F1512FA-3F6E-4E56-BD77-C3F931A1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2552551" y="1171575"/>
            <a:ext cx="6098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" name="supernet.graph.edge.7">
            <a:extLst xmlns:a="http://schemas.openxmlformats.org/drawingml/2006/main">
              <a:ext uri="{FF2B5EF4-FFF2-40B4-BE49-F238E27FC236}">
                <a16:creationId xmlns:a16="http://schemas.microsoft.com/office/drawing/2014/main" id="{B6057C1D-2171-495F-8D7F-AC8D134E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82380">
            <a:off x="2600127" y="1171575"/>
            <a:ext cx="9147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18" name="supernet.graph.edge.8">
            <a:extLst xmlns:a="http://schemas.openxmlformats.org/drawingml/2006/main">
              <a:ext uri="{FF2B5EF4-FFF2-40B4-BE49-F238E27FC236}">
                <a16:creationId xmlns:a16="http://schemas.microsoft.com/office/drawing/2014/main" id="{3632B2E6-64D9-459B-984C-9A8E72B28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879677">
            <a:off x="2217707" y="1171575"/>
            <a:ext cx="89858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19" name="supernet.graph.edge.9">
            <a:extLst xmlns:a="http://schemas.openxmlformats.org/drawingml/2006/main">
              <a:ext uri="{FF2B5EF4-FFF2-40B4-BE49-F238E27FC236}">
                <a16:creationId xmlns:a16="http://schemas.microsoft.com/office/drawing/2014/main" id="{DCFF794F-380C-46CA-820A-FE841FAD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2552551" y="1171575"/>
            <a:ext cx="6098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0" name="supernet.graph.edge.10">
            <a:extLst xmlns:a="http://schemas.openxmlformats.org/drawingml/2006/main">
              <a:ext uri="{FF2B5EF4-FFF2-40B4-BE49-F238E27FC236}">
                <a16:creationId xmlns:a16="http://schemas.microsoft.com/office/drawing/2014/main" id="{E2F86A3B-8920-4679-AAD2-65A5364C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2809875" y="11715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1" name="supernet.graph.edge.11">
            <a:extLst xmlns:a="http://schemas.openxmlformats.org/drawingml/2006/main">
              <a:ext uri="{FF2B5EF4-FFF2-40B4-BE49-F238E27FC236}">
                <a16:creationId xmlns:a16="http://schemas.microsoft.com/office/drawing/2014/main" id="{68162839-ED25-4F4F-BF7F-839C328EC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98184">
            <a:off x="2937037" y="1171575"/>
            <a:ext cx="621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2" name="supernet.graph.edge.12">
            <a:extLst xmlns:a="http://schemas.openxmlformats.org/drawingml/2006/main">
              <a:ext uri="{FF2B5EF4-FFF2-40B4-BE49-F238E27FC236}">
                <a16:creationId xmlns:a16="http://schemas.microsoft.com/office/drawing/2014/main" id="{82C045C7-20FC-4C19-BAAD-02CDDA103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62865">
            <a:off x="2239097" y="1171575"/>
            <a:ext cx="12558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3" name="supernet.graph.edge.13">
            <a:extLst xmlns:a="http://schemas.openxmlformats.org/drawingml/2006/main">
              <a:ext uri="{FF2B5EF4-FFF2-40B4-BE49-F238E27FC236}">
                <a16:creationId xmlns:a16="http://schemas.microsoft.com/office/drawing/2014/main" id="{94C3AD3E-B7C4-4E5D-8090-50885782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17620">
            <a:off x="2600127" y="1171575"/>
            <a:ext cx="9147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4" name="supernet.graph.edge.14">
            <a:extLst xmlns:a="http://schemas.openxmlformats.org/drawingml/2006/main">
              <a:ext uri="{FF2B5EF4-FFF2-40B4-BE49-F238E27FC236}">
                <a16:creationId xmlns:a16="http://schemas.microsoft.com/office/drawing/2014/main" id="{7E4D07F0-1DBC-4441-AFB0-3124D86E5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01816">
            <a:off x="2937037" y="1171575"/>
            <a:ext cx="6219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5" name="supernet.graph.edge.15">
            <a:extLst xmlns:a="http://schemas.openxmlformats.org/drawingml/2006/main">
              <a:ext uri="{FF2B5EF4-FFF2-40B4-BE49-F238E27FC236}">
                <a16:creationId xmlns:a16="http://schemas.microsoft.com/office/drawing/2014/main" id="{19EB64FF-8791-4212-ACE1-55DB665A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09925" y="1171575"/>
            <a:ext cx="476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26" name="supernet.graph.edge.16">
            <a:extLst xmlns:a="http://schemas.openxmlformats.org/drawingml/2006/main">
              <a:ext uri="{FF2B5EF4-FFF2-40B4-BE49-F238E27FC236}">
                <a16:creationId xmlns:a16="http://schemas.microsoft.com/office/drawing/2014/main" id="{0A31FA46-921C-4D57-9671-565CDAFD3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6867">
            <a:off x="2066874" y="1633538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" name="supernet.graph.edge.17">
            <a:extLst xmlns:a="http://schemas.openxmlformats.org/drawingml/2006/main">
              <a:ext uri="{FF2B5EF4-FFF2-40B4-BE49-F238E27FC236}">
                <a16:creationId xmlns:a16="http://schemas.microsoft.com/office/drawing/2014/main" id="{507F90A2-1585-4453-A5BF-8C476B5E5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34030">
            <a:off x="2184226" y="1633538"/>
            <a:ext cx="594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" name="supernet.graph.edge.18">
            <a:extLst xmlns:a="http://schemas.openxmlformats.org/drawingml/2006/main">
              <a:ext uri="{FF2B5EF4-FFF2-40B4-BE49-F238E27FC236}">
                <a16:creationId xmlns:a16="http://schemas.microsoft.com/office/drawing/2014/main" id="{BEB83AA0-9BFD-4AF4-BE86-69055EE82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07459">
            <a:off x="2225763" y="1633538"/>
            <a:ext cx="8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" name="supernet.graph.edge.19">
            <a:extLst xmlns:a="http://schemas.openxmlformats.org/drawingml/2006/main">
              <a:ext uri="{FF2B5EF4-FFF2-40B4-BE49-F238E27FC236}">
                <a16:creationId xmlns:a16="http://schemas.microsoft.com/office/drawing/2014/main" id="{9025C361-35D3-46A5-B291-3846D51B6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54753">
            <a:off x="2244691" y="1633538"/>
            <a:ext cx="12541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" name="supernet.graph.edge.20">
            <a:extLst xmlns:a="http://schemas.openxmlformats.org/drawingml/2006/main">
              <a:ext uri="{FF2B5EF4-FFF2-40B4-BE49-F238E27FC236}">
                <a16:creationId xmlns:a16="http://schemas.microsoft.com/office/drawing/2014/main" id="{17E6BBBD-4619-4076-BF5C-FB955DF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81127">
            <a:off x="2190399" y="1633538"/>
            <a:ext cx="581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1" name="supernet.graph.edge.21">
            <a:extLst xmlns:a="http://schemas.openxmlformats.org/drawingml/2006/main">
              <a:ext uri="{FF2B5EF4-FFF2-40B4-BE49-F238E27FC236}">
                <a16:creationId xmlns:a16="http://schemas.microsoft.com/office/drawing/2014/main" id="{1640733C-2BAA-47F5-8FF5-DEBA1750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6867">
            <a:off x="2447874" y="1633538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" name="supernet.graph.edge.22">
            <a:extLst xmlns:a="http://schemas.openxmlformats.org/drawingml/2006/main">
              <a:ext uri="{FF2B5EF4-FFF2-40B4-BE49-F238E27FC236}">
                <a16:creationId xmlns:a16="http://schemas.microsoft.com/office/drawing/2014/main" id="{2C01B2DE-327D-456A-AA6C-80F15F6D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34030">
            <a:off x="2565226" y="1633538"/>
            <a:ext cx="594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" name="supernet.graph.edge.23">
            <a:extLst xmlns:a="http://schemas.openxmlformats.org/drawingml/2006/main">
              <a:ext uri="{FF2B5EF4-FFF2-40B4-BE49-F238E27FC236}">
                <a16:creationId xmlns:a16="http://schemas.microsoft.com/office/drawing/2014/main" id="{6F3DDEE6-FCAA-4EC3-BD67-25A4A45D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71282">
            <a:off x="2608024" y="1633538"/>
            <a:ext cx="9085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" name="supernet.graph.edge.24">
            <a:extLst xmlns:a="http://schemas.openxmlformats.org/drawingml/2006/main">
              <a:ext uri="{FF2B5EF4-FFF2-40B4-BE49-F238E27FC236}">
                <a16:creationId xmlns:a16="http://schemas.microsoft.com/office/drawing/2014/main" id="{2D7A22C7-A65C-49D1-85CF-51F390BF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5002">
            <a:off x="2233975" y="1633538"/>
            <a:ext cx="875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5" name="supernet.graph.edge.25">
            <a:extLst xmlns:a="http://schemas.openxmlformats.org/drawingml/2006/main">
              <a:ext uri="{FF2B5EF4-FFF2-40B4-BE49-F238E27FC236}">
                <a16:creationId xmlns:a16="http://schemas.microsoft.com/office/drawing/2014/main" id="{DA193BE4-94B5-4D4F-85AB-0ED5142F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81127">
            <a:off x="2571399" y="1633538"/>
            <a:ext cx="5817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" name="supernet.graph.edge.26">
            <a:extLst xmlns:a="http://schemas.openxmlformats.org/drawingml/2006/main">
              <a:ext uri="{FF2B5EF4-FFF2-40B4-BE49-F238E27FC236}">
                <a16:creationId xmlns:a16="http://schemas.microsoft.com/office/drawing/2014/main" id="{EB8FABF6-7584-411E-9C0A-C75EB82E5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6867">
            <a:off x="2828874" y="1633538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" name="supernet.graph.edge.27">
            <a:extLst xmlns:a="http://schemas.openxmlformats.org/drawingml/2006/main">
              <a:ext uri="{FF2B5EF4-FFF2-40B4-BE49-F238E27FC236}">
                <a16:creationId xmlns:a16="http://schemas.microsoft.com/office/drawing/2014/main" id="{82F09E1E-655C-4061-81F6-213D37ED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52688">
            <a:off x="2949405" y="1633538"/>
            <a:ext cx="6067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8" name="supernet.graph.edge.28">
            <a:extLst xmlns:a="http://schemas.openxmlformats.org/drawingml/2006/main">
              <a:ext uri="{FF2B5EF4-FFF2-40B4-BE49-F238E27FC236}">
                <a16:creationId xmlns:a16="http://schemas.microsoft.com/office/drawing/2014/main" id="{CD38EFFA-1DC6-40CF-82A4-664723052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26341">
            <a:off x="2253579" y="1633538"/>
            <a:ext cx="123641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39" name="supernet.graph.edge.29">
            <a:extLst xmlns:a="http://schemas.openxmlformats.org/drawingml/2006/main">
              <a:ext uri="{FF2B5EF4-FFF2-40B4-BE49-F238E27FC236}">
                <a16:creationId xmlns:a16="http://schemas.microsoft.com/office/drawing/2014/main" id="{588A47A0-7A37-44F1-81EB-A6FF0122B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2541">
            <a:off x="2616288" y="1633538"/>
            <a:ext cx="8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40" name="supernet.graph.edge.30">
            <a:extLst xmlns:a="http://schemas.openxmlformats.org/drawingml/2006/main">
              <a:ext uri="{FF2B5EF4-FFF2-40B4-BE49-F238E27FC236}">
                <a16:creationId xmlns:a16="http://schemas.microsoft.com/office/drawing/2014/main" id="{655F76C3-E684-498B-8FD6-5043451D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65970">
            <a:off x="2955751" y="1633538"/>
            <a:ext cx="59407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41" name="supernet.graph.edge.31">
            <a:extLst xmlns:a="http://schemas.openxmlformats.org/drawingml/2006/main">
              <a:ext uri="{FF2B5EF4-FFF2-40B4-BE49-F238E27FC236}">
                <a16:creationId xmlns:a16="http://schemas.microsoft.com/office/drawing/2014/main" id="{9AE7BAFA-FEF8-4BEC-B6D9-B73E4E0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6867">
            <a:off x="3228924" y="1633538"/>
            <a:ext cx="4477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42" name="supernet.graph.edge.32">
            <a:extLst xmlns:a="http://schemas.openxmlformats.org/drawingml/2006/main">
              <a:ext uri="{FF2B5EF4-FFF2-40B4-BE49-F238E27FC236}">
                <a16:creationId xmlns:a16="http://schemas.microsoft.com/office/drawing/2014/main" id="{76154D35-1375-4F1B-85D0-F767BDC2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391">
            <a:off x="2071638" y="2085975"/>
            <a:ext cx="457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3" name="supernet.graph.edge.33">
            <a:extLst xmlns:a="http://schemas.openxmlformats.org/drawingml/2006/main">
              <a:ext uri="{FF2B5EF4-FFF2-40B4-BE49-F238E27FC236}">
                <a16:creationId xmlns:a16="http://schemas.microsoft.com/office/drawing/2014/main" id="{887508BD-7FAD-488F-82AF-2C10C7491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69829">
            <a:off x="2190146" y="2085975"/>
            <a:ext cx="601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4" name="supernet.graph.edge.34">
            <a:extLst xmlns:a="http://schemas.openxmlformats.org/drawingml/2006/main">
              <a:ext uri="{FF2B5EF4-FFF2-40B4-BE49-F238E27FC236}">
                <a16:creationId xmlns:a16="http://schemas.microsoft.com/office/drawing/2014/main" id="{C0913894-250A-4F3C-9B95-D8221A578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39040">
            <a:off x="2232878" y="2085975"/>
            <a:ext cx="8968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5" name="supernet.graph.edge.35">
            <a:extLst xmlns:a="http://schemas.openxmlformats.org/drawingml/2006/main">
              <a:ext uri="{FF2B5EF4-FFF2-40B4-BE49-F238E27FC236}">
                <a16:creationId xmlns:a16="http://schemas.microsoft.com/office/drawing/2014/main" id="{7B021C0F-8029-4FDC-BD40-73C9F2200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8607">
            <a:off x="2252172" y="2085975"/>
            <a:ext cx="124875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46" name="supernet.graph.edge.36">
            <a:extLst xmlns:a="http://schemas.openxmlformats.org/drawingml/2006/main">
              <a:ext uri="{FF2B5EF4-FFF2-40B4-BE49-F238E27FC236}">
                <a16:creationId xmlns:a16="http://schemas.microsoft.com/office/drawing/2014/main" id="{96C3F38B-37A6-43D6-9DB9-2794946F6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45632">
            <a:off x="2196243" y="2085975"/>
            <a:ext cx="5890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7" name="supernet.graph.edge.37">
            <a:extLst xmlns:a="http://schemas.openxmlformats.org/drawingml/2006/main">
              <a:ext uri="{FF2B5EF4-FFF2-40B4-BE49-F238E27FC236}">
                <a16:creationId xmlns:a16="http://schemas.microsoft.com/office/drawing/2014/main" id="{99A6589F-D369-46A2-BF3D-B39F24C28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391">
            <a:off x="2452638" y="2085975"/>
            <a:ext cx="457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8" name="supernet.graph.edge.38">
            <a:extLst xmlns:a="http://schemas.openxmlformats.org/drawingml/2006/main">
              <a:ext uri="{FF2B5EF4-FFF2-40B4-BE49-F238E27FC236}">
                <a16:creationId xmlns:a16="http://schemas.microsoft.com/office/drawing/2014/main" id="{8145F296-08D2-45C6-AD7F-D202ED868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69829">
            <a:off x="2571146" y="2085975"/>
            <a:ext cx="601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49" name="supernet.graph.edge.39">
            <a:extLst xmlns:a="http://schemas.openxmlformats.org/drawingml/2006/main">
              <a:ext uri="{FF2B5EF4-FFF2-40B4-BE49-F238E27FC236}">
                <a16:creationId xmlns:a16="http://schemas.microsoft.com/office/drawing/2014/main" id="{610A62EE-D9D8-4862-934C-F38FC2F7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0595">
            <a:off x="2614537" y="2085975"/>
            <a:ext cx="9050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50" name="supernet.graph.edge.40">
            <a:extLst xmlns:a="http://schemas.openxmlformats.org/drawingml/2006/main">
              <a:ext uri="{FF2B5EF4-FFF2-40B4-BE49-F238E27FC236}">
                <a16:creationId xmlns:a16="http://schemas.microsoft.com/office/drawing/2014/main" id="{62909E50-FD5F-4FE3-AF2D-47753509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3041">
            <a:off x="2241046" y="2085975"/>
            <a:ext cx="8804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1" name="supernet.graph.edge.41">
            <a:extLst xmlns:a="http://schemas.openxmlformats.org/drawingml/2006/main">
              <a:ext uri="{FF2B5EF4-FFF2-40B4-BE49-F238E27FC236}">
                <a16:creationId xmlns:a16="http://schemas.microsoft.com/office/drawing/2014/main" id="{80BE1C51-A2B7-4889-82C9-3CC4599F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45632">
            <a:off x="2577243" y="2085975"/>
            <a:ext cx="58908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2" name="supernet.graph.edge.42">
            <a:extLst xmlns:a="http://schemas.openxmlformats.org/drawingml/2006/main">
              <a:ext uri="{FF2B5EF4-FFF2-40B4-BE49-F238E27FC236}">
                <a16:creationId xmlns:a16="http://schemas.microsoft.com/office/drawing/2014/main" id="{CB7215E2-1D9A-4924-A3F5-145B18632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328391">
            <a:off x="2833638" y="2085975"/>
            <a:ext cx="45729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3" name="supernet.graph.edge.43">
            <a:extLst xmlns:a="http://schemas.openxmlformats.org/drawingml/2006/main">
              <a:ext uri="{FF2B5EF4-FFF2-40B4-BE49-F238E27FC236}">
                <a16:creationId xmlns:a16="http://schemas.microsoft.com/office/drawing/2014/main" id="{CE4BE812-B7D8-469B-8A38-9D15F97C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8844">
            <a:off x="2953794" y="2085975"/>
            <a:ext cx="60751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54" name="supernet.graph.edge.44">
            <a:extLst xmlns:a="http://schemas.openxmlformats.org/drawingml/2006/main">
              <a:ext uri="{FF2B5EF4-FFF2-40B4-BE49-F238E27FC236}">
                <a16:creationId xmlns:a16="http://schemas.microsoft.com/office/drawing/2014/main" id="{7EEC58ED-4C11-464B-9C6D-9909A0C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01724">
            <a:off x="2261364" y="2085975"/>
            <a:ext cx="123989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5" name="supernet.graph.edge.45">
            <a:extLst xmlns:a="http://schemas.openxmlformats.org/drawingml/2006/main">
              <a:ext uri="{FF2B5EF4-FFF2-40B4-BE49-F238E27FC236}">
                <a16:creationId xmlns:a16="http://schemas.microsoft.com/office/drawing/2014/main" id="{35B3EF33-D393-4A89-A39C-422CCC796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60960">
            <a:off x="2623403" y="2085975"/>
            <a:ext cx="89681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6" name="supernet.graph.edge.46">
            <a:extLst xmlns:a="http://schemas.openxmlformats.org/drawingml/2006/main">
              <a:ext uri="{FF2B5EF4-FFF2-40B4-BE49-F238E27FC236}">
                <a16:creationId xmlns:a16="http://schemas.microsoft.com/office/drawing/2014/main" id="{00937DE6-D669-46D9-818C-A399055D6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30171">
            <a:off x="2961671" y="2085975"/>
            <a:ext cx="60128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57" name="supernet.graph.edge.47">
            <a:extLst xmlns:a="http://schemas.openxmlformats.org/drawingml/2006/main">
              <a:ext uri="{FF2B5EF4-FFF2-40B4-BE49-F238E27FC236}">
                <a16:creationId xmlns:a16="http://schemas.microsoft.com/office/drawing/2014/main" id="{AE99FD3A-2D11-4EC8-B0EB-17DD3F179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228975" y="208597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999999"/>
            </a:solidFill>
            <a:prstDash val="solid"/>
          </a:ln>
        </p:spPr>
      </p:sp>
      <p:sp>
        <p:nvSpPr>
          <p:cNvPr id="58" name="supernet.graph.node.0.0">
            <a:extLst xmlns:a="http://schemas.openxmlformats.org/drawingml/2006/main">
              <a:ext uri="{FF2B5EF4-FFF2-40B4-BE49-F238E27FC236}">
                <a16:creationId xmlns:a16="http://schemas.microsoft.com/office/drawing/2014/main" id="{CA3BBE4C-8B33-4EF5-926E-8C7D831A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84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supernet.graph.node.0.1">
            <a:extLst xmlns:a="http://schemas.openxmlformats.org/drawingml/2006/main">
              <a:ext uri="{FF2B5EF4-FFF2-40B4-BE49-F238E27FC236}">
                <a16:creationId xmlns:a16="http://schemas.microsoft.com/office/drawing/2014/main" id="{BFB4920E-795F-4D36-937B-152E54969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84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supernet.graph.node.0.2">
            <a:extLst xmlns:a="http://schemas.openxmlformats.org/drawingml/2006/main">
              <a:ext uri="{FF2B5EF4-FFF2-40B4-BE49-F238E27FC236}">
                <a16:creationId xmlns:a16="http://schemas.microsoft.com/office/drawing/2014/main" id="{1C375B1A-0200-4C3F-8ED1-2D42BBB69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84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supernet.graph.node.0.3">
            <a:extLst xmlns:a="http://schemas.openxmlformats.org/drawingml/2006/main">
              <a:ext uri="{FF2B5EF4-FFF2-40B4-BE49-F238E27FC236}">
                <a16:creationId xmlns:a16="http://schemas.microsoft.com/office/drawing/2014/main" id="{10C65AE9-FD2B-42A8-B802-1CF11299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8477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supernet.graph.node.1.0">
            <a:extLst xmlns:a="http://schemas.openxmlformats.org/drawingml/2006/main">
              <a:ext uri="{FF2B5EF4-FFF2-40B4-BE49-F238E27FC236}">
                <a16:creationId xmlns:a16="http://schemas.microsoft.com/office/drawing/2014/main" id="{4613AC1F-1CE2-4626-BA0A-C89AFECE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132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supernet.graph.node.1.1">
            <a:extLst xmlns:a="http://schemas.openxmlformats.org/drawingml/2006/main">
              <a:ext uri="{FF2B5EF4-FFF2-40B4-BE49-F238E27FC236}">
                <a16:creationId xmlns:a16="http://schemas.microsoft.com/office/drawing/2014/main" id="{00C34D0C-D376-4CE3-9B13-A269DDFA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132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supernet.graph.node.1.2">
            <a:extLst xmlns:a="http://schemas.openxmlformats.org/drawingml/2006/main">
              <a:ext uri="{FF2B5EF4-FFF2-40B4-BE49-F238E27FC236}">
                <a16:creationId xmlns:a16="http://schemas.microsoft.com/office/drawing/2014/main" id="{C7811F76-5A03-4D2C-B94E-3DDE1234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132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supernet.graph.node.1.3">
            <a:extLst xmlns:a="http://schemas.openxmlformats.org/drawingml/2006/main">
              <a:ext uri="{FF2B5EF4-FFF2-40B4-BE49-F238E27FC236}">
                <a16:creationId xmlns:a16="http://schemas.microsoft.com/office/drawing/2014/main" id="{4927BB65-70CD-4AB4-9171-60CA43A6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323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supernet.graph.node.2.0">
            <a:extLst xmlns:a="http://schemas.openxmlformats.org/drawingml/2006/main">
              <a:ext uri="{FF2B5EF4-FFF2-40B4-BE49-F238E27FC236}">
                <a16:creationId xmlns:a16="http://schemas.microsoft.com/office/drawing/2014/main" id="{178C4B7D-55B7-4877-8A63-BAB2BA57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71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supernet.graph.node.2.1">
            <a:extLst xmlns:a="http://schemas.openxmlformats.org/drawingml/2006/main">
              <a:ext uri="{FF2B5EF4-FFF2-40B4-BE49-F238E27FC236}">
                <a16:creationId xmlns:a16="http://schemas.microsoft.com/office/drawing/2014/main" id="{2909BE06-C704-4929-9E74-548964161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771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supernet.graph.node.2.2">
            <a:extLst xmlns:a="http://schemas.openxmlformats.org/drawingml/2006/main">
              <a:ext uri="{FF2B5EF4-FFF2-40B4-BE49-F238E27FC236}">
                <a16:creationId xmlns:a16="http://schemas.microsoft.com/office/drawing/2014/main" id="{98B47B93-7CB2-48B2-924F-D98865E9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771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supernet.graph.node.2.3">
            <a:extLst xmlns:a="http://schemas.openxmlformats.org/drawingml/2006/main">
              <a:ext uri="{FF2B5EF4-FFF2-40B4-BE49-F238E27FC236}">
                <a16:creationId xmlns:a16="http://schemas.microsoft.com/office/drawing/2014/main" id="{FFC983D0-FC9B-4FB6-8807-082C445F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7716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supernet.graph.node.3.0">
            <a:extLst xmlns:a="http://schemas.openxmlformats.org/drawingml/2006/main">
              <a:ext uri="{FF2B5EF4-FFF2-40B4-BE49-F238E27FC236}">
                <a16:creationId xmlns:a16="http://schemas.microsoft.com/office/drawing/2014/main" id="{402E59A5-E201-452D-ABEC-4F4D882CE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supernet.graph.node.3.1">
            <a:extLst xmlns:a="http://schemas.openxmlformats.org/drawingml/2006/main">
              <a:ext uri="{FF2B5EF4-FFF2-40B4-BE49-F238E27FC236}">
                <a16:creationId xmlns:a16="http://schemas.microsoft.com/office/drawing/2014/main" id="{D8B43F3F-AFAB-42DC-A819-735652B50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supernet.graph.node.3.2">
            <a:extLst xmlns:a="http://schemas.openxmlformats.org/drawingml/2006/main">
              <a:ext uri="{FF2B5EF4-FFF2-40B4-BE49-F238E27FC236}">
                <a16:creationId xmlns:a16="http://schemas.microsoft.com/office/drawing/2014/main" id="{7B278BE4-E267-4564-9BF8-6A493EBD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supernet.graph.node.3.3">
            <a:extLst xmlns:a="http://schemas.openxmlformats.org/drawingml/2006/main">
              <a:ext uri="{FF2B5EF4-FFF2-40B4-BE49-F238E27FC236}">
                <a16:creationId xmlns:a16="http://schemas.microsoft.com/office/drawing/2014/main" id="{BC04438C-A538-4C23-9565-321ADE6C2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288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9999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supernet.caption">
            <a:extLst xmlns:a="http://schemas.openxmlformats.org/drawingml/2006/main">
              <a:ext uri="{FF2B5EF4-FFF2-40B4-BE49-F238E27FC236}">
                <a16:creationId xmlns:a16="http://schemas.microsoft.com/office/drawing/2014/main" id="{04D5B761-2B23-45F6-AD78-9831653AC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2571750"/>
            <a:ext cx="19716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</a:defRPr>
            </a:pPr>
            <a:r>
              <a:rPr sz="1500" b="0">
                <a:solidFill>
                  <a:srgbClr val="111111"/>
                </a:solidFill>
              </a:rPr>
              <a:t>Dynamic Cost Sampling</a:t>
            </a:r>
          </a:p>
        </p:txBody>
      </p:sp>
      <p:sp>
        <p:nvSpPr>
          <p:cNvPr id="75" name="resolution.a">
            <a:extLst xmlns:a="http://schemas.openxmlformats.org/drawingml/2006/main">
              <a:ext uri="{FF2B5EF4-FFF2-40B4-BE49-F238E27FC236}">
                <a16:creationId xmlns:a16="http://schemas.microsoft.com/office/drawing/2014/main" id="{50F7FE96-87C3-4DE1-8E59-CA7EA45E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500000">
            <a:off x="3790950" y="552450"/>
            <a:ext cx="1085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Resolution A</a:t>
            </a:r>
          </a:p>
        </p:txBody>
      </p:sp>
      <p:sp>
        <p:nvSpPr>
          <p:cNvPr id="76" name="resolution.b">
            <a:extLst xmlns:a="http://schemas.openxmlformats.org/drawingml/2006/main">
              <a:ext uri="{FF2B5EF4-FFF2-40B4-BE49-F238E27FC236}">
                <a16:creationId xmlns:a16="http://schemas.microsoft.com/office/drawing/2014/main" id="{D6511B17-3611-42F9-AA1B-42FB7B5F4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95700" y="12573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Resolution B</a:t>
            </a:r>
          </a:p>
        </p:txBody>
      </p:sp>
      <p:sp>
        <p:nvSpPr>
          <p:cNvPr id="77" name="resolution.c">
            <a:extLst xmlns:a="http://schemas.openxmlformats.org/drawingml/2006/main">
              <a:ext uri="{FF2B5EF4-FFF2-40B4-BE49-F238E27FC236}">
                <a16:creationId xmlns:a16="http://schemas.microsoft.com/office/drawing/2014/main" id="{55FCB46C-9905-479B-8A19-2EAC432B9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00000">
            <a:off x="3790950" y="1952625"/>
            <a:ext cx="11620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Resolution C</a:t>
            </a:r>
          </a:p>
        </p:txBody>
      </p:sp>
      <p:sp>
        <p:nvSpPr>
          <p:cNvPr id="78" name="resolution.arrow.a.shaft">
            <a:extLst xmlns:a="http://schemas.openxmlformats.org/drawingml/2006/main">
              <a:ext uri="{FF2B5EF4-FFF2-40B4-BE49-F238E27FC236}">
                <a16:creationId xmlns:a16="http://schemas.microsoft.com/office/drawing/2014/main" id="{A56F2EA3-B988-47B8-806B-28302D45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172882">
            <a:off x="3606114" y="885310"/>
            <a:ext cx="142046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79" name="resolution.arrow.a.head">
            <a:extLst xmlns:a="http://schemas.openxmlformats.org/drawingml/2006/main">
              <a:ext uri="{FF2B5EF4-FFF2-40B4-BE49-F238E27FC236}">
                <a16:creationId xmlns:a16="http://schemas.microsoft.com/office/drawing/2014/main" id="{1CD6B03F-BA3E-4441-9A56-38447C157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227118">
            <a:off x="4867275" y="333375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0" name="resolution.arrow.b.shaft">
            <a:extLst xmlns:a="http://schemas.openxmlformats.org/drawingml/2006/main">
              <a:ext uri="{FF2B5EF4-FFF2-40B4-BE49-F238E27FC236}">
                <a16:creationId xmlns:a16="http://schemas.microsoft.com/office/drawing/2014/main" id="{AED6AB20-3367-41BF-9CB6-64AB31EE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43325" y="1590675"/>
            <a:ext cx="11308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1" name="resolution.arrow.b.head">
            <a:extLst xmlns:a="http://schemas.openxmlformats.org/drawingml/2006/main">
              <a:ext uri="{FF2B5EF4-FFF2-40B4-BE49-F238E27FC236}">
                <a16:creationId xmlns:a16="http://schemas.microsoft.com/office/drawing/2014/main" id="{E4D64471-643D-4B1B-9889-BDF68A84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867275" y="150495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2" name="resolution.arrow.c.shaft">
            <a:extLst xmlns:a="http://schemas.openxmlformats.org/drawingml/2006/main">
              <a:ext uri="{FF2B5EF4-FFF2-40B4-BE49-F238E27FC236}">
                <a16:creationId xmlns:a16="http://schemas.microsoft.com/office/drawing/2014/main" id="{BD6B8A19-0E15-48F3-AA8A-5E30492D6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155196">
            <a:off x="3608799" y="2253341"/>
            <a:ext cx="141485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11111"/>
            </a:solidFill>
            <a:prstDash val="solid"/>
          </a:ln>
        </p:spPr>
      </p:sp>
      <p:sp>
        <p:nvSpPr>
          <p:cNvPr id="83" name="resolution.arrow.c.head">
            <a:extLst xmlns:a="http://schemas.openxmlformats.org/drawingml/2006/main">
              <a:ext uri="{FF2B5EF4-FFF2-40B4-BE49-F238E27FC236}">
                <a16:creationId xmlns:a16="http://schemas.microsoft.com/office/drawing/2014/main" id="{9C1C463D-55E2-40D1-B954-9AAB26284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555196">
            <a:off x="4867275" y="2628900"/>
            <a:ext cx="171450" cy="1714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 w="0">
            <a:solidFill>
              <a:srgbClr val="111111"/>
            </a:solidFill>
            <a:prstDash val="solid"/>
          </a:ln>
        </p:spPr>
      </p:sp>
      <p:sp>
        <p:nvSpPr>
          <p:cNvPr id="84" name="subnet.vertical">
            <a:extLst xmlns:a="http://schemas.openxmlformats.org/drawingml/2006/main">
              <a:ext uri="{FF2B5EF4-FFF2-40B4-BE49-F238E27FC236}">
                <a16:creationId xmlns:a16="http://schemas.microsoft.com/office/drawing/2014/main" id="{3AEB1A6B-A94B-4A95-A2AA-E4449ADD1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4095750" y="17049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Subnet with different model size</a:t>
            </a:r>
          </a:p>
        </p:txBody>
      </p:sp>
      <p:sp>
        <p:nvSpPr>
          <p:cNvPr id="85" name="subnet.a.1.edge.0">
            <a:extLst xmlns:a="http://schemas.openxmlformats.org/drawingml/2006/main">
              <a:ext uri="{FF2B5EF4-FFF2-40B4-BE49-F238E27FC236}">
                <a16:creationId xmlns:a16="http://schemas.microsoft.com/office/drawing/2014/main" id="{5467578E-DD5E-4135-AF90-B909C6B7F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98195">
            <a:off x="5257732" y="280988"/>
            <a:ext cx="3335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6" name="subnet.a.1.edge.1">
            <a:extLst xmlns:a="http://schemas.openxmlformats.org/drawingml/2006/main">
              <a:ext uri="{FF2B5EF4-FFF2-40B4-BE49-F238E27FC236}">
                <a16:creationId xmlns:a16="http://schemas.microsoft.com/office/drawing/2014/main" id="{5EED8B42-2EA2-40D2-8AB8-C9E965F3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5349136" y="2809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7" name="subnet.a.1.edge.2">
            <a:extLst xmlns:a="http://schemas.openxmlformats.org/drawingml/2006/main">
              <a:ext uri="{FF2B5EF4-FFF2-40B4-BE49-F238E27FC236}">
                <a16:creationId xmlns:a16="http://schemas.microsoft.com/office/drawing/2014/main" id="{743E1499-6670-4B5E-A05E-81BB84B9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920323">
            <a:off x="5381445" y="280988"/>
            <a:ext cx="6290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8" name="subnet.a.1.edge.3">
            <a:extLst xmlns:a="http://schemas.openxmlformats.org/drawingml/2006/main">
              <a:ext uri="{FF2B5EF4-FFF2-40B4-BE49-F238E27FC236}">
                <a16:creationId xmlns:a16="http://schemas.microsoft.com/office/drawing/2014/main" id="{97AAE60C-A073-4055-8DCA-718C6993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5341366" y="2809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89" name="subnet.a.1.edge.4">
            <a:extLst xmlns:a="http://schemas.openxmlformats.org/drawingml/2006/main">
              <a:ext uri="{FF2B5EF4-FFF2-40B4-BE49-F238E27FC236}">
                <a16:creationId xmlns:a16="http://schemas.microsoft.com/office/drawing/2014/main" id="{829BF90D-79E5-43A5-A061-2ECA3905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29263" y="2809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0" name="subnet.a.1.edge.5">
            <a:extLst xmlns:a="http://schemas.openxmlformats.org/drawingml/2006/main">
              <a:ext uri="{FF2B5EF4-FFF2-40B4-BE49-F238E27FC236}">
                <a16:creationId xmlns:a16="http://schemas.microsoft.com/office/drawing/2014/main" id="{F9E152F0-D3EC-4ECC-A388-C5804BE28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5615836" y="2809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1" name="subnet.a.1.edge.6">
            <a:extLst xmlns:a="http://schemas.openxmlformats.org/drawingml/2006/main">
              <a:ext uri="{FF2B5EF4-FFF2-40B4-BE49-F238E27FC236}">
                <a16:creationId xmlns:a16="http://schemas.microsoft.com/office/drawing/2014/main" id="{8DDDD956-D71E-4F93-9021-BEFED82AA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06917">
            <a:off x="5372634" y="2809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2" name="subnet.a.1.edge.7">
            <a:extLst xmlns:a="http://schemas.openxmlformats.org/drawingml/2006/main">
              <a:ext uri="{FF2B5EF4-FFF2-40B4-BE49-F238E27FC236}">
                <a16:creationId xmlns:a16="http://schemas.microsoft.com/office/drawing/2014/main" id="{A7FEABE1-76B7-471D-A5E1-3F7CA0C0D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5615836" y="2809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3" name="subnet.a.1.edge.8">
            <a:extLst xmlns:a="http://schemas.openxmlformats.org/drawingml/2006/main">
              <a:ext uri="{FF2B5EF4-FFF2-40B4-BE49-F238E27FC236}">
                <a16:creationId xmlns:a16="http://schemas.microsoft.com/office/drawing/2014/main" id="{9432C4C1-C646-4354-B671-0E70AA852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795963" y="2809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4" name="subnet.a.1.edge.9">
            <a:extLst xmlns:a="http://schemas.openxmlformats.org/drawingml/2006/main">
              <a:ext uri="{FF2B5EF4-FFF2-40B4-BE49-F238E27FC236}">
                <a16:creationId xmlns:a16="http://schemas.microsoft.com/office/drawing/2014/main" id="{069BEA82-0634-4E78-BE2D-8B69FDA4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85108">
            <a:off x="5387453" y="280988"/>
            <a:ext cx="893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5" name="subnet.a.1.edge.10">
            <a:extLst xmlns:a="http://schemas.openxmlformats.org/drawingml/2006/main">
              <a:ext uri="{FF2B5EF4-FFF2-40B4-BE49-F238E27FC236}">
                <a16:creationId xmlns:a16="http://schemas.microsoft.com/office/drawing/2014/main" id="{D05F12EB-2E2F-41B2-A111-CD25E8125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33471">
            <a:off x="5649553" y="280988"/>
            <a:ext cx="645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6" name="subnet.a.1.edge.11">
            <a:extLst xmlns:a="http://schemas.openxmlformats.org/drawingml/2006/main">
              <a:ext uri="{FF2B5EF4-FFF2-40B4-BE49-F238E27FC236}">
                <a16:creationId xmlns:a16="http://schemas.microsoft.com/office/drawing/2014/main" id="{8CAAAFB4-887F-4A5F-93C7-5CF6581B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36078">
            <a:off x="5885985" y="280988"/>
            <a:ext cx="43908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7" name="subnet.a.1.edge.12">
            <a:extLst xmlns:a="http://schemas.openxmlformats.org/drawingml/2006/main">
              <a:ext uri="{FF2B5EF4-FFF2-40B4-BE49-F238E27FC236}">
                <a16:creationId xmlns:a16="http://schemas.microsoft.com/office/drawing/2014/main" id="{57DB238B-0D2D-40D9-BD13-8674E4C6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262492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8" name="subnet.a.1.edge.13">
            <a:extLst xmlns:a="http://schemas.openxmlformats.org/drawingml/2006/main">
              <a:ext uri="{FF2B5EF4-FFF2-40B4-BE49-F238E27FC236}">
                <a16:creationId xmlns:a16="http://schemas.microsoft.com/office/drawing/2014/main" id="{B77E6428-BCA3-4CD5-83BF-53AAB837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5346653" y="609600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99" name="subnet.a.1.edge.14">
            <a:extLst xmlns:a="http://schemas.openxmlformats.org/drawingml/2006/main">
              <a:ext uri="{FF2B5EF4-FFF2-40B4-BE49-F238E27FC236}">
                <a16:creationId xmlns:a16="http://schemas.microsoft.com/office/drawing/2014/main" id="{D2C82917-B6B2-49A4-BDFD-835F3CC85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5375763" y="609600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0" name="subnet.a.1.edge.15">
            <a:extLst xmlns:a="http://schemas.openxmlformats.org/drawingml/2006/main">
              <a:ext uri="{FF2B5EF4-FFF2-40B4-BE49-F238E27FC236}">
                <a16:creationId xmlns:a16="http://schemas.microsoft.com/office/drawing/2014/main" id="{F1CA9200-1591-4D3E-B5E7-75E592E1F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0747">
            <a:off x="5389208" y="609600"/>
            <a:ext cx="889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1" name="subnet.a.1.edge.16">
            <a:extLst xmlns:a="http://schemas.openxmlformats.org/drawingml/2006/main">
              <a:ext uri="{FF2B5EF4-FFF2-40B4-BE49-F238E27FC236}">
                <a16:creationId xmlns:a16="http://schemas.microsoft.com/office/drawing/2014/main" id="{42A2F9C2-3E89-4D3B-92CE-B90522C2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352834" y="60960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2" name="subnet.a.1.edge.17">
            <a:extLst xmlns:a="http://schemas.openxmlformats.org/drawingml/2006/main">
              <a:ext uri="{FF2B5EF4-FFF2-40B4-BE49-F238E27FC236}">
                <a16:creationId xmlns:a16="http://schemas.microsoft.com/office/drawing/2014/main" id="{F173C389-2793-4B25-AAA5-F01EEAAF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538717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3" name="subnet.a.1.edge.18">
            <a:extLst xmlns:a="http://schemas.openxmlformats.org/drawingml/2006/main">
              <a:ext uri="{FF2B5EF4-FFF2-40B4-BE49-F238E27FC236}">
                <a16:creationId xmlns:a16="http://schemas.microsoft.com/office/drawing/2014/main" id="{7EE92254-13B8-450B-AC89-0D122E074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5621237" y="60960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4" name="subnet.a.1.edge.19">
            <a:extLst xmlns:a="http://schemas.openxmlformats.org/drawingml/2006/main">
              <a:ext uri="{FF2B5EF4-FFF2-40B4-BE49-F238E27FC236}">
                <a16:creationId xmlns:a16="http://schemas.microsoft.com/office/drawing/2014/main" id="{513384AA-4070-44C9-838B-FE54820A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5651988" y="609600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5" name="subnet.a.1.edge.20">
            <a:extLst xmlns:a="http://schemas.openxmlformats.org/drawingml/2006/main">
              <a:ext uri="{FF2B5EF4-FFF2-40B4-BE49-F238E27FC236}">
                <a16:creationId xmlns:a16="http://schemas.microsoft.com/office/drawing/2014/main" id="{B5A984AC-5C43-4DC0-BB04-22CCA42F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5383943" y="60960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6" name="subnet.a.1.edge.21">
            <a:extLst xmlns:a="http://schemas.openxmlformats.org/drawingml/2006/main">
              <a:ext uri="{FF2B5EF4-FFF2-40B4-BE49-F238E27FC236}">
                <a16:creationId xmlns:a16="http://schemas.microsoft.com/office/drawing/2014/main" id="{D41B8E31-7199-4399-9D5E-1AA9A324F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5627291" y="609600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7" name="subnet.a.1.edge.22">
            <a:extLst xmlns:a="http://schemas.openxmlformats.org/drawingml/2006/main">
              <a:ext uri="{FF2B5EF4-FFF2-40B4-BE49-F238E27FC236}">
                <a16:creationId xmlns:a16="http://schemas.microsoft.com/office/drawing/2014/main" id="{C6F7FC42-3F52-47B0-BFA4-B6C863DAC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805417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8" name="subnet.a.1.edge.23">
            <a:extLst xmlns:a="http://schemas.openxmlformats.org/drawingml/2006/main">
              <a:ext uri="{FF2B5EF4-FFF2-40B4-BE49-F238E27FC236}">
                <a16:creationId xmlns:a16="http://schemas.microsoft.com/office/drawing/2014/main" id="{1725737C-B232-4828-8988-2A7A50F4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5889578" y="609600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09" name="subnet.a.1.node.0.0">
            <a:extLst xmlns:a="http://schemas.openxmlformats.org/drawingml/2006/main">
              <a:ext uri="{FF2B5EF4-FFF2-40B4-BE49-F238E27FC236}">
                <a16:creationId xmlns:a16="http://schemas.microsoft.com/office/drawing/2014/main" id="{2AF31CBA-8C4E-41B1-AA34-A7FAF777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subnet.a.1.node.0.1">
            <a:extLst xmlns:a="http://schemas.openxmlformats.org/drawingml/2006/main">
              <a:ext uri="{FF2B5EF4-FFF2-40B4-BE49-F238E27FC236}">
                <a16:creationId xmlns:a16="http://schemas.microsoft.com/office/drawing/2014/main" id="{8FA815D8-600A-4276-AA4E-E317847DE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subnet.a.1.node.0.2">
            <a:extLst xmlns:a="http://schemas.openxmlformats.org/drawingml/2006/main">
              <a:ext uri="{FF2B5EF4-FFF2-40B4-BE49-F238E27FC236}">
                <a16:creationId xmlns:a16="http://schemas.microsoft.com/office/drawing/2014/main" id="{02252B21-B512-4DA3-90BC-6C4C1926F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subnet.a.1.node.0.3">
            <a:extLst xmlns:a="http://schemas.openxmlformats.org/drawingml/2006/main">
              <a:ext uri="{FF2B5EF4-FFF2-40B4-BE49-F238E27FC236}">
                <a16:creationId xmlns:a16="http://schemas.microsoft.com/office/drawing/2014/main" id="{99CA8572-10B4-40AE-B3CC-FA18E092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subnet.a.1.node.1.0">
            <a:extLst xmlns:a="http://schemas.openxmlformats.org/drawingml/2006/main">
              <a:ext uri="{FF2B5EF4-FFF2-40B4-BE49-F238E27FC236}">
                <a16:creationId xmlns:a16="http://schemas.microsoft.com/office/drawing/2014/main" id="{7341F919-2F79-47F4-AC50-3B4669DF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subnet.a.1.node.1.1">
            <a:extLst xmlns:a="http://schemas.openxmlformats.org/drawingml/2006/main">
              <a:ext uri="{FF2B5EF4-FFF2-40B4-BE49-F238E27FC236}">
                <a16:creationId xmlns:a16="http://schemas.microsoft.com/office/drawing/2014/main" id="{1254122B-31FE-486E-A771-2643690E3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subnet.a.1.node.1.2">
            <a:extLst xmlns:a="http://schemas.openxmlformats.org/drawingml/2006/main">
              <a:ext uri="{FF2B5EF4-FFF2-40B4-BE49-F238E27FC236}">
                <a16:creationId xmlns:a16="http://schemas.microsoft.com/office/drawing/2014/main" id="{AB48CC71-66EB-490F-8A7F-BC16530C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subnet.a.1.node.2.0">
            <a:extLst xmlns:a="http://schemas.openxmlformats.org/drawingml/2006/main">
              <a:ext uri="{FF2B5EF4-FFF2-40B4-BE49-F238E27FC236}">
                <a16:creationId xmlns:a16="http://schemas.microsoft.com/office/drawing/2014/main" id="{61B7F529-9A6B-4A30-80A5-0B828E72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subnet.a.1.node.2.1">
            <a:extLst xmlns:a="http://schemas.openxmlformats.org/drawingml/2006/main">
              <a:ext uri="{FF2B5EF4-FFF2-40B4-BE49-F238E27FC236}">
                <a16:creationId xmlns:a16="http://schemas.microsoft.com/office/drawing/2014/main" id="{023046A7-6DE7-4346-814E-43ACD194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subnet.a.1.node.2.2">
            <a:extLst xmlns:a="http://schemas.openxmlformats.org/drawingml/2006/main">
              <a:ext uri="{FF2B5EF4-FFF2-40B4-BE49-F238E27FC236}">
                <a16:creationId xmlns:a16="http://schemas.microsoft.com/office/drawing/2014/main" id="{EA36ECAF-7798-417E-A42C-5851136B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subnet.a.1.node.2.3">
            <a:extLst xmlns:a="http://schemas.openxmlformats.org/drawingml/2006/main">
              <a:ext uri="{FF2B5EF4-FFF2-40B4-BE49-F238E27FC236}">
                <a16:creationId xmlns:a16="http://schemas.microsoft.com/office/drawing/2014/main" id="{93476709-4F17-4179-9AF8-1E52383E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subnet.a.2.edge.0">
            <a:extLst xmlns:a="http://schemas.openxmlformats.org/drawingml/2006/main">
              <a:ext uri="{FF2B5EF4-FFF2-40B4-BE49-F238E27FC236}">
                <a16:creationId xmlns:a16="http://schemas.microsoft.com/office/drawing/2014/main" id="{F02052BB-F27B-4648-B984-36748750D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24638" y="26193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1" name="subnet.a.2.edge.1">
            <a:extLst xmlns:a="http://schemas.openxmlformats.org/drawingml/2006/main">
              <a:ext uri="{FF2B5EF4-FFF2-40B4-BE49-F238E27FC236}">
                <a16:creationId xmlns:a16="http://schemas.microsoft.com/office/drawing/2014/main" id="{9803CBD8-5B6E-44DE-85B6-CC008D3A0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6711211" y="26193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2" name="subnet.a.2.edge.2">
            <a:extLst xmlns:a="http://schemas.openxmlformats.org/drawingml/2006/main">
              <a:ext uri="{FF2B5EF4-FFF2-40B4-BE49-F238E27FC236}">
                <a16:creationId xmlns:a16="http://schemas.microsoft.com/office/drawing/2014/main" id="{0C9015E8-E67D-4404-9173-2DCDD9B92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6744234" y="26193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3" name="subnet.a.2.edge.3">
            <a:extLst xmlns:a="http://schemas.openxmlformats.org/drawingml/2006/main">
              <a:ext uri="{FF2B5EF4-FFF2-40B4-BE49-F238E27FC236}">
                <a16:creationId xmlns:a16="http://schemas.microsoft.com/office/drawing/2014/main" id="{75313695-1985-4581-8248-985FDAB7D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8711">
            <a:off x="6758705" y="261938"/>
            <a:ext cx="884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4" name="subnet.a.2.edge.4">
            <a:extLst xmlns:a="http://schemas.openxmlformats.org/drawingml/2006/main">
              <a:ext uri="{FF2B5EF4-FFF2-40B4-BE49-F238E27FC236}">
                <a16:creationId xmlns:a16="http://schemas.microsoft.com/office/drawing/2014/main" id="{A18ABA29-E6EE-421E-9ED4-B307C72DD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6711211" y="26193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5" name="subnet.a.2.edge.5">
            <a:extLst xmlns:a="http://schemas.openxmlformats.org/drawingml/2006/main">
              <a:ext uri="{FF2B5EF4-FFF2-40B4-BE49-F238E27FC236}">
                <a16:creationId xmlns:a16="http://schemas.microsoft.com/office/drawing/2014/main" id="{E1DA643A-3AFC-402A-AFED-A88F8332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891338" y="26193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6" name="subnet.a.2.edge.6">
            <a:extLst xmlns:a="http://schemas.openxmlformats.org/drawingml/2006/main">
              <a:ext uri="{FF2B5EF4-FFF2-40B4-BE49-F238E27FC236}">
                <a16:creationId xmlns:a16="http://schemas.microsoft.com/office/drawing/2014/main" id="{5B0E6563-AD8F-4FFE-AF82-596E165D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6979666" y="26193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7" name="subnet.a.2.edge.7">
            <a:extLst xmlns:a="http://schemas.openxmlformats.org/drawingml/2006/main">
              <a:ext uri="{FF2B5EF4-FFF2-40B4-BE49-F238E27FC236}">
                <a16:creationId xmlns:a16="http://schemas.microsoft.com/office/drawing/2014/main" id="{3A09A2B7-9B34-43C4-B728-16D49729E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6529">
            <a:off x="7011628" y="261938"/>
            <a:ext cx="645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8" name="subnet.a.2.edge.8">
            <a:extLst xmlns:a="http://schemas.openxmlformats.org/drawingml/2006/main">
              <a:ext uri="{FF2B5EF4-FFF2-40B4-BE49-F238E27FC236}">
                <a16:creationId xmlns:a16="http://schemas.microsoft.com/office/drawing/2014/main" id="{F6EA2340-B1C6-4509-9295-6F622E614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06917">
            <a:off x="6744234" y="26193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29" name="subnet.a.2.edge.9">
            <a:extLst xmlns:a="http://schemas.openxmlformats.org/drawingml/2006/main">
              <a:ext uri="{FF2B5EF4-FFF2-40B4-BE49-F238E27FC236}">
                <a16:creationId xmlns:a16="http://schemas.microsoft.com/office/drawing/2014/main" id="{95C387E1-3807-439F-A315-972D15A5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6979666" y="26193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0" name="subnet.a.2.edge.10">
            <a:extLst xmlns:a="http://schemas.openxmlformats.org/drawingml/2006/main">
              <a:ext uri="{FF2B5EF4-FFF2-40B4-BE49-F238E27FC236}">
                <a16:creationId xmlns:a16="http://schemas.microsoft.com/office/drawing/2014/main" id="{A0F9CF8A-A496-46CB-90EC-E28B88FFA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7563" y="26193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1" name="subnet.a.2.edge.11">
            <a:extLst xmlns:a="http://schemas.openxmlformats.org/drawingml/2006/main">
              <a:ext uri="{FF2B5EF4-FFF2-40B4-BE49-F238E27FC236}">
                <a16:creationId xmlns:a16="http://schemas.microsoft.com/office/drawing/2014/main" id="{2A5EDA66-DB4E-40D9-B736-8E983814A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7255891" y="26193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2" name="subnet.a.2.edge.12">
            <a:extLst xmlns:a="http://schemas.openxmlformats.org/drawingml/2006/main">
              <a:ext uri="{FF2B5EF4-FFF2-40B4-BE49-F238E27FC236}">
                <a16:creationId xmlns:a16="http://schemas.microsoft.com/office/drawing/2014/main" id="{40C35A7F-E304-4B64-B2F2-E823E3C2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634092" y="59055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3" name="subnet.a.2.edge.13">
            <a:extLst xmlns:a="http://schemas.openxmlformats.org/drawingml/2006/main">
              <a:ext uri="{FF2B5EF4-FFF2-40B4-BE49-F238E27FC236}">
                <a16:creationId xmlns:a16="http://schemas.microsoft.com/office/drawing/2014/main" id="{A1978448-3022-4A50-BF16-7977CD85D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6716612" y="59055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4" name="subnet.a.2.edge.14">
            <a:extLst xmlns:a="http://schemas.openxmlformats.org/drawingml/2006/main">
              <a:ext uri="{FF2B5EF4-FFF2-40B4-BE49-F238E27FC236}">
                <a16:creationId xmlns:a16="http://schemas.microsoft.com/office/drawing/2014/main" id="{20D9FEC0-163A-4253-BC8C-FC46B040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6722666" y="590550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5" name="subnet.a.2.edge.15">
            <a:extLst xmlns:a="http://schemas.openxmlformats.org/drawingml/2006/main">
              <a:ext uri="{FF2B5EF4-FFF2-40B4-BE49-F238E27FC236}">
                <a16:creationId xmlns:a16="http://schemas.microsoft.com/office/drawing/2014/main" id="{F853F842-F2A8-406A-8910-8B4F78CBE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900792" y="59055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6" name="subnet.a.2.edge.16">
            <a:extLst xmlns:a="http://schemas.openxmlformats.org/drawingml/2006/main">
              <a:ext uri="{FF2B5EF4-FFF2-40B4-BE49-F238E27FC236}">
                <a16:creationId xmlns:a16="http://schemas.microsoft.com/office/drawing/2014/main" id="{5399B169-2E92-413B-BCA1-A381441E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6755543" y="59055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7" name="subnet.a.2.edge.17">
            <a:extLst xmlns:a="http://schemas.openxmlformats.org/drawingml/2006/main">
              <a:ext uri="{FF2B5EF4-FFF2-40B4-BE49-F238E27FC236}">
                <a16:creationId xmlns:a16="http://schemas.microsoft.com/office/drawing/2014/main" id="{F4ADE3E0-7195-46BC-9FDD-78DF7251B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6991134" y="59055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8" name="subnet.a.2.edge.18">
            <a:extLst xmlns:a="http://schemas.openxmlformats.org/drawingml/2006/main">
              <a:ext uri="{FF2B5EF4-FFF2-40B4-BE49-F238E27FC236}">
                <a16:creationId xmlns:a16="http://schemas.microsoft.com/office/drawing/2014/main" id="{A9A64EB2-A9C1-40DF-97AE-8D86A0F6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91915">
            <a:off x="6769666" y="590550"/>
            <a:ext cx="871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39" name="subnet.a.2.edge.19">
            <a:extLst xmlns:a="http://schemas.openxmlformats.org/drawingml/2006/main">
              <a:ext uri="{FF2B5EF4-FFF2-40B4-BE49-F238E27FC236}">
                <a16:creationId xmlns:a16="http://schemas.microsoft.com/office/drawing/2014/main" id="{FDAC6D68-CDD6-4BE0-BC80-5F586E3A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1058">
            <a:off x="7022925" y="590550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40" name="subnet.a.2.node.0.0">
            <a:extLst xmlns:a="http://schemas.openxmlformats.org/drawingml/2006/main">
              <a:ext uri="{FF2B5EF4-FFF2-40B4-BE49-F238E27FC236}">
                <a16:creationId xmlns:a16="http://schemas.microsoft.com/office/drawing/2014/main" id="{A229D35F-CFF3-46AB-9AE6-5BE9C9A67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subnet.a.2.node.0.1">
            <a:extLst xmlns:a="http://schemas.openxmlformats.org/drawingml/2006/main">
              <a:ext uri="{FF2B5EF4-FFF2-40B4-BE49-F238E27FC236}">
                <a16:creationId xmlns:a16="http://schemas.microsoft.com/office/drawing/2014/main" id="{56726390-1115-4B89-AB0D-246ED734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subnet.a.2.node.0.2">
            <a:extLst xmlns:a="http://schemas.openxmlformats.org/drawingml/2006/main">
              <a:ext uri="{FF2B5EF4-FFF2-40B4-BE49-F238E27FC236}">
                <a16:creationId xmlns:a16="http://schemas.microsoft.com/office/drawing/2014/main" id="{2B5AF935-8CC0-4D76-8122-1DCFF2112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8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subnet.a.2.node.1.0">
            <a:extLst xmlns:a="http://schemas.openxmlformats.org/drawingml/2006/main">
              <a:ext uri="{FF2B5EF4-FFF2-40B4-BE49-F238E27FC236}">
                <a16:creationId xmlns:a16="http://schemas.microsoft.com/office/drawing/2014/main" id="{8BED731E-E9F9-40B6-9537-CC9AF007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4175" y="37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subnet.a.2.node.1.1">
            <a:extLst xmlns:a="http://schemas.openxmlformats.org/drawingml/2006/main">
              <a:ext uri="{FF2B5EF4-FFF2-40B4-BE49-F238E27FC236}">
                <a16:creationId xmlns:a16="http://schemas.microsoft.com/office/drawing/2014/main" id="{68E98690-25E5-4BC5-A6CE-19D7E8D84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subnet.a.2.node.1.2">
            <a:extLst xmlns:a="http://schemas.openxmlformats.org/drawingml/2006/main">
              <a:ext uri="{FF2B5EF4-FFF2-40B4-BE49-F238E27FC236}">
                <a16:creationId xmlns:a16="http://schemas.microsoft.com/office/drawing/2014/main" id="{F7502649-AC1E-48CA-9D65-D6C5CBBA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7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subnet.a.2.node.1.3">
            <a:extLst xmlns:a="http://schemas.openxmlformats.org/drawingml/2006/main">
              <a:ext uri="{FF2B5EF4-FFF2-40B4-BE49-F238E27FC236}">
                <a16:creationId xmlns:a16="http://schemas.microsoft.com/office/drawing/2014/main" id="{089B359E-0776-489E-8A45-1279ADA1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3714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7" name="subnet.a.2.node.2.0">
            <a:extLst xmlns:a="http://schemas.openxmlformats.org/drawingml/2006/main">
              <a:ext uri="{FF2B5EF4-FFF2-40B4-BE49-F238E27FC236}">
                <a16:creationId xmlns:a16="http://schemas.microsoft.com/office/drawing/2014/main" id="{AD8A02E9-F975-41DF-B6B2-20F7ED2F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8" name="subnet.a.2.node.2.1">
            <a:extLst xmlns:a="http://schemas.openxmlformats.org/drawingml/2006/main">
              <a:ext uri="{FF2B5EF4-FFF2-40B4-BE49-F238E27FC236}">
                <a16:creationId xmlns:a16="http://schemas.microsoft.com/office/drawing/2014/main" id="{535290D3-1398-4ADD-8724-482E52FFB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6953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9" name="subnet.a.3.edge.0">
            <a:extLst xmlns:a="http://schemas.openxmlformats.org/drawingml/2006/main">
              <a:ext uri="{FF2B5EF4-FFF2-40B4-BE49-F238E27FC236}">
                <a16:creationId xmlns:a16="http://schemas.microsoft.com/office/drawing/2014/main" id="{5DF90B69-C5DC-4F77-B677-696C828CB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58138" y="2809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0" name="subnet.a.3.edge.1">
            <a:extLst xmlns:a="http://schemas.openxmlformats.org/drawingml/2006/main">
              <a:ext uri="{FF2B5EF4-FFF2-40B4-BE49-F238E27FC236}">
                <a16:creationId xmlns:a16="http://schemas.microsoft.com/office/drawing/2014/main" id="{2FF30979-25DA-422D-9D59-FF870368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8044711" y="2809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1" name="subnet.a.3.edge.2">
            <a:extLst xmlns:a="http://schemas.openxmlformats.org/drawingml/2006/main">
              <a:ext uri="{FF2B5EF4-FFF2-40B4-BE49-F238E27FC236}">
                <a16:creationId xmlns:a16="http://schemas.microsoft.com/office/drawing/2014/main" id="{10B729EF-1A7B-43FC-A87A-B36920548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8077734" y="2809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2" name="subnet.a.3.edge.3">
            <a:extLst xmlns:a="http://schemas.openxmlformats.org/drawingml/2006/main">
              <a:ext uri="{FF2B5EF4-FFF2-40B4-BE49-F238E27FC236}">
                <a16:creationId xmlns:a16="http://schemas.microsoft.com/office/drawing/2014/main" id="{2E539599-67FB-4ACF-B55F-29F54E125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8046466" y="2809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3" name="subnet.a.3.edge.4">
            <a:extLst xmlns:a="http://schemas.openxmlformats.org/drawingml/2006/main">
              <a:ext uri="{FF2B5EF4-FFF2-40B4-BE49-F238E27FC236}">
                <a16:creationId xmlns:a16="http://schemas.microsoft.com/office/drawing/2014/main" id="{6096D5C3-FEC1-47B6-993A-39211940D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98195">
            <a:off x="8229532" y="280988"/>
            <a:ext cx="3335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4" name="subnet.a.3.edge.5">
            <a:extLst xmlns:a="http://schemas.openxmlformats.org/drawingml/2006/main">
              <a:ext uri="{FF2B5EF4-FFF2-40B4-BE49-F238E27FC236}">
                <a16:creationId xmlns:a16="http://schemas.microsoft.com/office/drawing/2014/main" id="{1BBBD15B-CA61-4A65-86FC-E38553B2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8320936" y="2809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5" name="subnet.a.3.edge.6">
            <a:extLst xmlns:a="http://schemas.openxmlformats.org/drawingml/2006/main">
              <a:ext uri="{FF2B5EF4-FFF2-40B4-BE49-F238E27FC236}">
                <a16:creationId xmlns:a16="http://schemas.microsoft.com/office/drawing/2014/main" id="{1EC02E84-6F17-414F-BD45-D45E41A4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7967592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6" name="subnet.a.3.edge.7">
            <a:extLst xmlns:a="http://schemas.openxmlformats.org/drawingml/2006/main">
              <a:ext uri="{FF2B5EF4-FFF2-40B4-BE49-F238E27FC236}">
                <a16:creationId xmlns:a16="http://schemas.microsoft.com/office/drawing/2014/main" id="{6FCDFF33-054A-405B-A5BE-FDBA7D33F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8050112" y="60960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7" name="subnet.a.3.edge.8">
            <a:extLst xmlns:a="http://schemas.openxmlformats.org/drawingml/2006/main">
              <a:ext uri="{FF2B5EF4-FFF2-40B4-BE49-F238E27FC236}">
                <a16:creationId xmlns:a16="http://schemas.microsoft.com/office/drawing/2014/main" id="{2A2FCEE2-99FC-49F1-AB08-65283140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8080863" y="609600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8" name="subnet.a.3.edge.9">
            <a:extLst xmlns:a="http://schemas.openxmlformats.org/drawingml/2006/main">
              <a:ext uri="{FF2B5EF4-FFF2-40B4-BE49-F238E27FC236}">
                <a16:creationId xmlns:a16="http://schemas.microsoft.com/office/drawing/2014/main" id="{AFB7BF74-F063-4BA5-87E8-A8AD8A63E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8056166" y="609600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59" name="subnet.a.3.edge.10">
            <a:extLst xmlns:a="http://schemas.openxmlformats.org/drawingml/2006/main">
              <a:ext uri="{FF2B5EF4-FFF2-40B4-BE49-F238E27FC236}">
                <a16:creationId xmlns:a16="http://schemas.microsoft.com/office/drawing/2014/main" id="{54018DE3-DFD0-419C-B87A-5B61834B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8234292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0" name="subnet.a.3.edge.11">
            <a:extLst xmlns:a="http://schemas.openxmlformats.org/drawingml/2006/main">
              <a:ext uri="{FF2B5EF4-FFF2-40B4-BE49-F238E27FC236}">
                <a16:creationId xmlns:a16="http://schemas.microsoft.com/office/drawing/2014/main" id="{61C67050-D07C-49C7-AD63-1AC99BE4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8318453" y="609600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1" name="subnet.a.3.edge.12">
            <a:extLst xmlns:a="http://schemas.openxmlformats.org/drawingml/2006/main">
              <a:ext uri="{FF2B5EF4-FFF2-40B4-BE49-F238E27FC236}">
                <a16:creationId xmlns:a16="http://schemas.microsoft.com/office/drawing/2014/main" id="{4891CB8C-5697-422E-858B-28CCB066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8089043" y="60960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2" name="subnet.a.3.edge.13">
            <a:extLst xmlns:a="http://schemas.openxmlformats.org/drawingml/2006/main">
              <a:ext uri="{FF2B5EF4-FFF2-40B4-BE49-F238E27FC236}">
                <a16:creationId xmlns:a16="http://schemas.microsoft.com/office/drawing/2014/main" id="{CB605545-3355-4AFD-9109-CDB63D2CC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8324634" y="60960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3" name="subnet.a.3.edge.14">
            <a:extLst xmlns:a="http://schemas.openxmlformats.org/drawingml/2006/main">
              <a:ext uri="{FF2B5EF4-FFF2-40B4-BE49-F238E27FC236}">
                <a16:creationId xmlns:a16="http://schemas.microsoft.com/office/drawing/2014/main" id="{D5F1F175-0359-453E-BDB8-9465D3D2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8510517" y="6096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64" name="subnet.a.3.node.0.0">
            <a:extLst xmlns:a="http://schemas.openxmlformats.org/drawingml/2006/main">
              <a:ext uri="{FF2B5EF4-FFF2-40B4-BE49-F238E27FC236}">
                <a16:creationId xmlns:a16="http://schemas.microsoft.com/office/drawing/2014/main" id="{C1B9D133-6DF3-4D94-B93E-02AC58CFE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5" name="subnet.a.3.node.0.1">
            <a:extLst xmlns:a="http://schemas.openxmlformats.org/drawingml/2006/main">
              <a:ext uri="{FF2B5EF4-FFF2-40B4-BE49-F238E27FC236}">
                <a16:creationId xmlns:a16="http://schemas.microsoft.com/office/drawing/2014/main" id="{AB8B212E-F2D0-4B87-A997-7FC32EFD8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71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6" name="subnet.a.3.node.1.0">
            <a:extLst xmlns:a="http://schemas.openxmlformats.org/drawingml/2006/main">
              <a:ext uri="{FF2B5EF4-FFF2-40B4-BE49-F238E27FC236}">
                <a16:creationId xmlns:a16="http://schemas.microsoft.com/office/drawing/2014/main" id="{D51391AE-C663-4BEF-BCF3-B2D19062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7" name="subnet.a.3.node.1.1">
            <a:extLst xmlns:a="http://schemas.openxmlformats.org/drawingml/2006/main">
              <a:ext uri="{FF2B5EF4-FFF2-40B4-BE49-F238E27FC236}">
                <a16:creationId xmlns:a16="http://schemas.microsoft.com/office/drawing/2014/main" id="{1790C36C-B5B9-4ED7-8C62-E73BAC0FF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8" name="subnet.a.3.node.1.2">
            <a:extLst xmlns:a="http://schemas.openxmlformats.org/drawingml/2006/main">
              <a:ext uri="{FF2B5EF4-FFF2-40B4-BE49-F238E27FC236}">
                <a16:creationId xmlns:a16="http://schemas.microsoft.com/office/drawing/2014/main" id="{A46EED9C-ED91-4D23-A42F-E1F07D09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905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9" name="subnet.a.3.node.2.0">
            <a:extLst xmlns:a="http://schemas.openxmlformats.org/drawingml/2006/main">
              <a:ext uri="{FF2B5EF4-FFF2-40B4-BE49-F238E27FC236}">
                <a16:creationId xmlns:a16="http://schemas.microsoft.com/office/drawing/2014/main" id="{7A38855C-D108-4033-90AE-37020B1B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0" name="subnet.a.3.node.2.1">
            <a:extLst xmlns:a="http://schemas.openxmlformats.org/drawingml/2006/main">
              <a:ext uri="{FF2B5EF4-FFF2-40B4-BE49-F238E27FC236}">
                <a16:creationId xmlns:a16="http://schemas.microsoft.com/office/drawing/2014/main" id="{5768D0BB-9DF0-4603-8407-8019C021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1" name="subnet.a.3.node.2.2">
            <a:extLst xmlns:a="http://schemas.openxmlformats.org/drawingml/2006/main">
              <a:ext uri="{FF2B5EF4-FFF2-40B4-BE49-F238E27FC236}">
                <a16:creationId xmlns:a16="http://schemas.microsoft.com/office/drawing/2014/main" id="{6C4335D3-0C0D-4016-8D3D-C44BCF9A4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143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2" name="subnet.b.1.edge.0">
            <a:extLst xmlns:a="http://schemas.openxmlformats.org/drawingml/2006/main">
              <a:ext uri="{FF2B5EF4-FFF2-40B4-BE49-F238E27FC236}">
                <a16:creationId xmlns:a16="http://schemas.microsoft.com/office/drawing/2014/main" id="{B5292F0D-AD61-4403-ABDA-E90E3CF35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72088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3" name="subnet.b.1.edge.1">
            <a:extLst xmlns:a="http://schemas.openxmlformats.org/drawingml/2006/main">
              <a:ext uri="{FF2B5EF4-FFF2-40B4-BE49-F238E27FC236}">
                <a16:creationId xmlns:a16="http://schemas.microsoft.com/office/drawing/2014/main" id="{002E1694-216F-4BE8-B20C-3DB704FD9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5360416" y="11191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4" name="subnet.b.1.edge.2">
            <a:extLst xmlns:a="http://schemas.openxmlformats.org/drawingml/2006/main">
              <a:ext uri="{FF2B5EF4-FFF2-40B4-BE49-F238E27FC236}">
                <a16:creationId xmlns:a16="http://schemas.microsoft.com/office/drawing/2014/main" id="{E9BBA5D8-E86D-4951-8ECA-38F07BA3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5391684" y="11191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5" name="subnet.b.1.edge.3">
            <a:extLst xmlns:a="http://schemas.openxmlformats.org/drawingml/2006/main">
              <a:ext uri="{FF2B5EF4-FFF2-40B4-BE49-F238E27FC236}">
                <a16:creationId xmlns:a16="http://schemas.microsoft.com/office/drawing/2014/main" id="{9DDF2D2F-535F-454D-8502-7BF500C75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14892">
            <a:off x="5406503" y="1119188"/>
            <a:ext cx="89322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6" name="subnet.b.1.edge.4">
            <a:extLst xmlns:a="http://schemas.openxmlformats.org/drawingml/2006/main">
              <a:ext uri="{FF2B5EF4-FFF2-40B4-BE49-F238E27FC236}">
                <a16:creationId xmlns:a16="http://schemas.microsoft.com/office/drawing/2014/main" id="{6CCD4359-0EB0-49AF-A7FD-6A553EE6F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5360416" y="11191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7" name="subnet.b.1.edge.5">
            <a:extLst xmlns:a="http://schemas.openxmlformats.org/drawingml/2006/main">
              <a:ext uri="{FF2B5EF4-FFF2-40B4-BE49-F238E27FC236}">
                <a16:creationId xmlns:a16="http://schemas.microsoft.com/office/drawing/2014/main" id="{A3B132A8-D459-4D4F-9549-2944880F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48313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8" name="subnet.b.1.edge.6">
            <a:extLst xmlns:a="http://schemas.openxmlformats.org/drawingml/2006/main">
              <a:ext uri="{FF2B5EF4-FFF2-40B4-BE49-F238E27FC236}">
                <a16:creationId xmlns:a16="http://schemas.microsoft.com/office/drawing/2014/main" id="{35E8A670-65A7-4F43-9EF8-440151E20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5634886" y="11191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79" name="subnet.b.1.edge.7">
            <a:extLst xmlns:a="http://schemas.openxmlformats.org/drawingml/2006/main">
              <a:ext uri="{FF2B5EF4-FFF2-40B4-BE49-F238E27FC236}">
                <a16:creationId xmlns:a16="http://schemas.microsoft.com/office/drawing/2014/main" id="{87D6B689-413D-4401-A1FF-EFCA3390A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66529">
            <a:off x="5668603" y="1119188"/>
            <a:ext cx="6452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0" name="subnet.b.1.edge.8">
            <a:extLst xmlns:a="http://schemas.openxmlformats.org/drawingml/2006/main">
              <a:ext uri="{FF2B5EF4-FFF2-40B4-BE49-F238E27FC236}">
                <a16:creationId xmlns:a16="http://schemas.microsoft.com/office/drawing/2014/main" id="{3EA38D0B-8866-4EA9-852A-121CE949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5858">
            <a:off x="5286303" y="1443038"/>
            <a:ext cx="3144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1" name="subnet.b.1.edge.9">
            <a:extLst xmlns:a="http://schemas.openxmlformats.org/drawingml/2006/main">
              <a:ext uri="{FF2B5EF4-FFF2-40B4-BE49-F238E27FC236}">
                <a16:creationId xmlns:a16="http://schemas.microsoft.com/office/drawing/2014/main" id="{D34AFAD0-F636-4A4C-8B4B-49BDB58E4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863579">
            <a:off x="5369251" y="1443038"/>
            <a:ext cx="42479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2" name="subnet.b.1.edge.10">
            <a:extLst xmlns:a="http://schemas.openxmlformats.org/drawingml/2006/main">
              <a:ext uri="{FF2B5EF4-FFF2-40B4-BE49-F238E27FC236}">
                <a16:creationId xmlns:a16="http://schemas.microsoft.com/office/drawing/2014/main" id="{3E5CC8CA-598C-472A-8497-16C6FE5D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778303">
            <a:off x="5397195" y="1443038"/>
            <a:ext cx="63561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3" name="subnet.b.1.edge.11">
            <a:extLst xmlns:a="http://schemas.openxmlformats.org/drawingml/2006/main">
              <a:ext uri="{FF2B5EF4-FFF2-40B4-BE49-F238E27FC236}">
                <a16:creationId xmlns:a16="http://schemas.microsoft.com/office/drawing/2014/main" id="{52C60ABA-DAB2-4653-BEE3-E24B50AB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18846">
            <a:off x="5375538" y="1443038"/>
            <a:ext cx="412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4" name="subnet.b.1.edge.12">
            <a:extLst xmlns:a="http://schemas.openxmlformats.org/drawingml/2006/main">
              <a:ext uri="{FF2B5EF4-FFF2-40B4-BE49-F238E27FC236}">
                <a16:creationId xmlns:a16="http://schemas.microsoft.com/office/drawing/2014/main" id="{70468DD5-4925-4658-8C17-8DDD2678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5858">
            <a:off x="5562528" y="1443038"/>
            <a:ext cx="3144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5" name="subnet.b.1.edge.13">
            <a:extLst xmlns:a="http://schemas.openxmlformats.org/drawingml/2006/main">
              <a:ext uri="{FF2B5EF4-FFF2-40B4-BE49-F238E27FC236}">
                <a16:creationId xmlns:a16="http://schemas.microsoft.com/office/drawing/2014/main" id="{F99232D2-D225-442E-8034-13F2685EF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21483">
            <a:off x="5643887" y="1443038"/>
            <a:ext cx="41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6" name="subnet.b.1.edge.14">
            <a:extLst xmlns:a="http://schemas.openxmlformats.org/drawingml/2006/main">
              <a:ext uri="{FF2B5EF4-FFF2-40B4-BE49-F238E27FC236}">
                <a16:creationId xmlns:a16="http://schemas.microsoft.com/office/drawing/2014/main" id="{54550FF6-35FE-45AE-A85F-974173D45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69386">
            <a:off x="5405438" y="1443038"/>
            <a:ext cx="61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7" name="subnet.b.1.edge.15">
            <a:extLst xmlns:a="http://schemas.openxmlformats.org/drawingml/2006/main">
              <a:ext uri="{FF2B5EF4-FFF2-40B4-BE49-F238E27FC236}">
                <a16:creationId xmlns:a16="http://schemas.microsoft.com/office/drawing/2014/main" id="{E7B566D7-4DB9-4BE6-9C6D-C56926B2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57364">
            <a:off x="5650049" y="1443038"/>
            <a:ext cx="406127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8" name="subnet.b.1.edge.16">
            <a:extLst xmlns:a="http://schemas.openxmlformats.org/drawingml/2006/main">
              <a:ext uri="{FF2B5EF4-FFF2-40B4-BE49-F238E27FC236}">
                <a16:creationId xmlns:a16="http://schemas.microsoft.com/office/drawing/2014/main" id="{F46A2616-A244-441D-AABB-C835ADC84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5858">
            <a:off x="5829228" y="1443038"/>
            <a:ext cx="314469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89" name="subnet.b.1.edge.17">
            <a:extLst xmlns:a="http://schemas.openxmlformats.org/drawingml/2006/main">
              <a:ext uri="{FF2B5EF4-FFF2-40B4-BE49-F238E27FC236}">
                <a16:creationId xmlns:a16="http://schemas.microsoft.com/office/drawing/2014/main" id="{7E73E36E-4810-43F3-85F7-AF5F26B16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540429">
            <a:off x="5419182" y="1443038"/>
            <a:ext cx="87738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0" name="subnet.b.1.edge.18">
            <a:extLst xmlns:a="http://schemas.openxmlformats.org/drawingml/2006/main">
              <a:ext uri="{FF2B5EF4-FFF2-40B4-BE49-F238E27FC236}">
                <a16:creationId xmlns:a16="http://schemas.microsoft.com/office/drawing/2014/main" id="{5E8BC965-B227-4B03-97AF-6E60D76C9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95885">
            <a:off x="5682313" y="1443038"/>
            <a:ext cx="6273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1" name="subnet.b.1.edge.19">
            <a:extLst xmlns:a="http://schemas.openxmlformats.org/drawingml/2006/main">
              <a:ext uri="{FF2B5EF4-FFF2-40B4-BE49-F238E27FC236}">
                <a16:creationId xmlns:a16="http://schemas.microsoft.com/office/drawing/2014/main" id="{A09EBE1D-BC50-407B-A336-65D87918D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78517">
            <a:off x="5920112" y="1443038"/>
            <a:ext cx="418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2" name="subnet.b.1.edge.20">
            <a:extLst xmlns:a="http://schemas.openxmlformats.org/drawingml/2006/main">
              <a:ext uri="{FF2B5EF4-FFF2-40B4-BE49-F238E27FC236}">
                <a16:creationId xmlns:a16="http://schemas.microsoft.com/office/drawing/2014/main" id="{CC5CAC30-26F5-4304-BC30-707987040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291067" y="17621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3" name="subnet.b.1.edge.21">
            <a:extLst xmlns:a="http://schemas.openxmlformats.org/drawingml/2006/main">
              <a:ext uri="{FF2B5EF4-FFF2-40B4-BE49-F238E27FC236}">
                <a16:creationId xmlns:a16="http://schemas.microsoft.com/office/drawing/2014/main" id="{B81C42A4-C639-42FD-9E69-A58DDC39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5373587" y="17621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4" name="subnet.b.1.edge.22">
            <a:extLst xmlns:a="http://schemas.openxmlformats.org/drawingml/2006/main">
              <a:ext uri="{FF2B5EF4-FFF2-40B4-BE49-F238E27FC236}">
                <a16:creationId xmlns:a16="http://schemas.microsoft.com/office/drawing/2014/main" id="{7CA8C01C-B30C-46D1-B08B-6F9F21054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8942">
            <a:off x="5403675" y="1762125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5" name="subnet.b.1.edge.23">
            <a:extLst xmlns:a="http://schemas.openxmlformats.org/drawingml/2006/main">
              <a:ext uri="{FF2B5EF4-FFF2-40B4-BE49-F238E27FC236}">
                <a16:creationId xmlns:a16="http://schemas.microsoft.com/office/drawing/2014/main" id="{1B3A26B5-51F8-4696-B4E6-0BA7A4BA6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381409" y="17621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6" name="subnet.b.1.edge.24">
            <a:extLst xmlns:a="http://schemas.openxmlformats.org/drawingml/2006/main">
              <a:ext uri="{FF2B5EF4-FFF2-40B4-BE49-F238E27FC236}">
                <a16:creationId xmlns:a16="http://schemas.microsoft.com/office/drawing/2014/main" id="{61F623B8-78B9-4203-9EE8-33F47EF3D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1762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7" name="subnet.b.1.edge.25">
            <a:extLst xmlns:a="http://schemas.openxmlformats.org/drawingml/2006/main">
              <a:ext uri="{FF2B5EF4-FFF2-40B4-BE49-F238E27FC236}">
                <a16:creationId xmlns:a16="http://schemas.microsoft.com/office/drawing/2014/main" id="{FADF2135-C60A-4918-B196-695C95045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31652">
            <a:off x="5648109" y="17621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8" name="subnet.b.1.edge.26">
            <a:extLst xmlns:a="http://schemas.openxmlformats.org/drawingml/2006/main">
              <a:ext uri="{FF2B5EF4-FFF2-40B4-BE49-F238E27FC236}">
                <a16:creationId xmlns:a16="http://schemas.microsoft.com/office/drawing/2014/main" id="{3E56296F-FEFE-4D6E-B372-DB1ED090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5412518" y="1762125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199" name="subnet.b.1.edge.27">
            <a:extLst xmlns:a="http://schemas.openxmlformats.org/drawingml/2006/main">
              <a:ext uri="{FF2B5EF4-FFF2-40B4-BE49-F238E27FC236}">
                <a16:creationId xmlns:a16="http://schemas.microsoft.com/office/drawing/2014/main" id="{5393F011-B361-43BA-AC9D-8496816C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648109" y="17621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00" name="subnet.b.1.edge.28">
            <a:extLst xmlns:a="http://schemas.openxmlformats.org/drawingml/2006/main">
              <a:ext uri="{FF2B5EF4-FFF2-40B4-BE49-F238E27FC236}">
                <a16:creationId xmlns:a16="http://schemas.microsoft.com/office/drawing/2014/main" id="{A5A9E260-179E-46A3-B73A-0B5895008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9300" y="1762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01" name="subnet.b.1.node.0.0">
            <a:extLst xmlns:a="http://schemas.openxmlformats.org/drawingml/2006/main">
              <a:ext uri="{FF2B5EF4-FFF2-40B4-BE49-F238E27FC236}">
                <a16:creationId xmlns:a16="http://schemas.microsoft.com/office/drawing/2014/main" id="{4F06A533-B224-4BEA-A6E7-80E79E18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2" name="subnet.b.1.node.0.1">
            <a:extLst xmlns:a="http://schemas.openxmlformats.org/drawingml/2006/main">
              <a:ext uri="{FF2B5EF4-FFF2-40B4-BE49-F238E27FC236}">
                <a16:creationId xmlns:a16="http://schemas.microsoft.com/office/drawing/2014/main" id="{EC137BF5-28B3-48D2-A27F-58289B15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3" name="subnet.b.1.node.1.0">
            <a:extLst xmlns:a="http://schemas.openxmlformats.org/drawingml/2006/main">
              <a:ext uri="{FF2B5EF4-FFF2-40B4-BE49-F238E27FC236}">
                <a16:creationId xmlns:a16="http://schemas.microsoft.com/office/drawing/2014/main" id="{2B880B8C-4586-4D03-9104-411D53ED6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4" name="subnet.b.1.node.1.1">
            <a:extLst xmlns:a="http://schemas.openxmlformats.org/drawingml/2006/main">
              <a:ext uri="{FF2B5EF4-FFF2-40B4-BE49-F238E27FC236}">
                <a16:creationId xmlns:a16="http://schemas.microsoft.com/office/drawing/2014/main" id="{50EF35C0-54D0-414C-B6C7-0D0289F23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5" name="subnet.b.1.node.1.2">
            <a:extLst xmlns:a="http://schemas.openxmlformats.org/drawingml/2006/main">
              <a:ext uri="{FF2B5EF4-FFF2-40B4-BE49-F238E27FC236}">
                <a16:creationId xmlns:a16="http://schemas.microsoft.com/office/drawing/2014/main" id="{A5998187-FE2D-4CFD-B649-CC99140CD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6" name="subnet.b.1.node.1.3">
            <a:extLst xmlns:a="http://schemas.openxmlformats.org/drawingml/2006/main">
              <a:ext uri="{FF2B5EF4-FFF2-40B4-BE49-F238E27FC236}">
                <a16:creationId xmlns:a16="http://schemas.microsoft.com/office/drawing/2014/main" id="{DEB9C8A6-6654-4379-B0DF-DED968332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7" name="subnet.b.1.node.2.0">
            <a:extLst xmlns:a="http://schemas.openxmlformats.org/drawingml/2006/main">
              <a:ext uri="{FF2B5EF4-FFF2-40B4-BE49-F238E27FC236}">
                <a16:creationId xmlns:a16="http://schemas.microsoft.com/office/drawing/2014/main" id="{A674A32B-2E54-440E-BEDC-2FBAD6A0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54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8" name="subnet.b.1.node.2.1">
            <a:extLst xmlns:a="http://schemas.openxmlformats.org/drawingml/2006/main">
              <a:ext uri="{FF2B5EF4-FFF2-40B4-BE49-F238E27FC236}">
                <a16:creationId xmlns:a16="http://schemas.microsoft.com/office/drawing/2014/main" id="{AC65E2D5-E44B-4BD2-A1E8-53B8D87D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4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9" name="subnet.b.1.node.2.2">
            <a:extLst xmlns:a="http://schemas.openxmlformats.org/drawingml/2006/main">
              <a:ext uri="{FF2B5EF4-FFF2-40B4-BE49-F238E27FC236}">
                <a16:creationId xmlns:a16="http://schemas.microsoft.com/office/drawing/2014/main" id="{67C087B2-812A-4A7D-80F4-E74780BD1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543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0" name="subnet.b.1.node.3.0">
            <a:extLst xmlns:a="http://schemas.openxmlformats.org/drawingml/2006/main">
              <a:ext uri="{FF2B5EF4-FFF2-40B4-BE49-F238E27FC236}">
                <a16:creationId xmlns:a16="http://schemas.microsoft.com/office/drawing/2014/main" id="{7729540B-958C-4F31-BAD6-D37F0F799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186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subnet.b.1.node.3.1">
            <a:extLst xmlns:a="http://schemas.openxmlformats.org/drawingml/2006/main">
              <a:ext uri="{FF2B5EF4-FFF2-40B4-BE49-F238E27FC236}">
                <a16:creationId xmlns:a16="http://schemas.microsoft.com/office/drawing/2014/main" id="{DEA4B327-E4C5-4447-BBB2-5E17FE2F8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86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2" name="subnet.b.1.node.3.2">
            <a:extLst xmlns:a="http://schemas.openxmlformats.org/drawingml/2006/main">
              <a:ext uri="{FF2B5EF4-FFF2-40B4-BE49-F238E27FC236}">
                <a16:creationId xmlns:a16="http://schemas.microsoft.com/office/drawing/2014/main" id="{2AD2FDBC-10C6-4685-9EA4-CC0226A8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866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3" name="subnet.b.2.edge.0">
            <a:extLst xmlns:a="http://schemas.openxmlformats.org/drawingml/2006/main">
              <a:ext uri="{FF2B5EF4-FFF2-40B4-BE49-F238E27FC236}">
                <a16:creationId xmlns:a16="http://schemas.microsoft.com/office/drawing/2014/main" id="{D62D17A6-D58F-4572-9032-50A878AE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3213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4" name="subnet.b.2.edge.1">
            <a:extLst xmlns:a="http://schemas.openxmlformats.org/drawingml/2006/main">
              <a:ext uri="{FF2B5EF4-FFF2-40B4-BE49-F238E27FC236}">
                <a16:creationId xmlns:a16="http://schemas.microsoft.com/office/drawing/2014/main" id="{598B19C5-4FC3-4AFB-BA71-CB19F453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6739786" y="11191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5" name="subnet.b.2.edge.2">
            <a:extLst xmlns:a="http://schemas.openxmlformats.org/drawingml/2006/main">
              <a:ext uri="{FF2B5EF4-FFF2-40B4-BE49-F238E27FC236}">
                <a16:creationId xmlns:a16="http://schemas.microsoft.com/office/drawing/2014/main" id="{4C2EA571-D595-4EB6-800B-D89BA583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6772809" y="11191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6" name="subnet.b.2.edge.3">
            <a:extLst xmlns:a="http://schemas.openxmlformats.org/drawingml/2006/main">
              <a:ext uri="{FF2B5EF4-FFF2-40B4-BE49-F238E27FC236}">
                <a16:creationId xmlns:a16="http://schemas.microsoft.com/office/drawing/2014/main" id="{26C84A33-C0FF-4C1B-9DD0-B1B4FCBDF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6739786" y="11191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7" name="subnet.b.2.edge.4">
            <a:extLst xmlns:a="http://schemas.openxmlformats.org/drawingml/2006/main">
              <a:ext uri="{FF2B5EF4-FFF2-40B4-BE49-F238E27FC236}">
                <a16:creationId xmlns:a16="http://schemas.microsoft.com/office/drawing/2014/main" id="{097B1B1E-FD72-40EA-BC33-4EF8F34E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19913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8" name="subnet.b.2.edge.5">
            <a:extLst xmlns:a="http://schemas.openxmlformats.org/drawingml/2006/main">
              <a:ext uri="{FF2B5EF4-FFF2-40B4-BE49-F238E27FC236}">
                <a16:creationId xmlns:a16="http://schemas.microsoft.com/office/drawing/2014/main" id="{B146CC24-66CC-4E5E-91B4-98C02E7EC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7008241" y="11191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19" name="subnet.b.2.edge.6">
            <a:extLst xmlns:a="http://schemas.openxmlformats.org/drawingml/2006/main">
              <a:ext uri="{FF2B5EF4-FFF2-40B4-BE49-F238E27FC236}">
                <a16:creationId xmlns:a16="http://schemas.microsoft.com/office/drawing/2014/main" id="{B021A551-5B02-4A04-A254-591334C5B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06917">
            <a:off x="6772809" y="11191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0" name="subnet.b.2.edge.7">
            <a:extLst xmlns:a="http://schemas.openxmlformats.org/drawingml/2006/main">
              <a:ext uri="{FF2B5EF4-FFF2-40B4-BE49-F238E27FC236}">
                <a16:creationId xmlns:a16="http://schemas.microsoft.com/office/drawing/2014/main" id="{21D99618-8D2D-487B-97C1-9D7790E9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7008241" y="11191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1" name="subnet.b.2.edge.8">
            <a:extLst xmlns:a="http://schemas.openxmlformats.org/drawingml/2006/main">
              <a:ext uri="{FF2B5EF4-FFF2-40B4-BE49-F238E27FC236}">
                <a16:creationId xmlns:a16="http://schemas.microsoft.com/office/drawing/2014/main" id="{8CEC1CF7-ABF6-4C60-B0E8-B6368B74A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96138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2" name="subnet.b.2.edge.9">
            <a:extLst xmlns:a="http://schemas.openxmlformats.org/drawingml/2006/main">
              <a:ext uri="{FF2B5EF4-FFF2-40B4-BE49-F238E27FC236}">
                <a16:creationId xmlns:a16="http://schemas.microsoft.com/office/drawing/2014/main" id="{BA5BCB60-FE3F-4CBE-AF48-F29EC817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662667" y="14478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3" name="subnet.b.2.edge.10">
            <a:extLst xmlns:a="http://schemas.openxmlformats.org/drawingml/2006/main">
              <a:ext uri="{FF2B5EF4-FFF2-40B4-BE49-F238E27FC236}">
                <a16:creationId xmlns:a16="http://schemas.microsoft.com/office/drawing/2014/main" id="{186921E3-EAAB-4B7D-B4BC-0B37DE67D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6745187" y="144780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4" name="subnet.b.2.edge.11">
            <a:extLst xmlns:a="http://schemas.openxmlformats.org/drawingml/2006/main">
              <a:ext uri="{FF2B5EF4-FFF2-40B4-BE49-F238E27FC236}">
                <a16:creationId xmlns:a16="http://schemas.microsoft.com/office/drawing/2014/main" id="{169BA6A5-317D-4CA3-AC66-B80CB7C9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6751241" y="1447800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5" name="subnet.b.2.edge.12">
            <a:extLst xmlns:a="http://schemas.openxmlformats.org/drawingml/2006/main">
              <a:ext uri="{FF2B5EF4-FFF2-40B4-BE49-F238E27FC236}">
                <a16:creationId xmlns:a16="http://schemas.microsoft.com/office/drawing/2014/main" id="{63BBA75A-1494-469C-B80A-1493052CE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929367" y="14478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6" name="subnet.b.2.edge.13">
            <a:extLst xmlns:a="http://schemas.openxmlformats.org/drawingml/2006/main">
              <a:ext uri="{FF2B5EF4-FFF2-40B4-BE49-F238E27FC236}">
                <a16:creationId xmlns:a16="http://schemas.microsoft.com/office/drawing/2014/main" id="{474AA435-986C-4BC4-A103-1A86C594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6784118" y="144780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7" name="subnet.b.2.edge.14">
            <a:extLst xmlns:a="http://schemas.openxmlformats.org/drawingml/2006/main">
              <a:ext uri="{FF2B5EF4-FFF2-40B4-BE49-F238E27FC236}">
                <a16:creationId xmlns:a16="http://schemas.microsoft.com/office/drawing/2014/main" id="{E6EE927F-C9E6-41B8-9253-933CCA3A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7019709" y="144780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8" name="subnet.b.2.edge.15">
            <a:extLst xmlns:a="http://schemas.openxmlformats.org/drawingml/2006/main">
              <a:ext uri="{FF2B5EF4-FFF2-40B4-BE49-F238E27FC236}">
                <a16:creationId xmlns:a16="http://schemas.microsoft.com/office/drawing/2014/main" id="{889E21D6-B047-48DD-BF3B-AEC201E1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67500" y="1771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29" name="subnet.b.2.edge.16">
            <a:extLst xmlns:a="http://schemas.openxmlformats.org/drawingml/2006/main">
              <a:ext uri="{FF2B5EF4-FFF2-40B4-BE49-F238E27FC236}">
                <a16:creationId xmlns:a16="http://schemas.microsoft.com/office/drawing/2014/main" id="{5920C2EE-4B40-4348-A32A-CE221E72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6754712" y="177165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0" name="subnet.b.2.edge.17">
            <a:extLst xmlns:a="http://schemas.openxmlformats.org/drawingml/2006/main">
              <a:ext uri="{FF2B5EF4-FFF2-40B4-BE49-F238E27FC236}">
                <a16:creationId xmlns:a16="http://schemas.microsoft.com/office/drawing/2014/main" id="{DE54981F-956F-49C7-BDD5-8E6CD84D0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8942">
            <a:off x="6784800" y="1771650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1" name="subnet.b.2.edge.18">
            <a:extLst xmlns:a="http://schemas.openxmlformats.org/drawingml/2006/main">
              <a:ext uri="{FF2B5EF4-FFF2-40B4-BE49-F238E27FC236}">
                <a16:creationId xmlns:a16="http://schemas.microsoft.com/office/drawing/2014/main" id="{26996C3D-9765-4122-8E9C-C311B56B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94278">
            <a:off x="6798578" y="1771650"/>
            <a:ext cx="8808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2" name="subnet.b.2.edge.19">
            <a:extLst xmlns:a="http://schemas.openxmlformats.org/drawingml/2006/main">
              <a:ext uri="{FF2B5EF4-FFF2-40B4-BE49-F238E27FC236}">
                <a16:creationId xmlns:a16="http://schemas.microsoft.com/office/drawing/2014/main" id="{3B32F334-5364-443F-B777-34110A81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6753009" y="177165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3" name="subnet.b.2.edge.20">
            <a:extLst xmlns:a="http://schemas.openxmlformats.org/drawingml/2006/main">
              <a:ext uri="{FF2B5EF4-FFF2-40B4-BE49-F238E27FC236}">
                <a16:creationId xmlns:a16="http://schemas.microsoft.com/office/drawing/2014/main" id="{1C70B969-1392-41AD-888E-7C0663DB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938892" y="177165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4" name="subnet.b.2.edge.21">
            <a:extLst xmlns:a="http://schemas.openxmlformats.org/drawingml/2006/main">
              <a:ext uri="{FF2B5EF4-FFF2-40B4-BE49-F238E27FC236}">
                <a16:creationId xmlns:a16="http://schemas.microsoft.com/office/drawing/2014/main" id="{E8C46907-A790-4F67-969B-0581E88E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7021412" y="177165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5" name="subnet.b.2.edge.22">
            <a:extLst xmlns:a="http://schemas.openxmlformats.org/drawingml/2006/main">
              <a:ext uri="{FF2B5EF4-FFF2-40B4-BE49-F238E27FC236}">
                <a16:creationId xmlns:a16="http://schemas.microsoft.com/office/drawing/2014/main" id="{034CF86E-D1A3-4EDA-ACC3-EA5F211A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7052163" y="1771650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36" name="subnet.b.2.node.0.0">
            <a:extLst xmlns:a="http://schemas.openxmlformats.org/drawingml/2006/main">
              <a:ext uri="{FF2B5EF4-FFF2-40B4-BE49-F238E27FC236}">
                <a16:creationId xmlns:a16="http://schemas.microsoft.com/office/drawing/2014/main" id="{7D3AC59D-8596-4AD6-86E7-C2A67F1E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7" name="subnet.b.2.node.0.1">
            <a:extLst xmlns:a="http://schemas.openxmlformats.org/drawingml/2006/main">
              <a:ext uri="{FF2B5EF4-FFF2-40B4-BE49-F238E27FC236}">
                <a16:creationId xmlns:a16="http://schemas.microsoft.com/office/drawing/2014/main" id="{F3A729F8-B012-49EB-8ED4-0D81C489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8" name="subnet.b.2.node.0.2">
            <a:extLst xmlns:a="http://schemas.openxmlformats.org/drawingml/2006/main">
              <a:ext uri="{FF2B5EF4-FFF2-40B4-BE49-F238E27FC236}">
                <a16:creationId xmlns:a16="http://schemas.microsoft.com/office/drawing/2014/main" id="{B70F9595-08D7-4256-AAE6-A810567A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9" name="subnet.b.2.node.1.0">
            <a:extLst xmlns:a="http://schemas.openxmlformats.org/drawingml/2006/main">
              <a:ext uri="{FF2B5EF4-FFF2-40B4-BE49-F238E27FC236}">
                <a16:creationId xmlns:a16="http://schemas.microsoft.com/office/drawing/2014/main" id="{E0589755-1AEC-437E-A5D4-6F96CE4A7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0" name="subnet.b.2.node.1.1">
            <a:extLst xmlns:a="http://schemas.openxmlformats.org/drawingml/2006/main">
              <a:ext uri="{FF2B5EF4-FFF2-40B4-BE49-F238E27FC236}">
                <a16:creationId xmlns:a16="http://schemas.microsoft.com/office/drawing/2014/main" id="{D738C9EC-F3F5-44CE-B5C5-EF88E905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1" name="subnet.b.2.node.1.2">
            <a:extLst xmlns:a="http://schemas.openxmlformats.org/drawingml/2006/main">
              <a:ext uri="{FF2B5EF4-FFF2-40B4-BE49-F238E27FC236}">
                <a16:creationId xmlns:a16="http://schemas.microsoft.com/office/drawing/2014/main" id="{89E2C9D2-FED0-479A-B5B8-60FA807A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2" name="subnet.b.2.node.2.0">
            <a:extLst xmlns:a="http://schemas.openxmlformats.org/drawingml/2006/main">
              <a:ext uri="{FF2B5EF4-FFF2-40B4-BE49-F238E27FC236}">
                <a16:creationId xmlns:a16="http://schemas.microsoft.com/office/drawing/2014/main" id="{CD88A314-8267-4754-B190-896F8574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3" name="subnet.b.2.node.2.1">
            <a:extLst xmlns:a="http://schemas.openxmlformats.org/drawingml/2006/main">
              <a:ext uri="{FF2B5EF4-FFF2-40B4-BE49-F238E27FC236}">
                <a16:creationId xmlns:a16="http://schemas.microsoft.com/office/drawing/2014/main" id="{2C2FB587-3094-432F-B6DA-BC50436A7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4" name="subnet.b.2.node.3.0">
            <a:extLst xmlns:a="http://schemas.openxmlformats.org/drawingml/2006/main">
              <a:ext uri="{FF2B5EF4-FFF2-40B4-BE49-F238E27FC236}">
                <a16:creationId xmlns:a16="http://schemas.microsoft.com/office/drawing/2014/main" id="{ED2C3291-1434-4D60-8C89-996A07DF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1876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5" name="subnet.b.2.node.3.1">
            <a:extLst xmlns:a="http://schemas.openxmlformats.org/drawingml/2006/main">
              <a:ext uri="{FF2B5EF4-FFF2-40B4-BE49-F238E27FC236}">
                <a16:creationId xmlns:a16="http://schemas.microsoft.com/office/drawing/2014/main" id="{CC6F5B51-6524-4EC7-AF91-5099A52F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876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6" name="subnet.b.2.node.3.2">
            <a:extLst xmlns:a="http://schemas.openxmlformats.org/drawingml/2006/main">
              <a:ext uri="{FF2B5EF4-FFF2-40B4-BE49-F238E27FC236}">
                <a16:creationId xmlns:a16="http://schemas.microsoft.com/office/drawing/2014/main" id="{C70C0EC7-3F21-4818-9A0D-E5345BFDB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76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7" name="subnet.b.2.node.3.3">
            <a:extLst xmlns:a="http://schemas.openxmlformats.org/drawingml/2006/main">
              <a:ext uri="{FF2B5EF4-FFF2-40B4-BE49-F238E27FC236}">
                <a16:creationId xmlns:a16="http://schemas.microsoft.com/office/drawing/2014/main" id="{4AFD0DA6-B3DC-4261-8990-CA713AF9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876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8" name="subnet.b.3.edge.0">
            <a:extLst xmlns:a="http://schemas.openxmlformats.org/drawingml/2006/main">
              <a:ext uri="{FF2B5EF4-FFF2-40B4-BE49-F238E27FC236}">
                <a16:creationId xmlns:a16="http://schemas.microsoft.com/office/drawing/2014/main" id="{884E7FFC-B2F0-4A04-B3C1-7E2673003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67663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49" name="subnet.b.3.edge.1">
            <a:extLst xmlns:a="http://schemas.openxmlformats.org/drawingml/2006/main">
              <a:ext uri="{FF2B5EF4-FFF2-40B4-BE49-F238E27FC236}">
                <a16:creationId xmlns:a16="http://schemas.microsoft.com/office/drawing/2014/main" id="{E9E6D923-60BD-4AE8-9AD3-604D55872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8054236" y="11191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0" name="subnet.b.3.edge.2">
            <a:extLst xmlns:a="http://schemas.openxmlformats.org/drawingml/2006/main">
              <a:ext uri="{FF2B5EF4-FFF2-40B4-BE49-F238E27FC236}">
                <a16:creationId xmlns:a16="http://schemas.microsoft.com/office/drawing/2014/main" id="{8F632138-EF2C-437C-9A8B-959D4C1E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8087259" y="1119188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1" name="subnet.b.3.edge.3">
            <a:extLst xmlns:a="http://schemas.openxmlformats.org/drawingml/2006/main">
              <a:ext uri="{FF2B5EF4-FFF2-40B4-BE49-F238E27FC236}">
                <a16:creationId xmlns:a16="http://schemas.microsoft.com/office/drawing/2014/main" id="{08D54947-4A6A-41BC-8DD8-82A89EB25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8054236" y="1119188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2" name="subnet.b.3.edge.4">
            <a:extLst xmlns:a="http://schemas.openxmlformats.org/drawingml/2006/main">
              <a:ext uri="{FF2B5EF4-FFF2-40B4-BE49-F238E27FC236}">
                <a16:creationId xmlns:a16="http://schemas.microsoft.com/office/drawing/2014/main" id="{58E405CC-6627-4E7D-BCC1-51E9AE02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34363" y="1119188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3" name="subnet.b.3.edge.5">
            <a:extLst xmlns:a="http://schemas.openxmlformats.org/drawingml/2006/main">
              <a:ext uri="{FF2B5EF4-FFF2-40B4-BE49-F238E27FC236}">
                <a16:creationId xmlns:a16="http://schemas.microsoft.com/office/drawing/2014/main" id="{63FBB3A7-E006-43A5-BD4C-A1400D029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8322691" y="1119188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4" name="subnet.b.3.edge.6">
            <a:extLst xmlns:a="http://schemas.openxmlformats.org/drawingml/2006/main">
              <a:ext uri="{FF2B5EF4-FFF2-40B4-BE49-F238E27FC236}">
                <a16:creationId xmlns:a16="http://schemas.microsoft.com/office/drawing/2014/main" id="{F8E84D76-D1C9-499D-8686-FF46712F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7977117" y="14478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5" name="subnet.b.3.edge.7">
            <a:extLst xmlns:a="http://schemas.openxmlformats.org/drawingml/2006/main">
              <a:ext uri="{FF2B5EF4-FFF2-40B4-BE49-F238E27FC236}">
                <a16:creationId xmlns:a16="http://schemas.microsoft.com/office/drawing/2014/main" id="{17026FE6-BCED-497B-BFD3-9B4A4E7C0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8059637" y="144780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6" name="subnet.b.3.edge.8">
            <a:extLst xmlns:a="http://schemas.openxmlformats.org/drawingml/2006/main">
              <a:ext uri="{FF2B5EF4-FFF2-40B4-BE49-F238E27FC236}">
                <a16:creationId xmlns:a16="http://schemas.microsoft.com/office/drawing/2014/main" id="{684A0FF1-8EF1-43A6-8EB1-00E5A038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8942">
            <a:off x="8089725" y="1447800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7" name="subnet.b.3.edge.9">
            <a:extLst xmlns:a="http://schemas.openxmlformats.org/drawingml/2006/main">
              <a:ext uri="{FF2B5EF4-FFF2-40B4-BE49-F238E27FC236}">
                <a16:creationId xmlns:a16="http://schemas.microsoft.com/office/drawing/2014/main" id="{76100D80-11BA-4C9A-BA81-6AED90DC2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8065691" y="1447800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8" name="subnet.b.3.edge.10">
            <a:extLst xmlns:a="http://schemas.openxmlformats.org/drawingml/2006/main">
              <a:ext uri="{FF2B5EF4-FFF2-40B4-BE49-F238E27FC236}">
                <a16:creationId xmlns:a16="http://schemas.microsoft.com/office/drawing/2014/main" id="{539FCAF0-17EF-41D8-B3FB-DCD988DE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8243817" y="1447800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59" name="subnet.b.3.edge.11">
            <a:extLst xmlns:a="http://schemas.openxmlformats.org/drawingml/2006/main">
              <a:ext uri="{FF2B5EF4-FFF2-40B4-BE49-F238E27FC236}">
                <a16:creationId xmlns:a16="http://schemas.microsoft.com/office/drawing/2014/main" id="{AC5E1D59-B2F7-4DF7-99BE-7F01F78B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8326337" y="1447800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0" name="subnet.b.3.edge.12">
            <a:extLst xmlns:a="http://schemas.openxmlformats.org/drawingml/2006/main">
              <a:ext uri="{FF2B5EF4-FFF2-40B4-BE49-F238E27FC236}">
                <a16:creationId xmlns:a16="http://schemas.microsoft.com/office/drawing/2014/main" id="{A30C09C4-36F1-4B35-B80C-0971E7AE4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8098568" y="144780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1" name="subnet.b.3.edge.13">
            <a:extLst xmlns:a="http://schemas.openxmlformats.org/drawingml/2006/main">
              <a:ext uri="{FF2B5EF4-FFF2-40B4-BE49-F238E27FC236}">
                <a16:creationId xmlns:a16="http://schemas.microsoft.com/office/drawing/2014/main" id="{BD606C9D-643D-436B-8ECD-2D8AC421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8334159" y="144780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2" name="subnet.b.3.edge.14">
            <a:extLst xmlns:a="http://schemas.openxmlformats.org/drawingml/2006/main">
              <a:ext uri="{FF2B5EF4-FFF2-40B4-BE49-F238E27FC236}">
                <a16:creationId xmlns:a16="http://schemas.microsoft.com/office/drawing/2014/main" id="{56673165-5C33-4C57-8928-38A5D4F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515350" y="14478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3" name="subnet.b.3.edge.15">
            <a:extLst xmlns:a="http://schemas.openxmlformats.org/drawingml/2006/main">
              <a:ext uri="{FF2B5EF4-FFF2-40B4-BE49-F238E27FC236}">
                <a16:creationId xmlns:a16="http://schemas.microsoft.com/office/drawing/2014/main" id="{92556B44-B21E-4575-B963-7543EEDF2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81950" y="177165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4" name="subnet.b.3.edge.16">
            <a:extLst xmlns:a="http://schemas.openxmlformats.org/drawingml/2006/main">
              <a:ext uri="{FF2B5EF4-FFF2-40B4-BE49-F238E27FC236}">
                <a16:creationId xmlns:a16="http://schemas.microsoft.com/office/drawing/2014/main" id="{93146A25-0A20-4A0D-9D76-701063159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8067459" y="1771650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5" name="subnet.b.3.edge.17">
            <a:extLst xmlns:a="http://schemas.openxmlformats.org/drawingml/2006/main">
              <a:ext uri="{FF2B5EF4-FFF2-40B4-BE49-F238E27FC236}">
                <a16:creationId xmlns:a16="http://schemas.microsoft.com/office/drawing/2014/main" id="{25F583E7-D1E7-4123-BCD6-9808FAD2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8098568" y="1771650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66" name="subnet.b.3.node.0.0">
            <a:extLst xmlns:a="http://schemas.openxmlformats.org/drawingml/2006/main">
              <a:ext uri="{FF2B5EF4-FFF2-40B4-BE49-F238E27FC236}">
                <a16:creationId xmlns:a16="http://schemas.microsoft.com/office/drawing/2014/main" id="{D547B2BD-478B-417E-AE51-1BDF2A67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7" name="subnet.b.3.node.0.1">
            <a:extLst xmlns:a="http://schemas.openxmlformats.org/drawingml/2006/main">
              <a:ext uri="{FF2B5EF4-FFF2-40B4-BE49-F238E27FC236}">
                <a16:creationId xmlns:a16="http://schemas.microsoft.com/office/drawing/2014/main" id="{51AC9D6D-68E9-4E4C-B28B-82EB6AE38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8953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8" name="subnet.b.3.node.1.0">
            <a:extLst xmlns:a="http://schemas.openxmlformats.org/drawingml/2006/main">
              <a:ext uri="{FF2B5EF4-FFF2-40B4-BE49-F238E27FC236}">
                <a16:creationId xmlns:a16="http://schemas.microsoft.com/office/drawing/2014/main" id="{144C0D3A-35CE-425A-A91C-67F3CC12F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9" name="subnet.b.3.node.1.1">
            <a:extLst xmlns:a="http://schemas.openxmlformats.org/drawingml/2006/main">
              <a:ext uri="{FF2B5EF4-FFF2-40B4-BE49-F238E27FC236}">
                <a16:creationId xmlns:a16="http://schemas.microsoft.com/office/drawing/2014/main" id="{22596D77-DB72-4B03-997D-65A4D805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0" name="subnet.b.3.node.1.2">
            <a:extLst xmlns:a="http://schemas.openxmlformats.org/drawingml/2006/main">
              <a:ext uri="{FF2B5EF4-FFF2-40B4-BE49-F238E27FC236}">
                <a16:creationId xmlns:a16="http://schemas.microsoft.com/office/drawing/2014/main" id="{59608F12-349E-4264-B66D-C0207F3A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2287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1" name="subnet.b.3.node.2.0">
            <a:extLst xmlns:a="http://schemas.openxmlformats.org/drawingml/2006/main">
              <a:ext uri="{FF2B5EF4-FFF2-40B4-BE49-F238E27FC236}">
                <a16:creationId xmlns:a16="http://schemas.microsoft.com/office/drawing/2014/main" id="{34DBB1A2-5176-4168-90F6-AA1BF097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2" name="subnet.b.3.node.2.1">
            <a:extLst xmlns:a="http://schemas.openxmlformats.org/drawingml/2006/main">
              <a:ext uri="{FF2B5EF4-FFF2-40B4-BE49-F238E27FC236}">
                <a16:creationId xmlns:a16="http://schemas.microsoft.com/office/drawing/2014/main" id="{AFD5F785-908E-4E3E-B14D-AE4B8418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3" name="subnet.b.3.node.2.2">
            <a:extLst xmlns:a="http://schemas.openxmlformats.org/drawingml/2006/main">
              <a:ext uri="{FF2B5EF4-FFF2-40B4-BE49-F238E27FC236}">
                <a16:creationId xmlns:a16="http://schemas.microsoft.com/office/drawing/2014/main" id="{E7C4090A-2F9F-4CD6-88A3-52EB8F09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5525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4" name="subnet.b.3.node.3.0">
            <a:extLst xmlns:a="http://schemas.openxmlformats.org/drawingml/2006/main">
              <a:ext uri="{FF2B5EF4-FFF2-40B4-BE49-F238E27FC236}">
                <a16:creationId xmlns:a16="http://schemas.microsoft.com/office/drawing/2014/main" id="{8E92D3EC-365B-4DF7-8947-38A72335A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18764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5" name="subnet.c.1.edge.0">
            <a:extLst xmlns:a="http://schemas.openxmlformats.org/drawingml/2006/main">
              <a:ext uri="{FF2B5EF4-FFF2-40B4-BE49-F238E27FC236}">
                <a16:creationId xmlns:a16="http://schemas.microsoft.com/office/drawing/2014/main" id="{E1AF65DA-7BF1-4CCB-8B5E-78348274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272088" y="227171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6" name="subnet.c.1.edge.1">
            <a:extLst xmlns:a="http://schemas.openxmlformats.org/drawingml/2006/main">
              <a:ext uri="{FF2B5EF4-FFF2-40B4-BE49-F238E27FC236}">
                <a16:creationId xmlns:a16="http://schemas.microsoft.com/office/drawing/2014/main" id="{A7DE2939-AA1B-42E2-8A2E-1130EB45E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5360416" y="2271713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7" name="subnet.c.1.edge.2">
            <a:extLst xmlns:a="http://schemas.openxmlformats.org/drawingml/2006/main">
              <a:ext uri="{FF2B5EF4-FFF2-40B4-BE49-F238E27FC236}">
                <a16:creationId xmlns:a16="http://schemas.microsoft.com/office/drawing/2014/main" id="{E9B4B028-137F-4B99-953F-86F78700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5391684" y="2271713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8" name="subnet.c.1.edge.3">
            <a:extLst xmlns:a="http://schemas.openxmlformats.org/drawingml/2006/main">
              <a:ext uri="{FF2B5EF4-FFF2-40B4-BE49-F238E27FC236}">
                <a16:creationId xmlns:a16="http://schemas.microsoft.com/office/drawing/2014/main" id="{33D21FAC-A8F1-483C-A070-8B7B2E4E7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328711">
            <a:off x="5406155" y="2271713"/>
            <a:ext cx="8843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79" name="subnet.c.1.edge.4">
            <a:extLst xmlns:a="http://schemas.openxmlformats.org/drawingml/2006/main">
              <a:ext uri="{FF2B5EF4-FFF2-40B4-BE49-F238E27FC236}">
                <a16:creationId xmlns:a16="http://schemas.microsoft.com/office/drawing/2014/main" id="{664373A0-0161-4E89-9CF7-F99F194A8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5360416" y="2271713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0" name="subnet.c.1.edge.5">
            <a:extLst xmlns:a="http://schemas.openxmlformats.org/drawingml/2006/main">
              <a:ext uri="{FF2B5EF4-FFF2-40B4-BE49-F238E27FC236}">
                <a16:creationId xmlns:a16="http://schemas.microsoft.com/office/drawing/2014/main" id="{C39AE2FA-131D-4AE1-8AE7-AAB1D2452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48313" y="227171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1" name="subnet.c.1.edge.6">
            <a:extLst xmlns:a="http://schemas.openxmlformats.org/drawingml/2006/main">
              <a:ext uri="{FF2B5EF4-FFF2-40B4-BE49-F238E27FC236}">
                <a16:creationId xmlns:a16="http://schemas.microsoft.com/office/drawing/2014/main" id="{2C16091C-4EDE-417C-BAC4-D99B23E1E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5634886" y="2271713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2" name="subnet.c.1.edge.7">
            <a:extLst xmlns:a="http://schemas.openxmlformats.org/drawingml/2006/main">
              <a:ext uri="{FF2B5EF4-FFF2-40B4-BE49-F238E27FC236}">
                <a16:creationId xmlns:a16="http://schemas.microsoft.com/office/drawing/2014/main" id="{15468B13-6978-4348-9729-529A3B706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5667909" y="2271713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3" name="subnet.c.1.edge.8">
            <a:extLst xmlns:a="http://schemas.openxmlformats.org/drawingml/2006/main">
              <a:ext uri="{FF2B5EF4-FFF2-40B4-BE49-F238E27FC236}">
                <a16:creationId xmlns:a16="http://schemas.microsoft.com/office/drawing/2014/main" id="{A881F4AB-5F8E-4881-8694-7B1B6D40B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281542" y="26003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4" name="subnet.c.1.edge.9">
            <a:extLst xmlns:a="http://schemas.openxmlformats.org/drawingml/2006/main">
              <a:ext uri="{FF2B5EF4-FFF2-40B4-BE49-F238E27FC236}">
                <a16:creationId xmlns:a16="http://schemas.microsoft.com/office/drawing/2014/main" id="{C6DD5017-CC3A-4385-B7D9-7BBAE27E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5365703" y="2600325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5" name="subnet.c.1.edge.10">
            <a:extLst xmlns:a="http://schemas.openxmlformats.org/drawingml/2006/main">
              <a:ext uri="{FF2B5EF4-FFF2-40B4-BE49-F238E27FC236}">
                <a16:creationId xmlns:a16="http://schemas.microsoft.com/office/drawing/2014/main" id="{B8E4EAC9-7BE6-4289-8289-B5478395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5394813" y="2600325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6" name="subnet.c.1.edge.11">
            <a:extLst xmlns:a="http://schemas.openxmlformats.org/drawingml/2006/main">
              <a:ext uri="{FF2B5EF4-FFF2-40B4-BE49-F238E27FC236}">
                <a16:creationId xmlns:a16="http://schemas.microsoft.com/office/drawing/2014/main" id="{BCEBF543-7FF2-4BAD-946B-E75EBE61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80747">
            <a:off x="5408258" y="2600325"/>
            <a:ext cx="8897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7" name="subnet.c.1.edge.12">
            <a:extLst xmlns:a="http://schemas.openxmlformats.org/drawingml/2006/main">
              <a:ext uri="{FF2B5EF4-FFF2-40B4-BE49-F238E27FC236}">
                <a16:creationId xmlns:a16="http://schemas.microsoft.com/office/drawing/2014/main" id="{F752EA6A-C32E-4BCD-8434-90165AAA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371884" y="26003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8" name="subnet.c.1.edge.13">
            <a:extLst xmlns:a="http://schemas.openxmlformats.org/drawingml/2006/main">
              <a:ext uri="{FF2B5EF4-FFF2-40B4-BE49-F238E27FC236}">
                <a16:creationId xmlns:a16="http://schemas.microsoft.com/office/drawing/2014/main" id="{2DB03D27-A4BE-48DA-B6A5-6F57BFB8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557767" y="26003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89" name="subnet.c.1.edge.14">
            <a:extLst xmlns:a="http://schemas.openxmlformats.org/drawingml/2006/main">
              <a:ext uri="{FF2B5EF4-FFF2-40B4-BE49-F238E27FC236}">
                <a16:creationId xmlns:a16="http://schemas.microsoft.com/office/drawing/2014/main" id="{0E2CDC59-3E19-4752-A883-3B7A6F09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5640287" y="26003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0" name="subnet.c.1.edge.15">
            <a:extLst xmlns:a="http://schemas.openxmlformats.org/drawingml/2006/main">
              <a:ext uri="{FF2B5EF4-FFF2-40B4-BE49-F238E27FC236}">
                <a16:creationId xmlns:a16="http://schemas.microsoft.com/office/drawing/2014/main" id="{77B1D346-EC4C-47A0-BBE9-AD79C553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5671038" y="2600325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1" name="subnet.c.1.edge.16">
            <a:extLst xmlns:a="http://schemas.openxmlformats.org/drawingml/2006/main">
              <a:ext uri="{FF2B5EF4-FFF2-40B4-BE49-F238E27FC236}">
                <a16:creationId xmlns:a16="http://schemas.microsoft.com/office/drawing/2014/main" id="{CAA8ADFF-F11A-4BF2-BA21-9DCEE619B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5402993" y="2600325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2" name="subnet.c.1.edge.17">
            <a:extLst xmlns:a="http://schemas.openxmlformats.org/drawingml/2006/main">
              <a:ext uri="{FF2B5EF4-FFF2-40B4-BE49-F238E27FC236}">
                <a16:creationId xmlns:a16="http://schemas.microsoft.com/office/drawing/2014/main" id="{7ABBA0CD-E626-4C3D-95CE-F37B6848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5646341" y="2600325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3" name="subnet.c.1.edge.18">
            <a:extLst xmlns:a="http://schemas.openxmlformats.org/drawingml/2006/main">
              <a:ext uri="{FF2B5EF4-FFF2-40B4-BE49-F238E27FC236}">
                <a16:creationId xmlns:a16="http://schemas.microsoft.com/office/drawing/2014/main" id="{0EB82745-C47B-41D9-AD10-BAF80E10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824467" y="26003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4" name="subnet.c.1.edge.19">
            <a:extLst xmlns:a="http://schemas.openxmlformats.org/drawingml/2006/main">
              <a:ext uri="{FF2B5EF4-FFF2-40B4-BE49-F238E27FC236}">
                <a16:creationId xmlns:a16="http://schemas.microsoft.com/office/drawing/2014/main" id="{ED46B6B9-6C73-48B1-9854-869F1A2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5908628" y="2600325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5" name="subnet.c.1.edge.20">
            <a:extLst xmlns:a="http://schemas.openxmlformats.org/drawingml/2006/main">
              <a:ext uri="{FF2B5EF4-FFF2-40B4-BE49-F238E27FC236}">
                <a16:creationId xmlns:a16="http://schemas.microsoft.com/office/drawing/2014/main" id="{CC8CB631-25BB-433F-A17B-8E8AD4A8B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91915">
            <a:off x="5417116" y="2600325"/>
            <a:ext cx="871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6" name="subnet.c.1.edge.21">
            <a:extLst xmlns:a="http://schemas.openxmlformats.org/drawingml/2006/main">
              <a:ext uri="{FF2B5EF4-FFF2-40B4-BE49-F238E27FC236}">
                <a16:creationId xmlns:a16="http://schemas.microsoft.com/office/drawing/2014/main" id="{511E3ABA-4206-471C-A569-96EEF938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5679218" y="2600325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7" name="subnet.c.1.edge.22">
            <a:extLst xmlns:a="http://schemas.openxmlformats.org/drawingml/2006/main">
              <a:ext uri="{FF2B5EF4-FFF2-40B4-BE49-F238E27FC236}">
                <a16:creationId xmlns:a16="http://schemas.microsoft.com/office/drawing/2014/main" id="{D633DCDC-E1EB-4B92-A6B2-B6111E3CC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914809" y="26003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8" name="subnet.c.1.edge.23">
            <a:extLst xmlns:a="http://schemas.openxmlformats.org/drawingml/2006/main">
              <a:ext uri="{FF2B5EF4-FFF2-40B4-BE49-F238E27FC236}">
                <a16:creationId xmlns:a16="http://schemas.microsoft.com/office/drawing/2014/main" id="{60F036E0-DAAF-45BD-8BD7-0C8799420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100692" y="26003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299" name="subnet.c.1.edge.24">
            <a:extLst xmlns:a="http://schemas.openxmlformats.org/drawingml/2006/main">
              <a:ext uri="{FF2B5EF4-FFF2-40B4-BE49-F238E27FC236}">
                <a16:creationId xmlns:a16="http://schemas.microsoft.com/office/drawing/2014/main" id="{9DFF03E0-97A7-4C43-B235-7A1E421D5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5291067" y="292417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0" name="subnet.c.1.edge.25">
            <a:extLst xmlns:a="http://schemas.openxmlformats.org/drawingml/2006/main">
              <a:ext uri="{FF2B5EF4-FFF2-40B4-BE49-F238E27FC236}">
                <a16:creationId xmlns:a16="http://schemas.microsoft.com/office/drawing/2014/main" id="{8DADA61C-3E91-48EB-AFC2-BE2BB498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5373587" y="292417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1" name="subnet.c.1.edge.26">
            <a:extLst xmlns:a="http://schemas.openxmlformats.org/drawingml/2006/main">
              <a:ext uri="{FF2B5EF4-FFF2-40B4-BE49-F238E27FC236}">
                <a16:creationId xmlns:a16="http://schemas.microsoft.com/office/drawing/2014/main" id="{795F6CA3-0AD2-47F1-A7AF-B4D174084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8942">
            <a:off x="5403675" y="2924175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2" name="subnet.c.1.edge.27">
            <a:extLst xmlns:a="http://schemas.openxmlformats.org/drawingml/2006/main">
              <a:ext uri="{FF2B5EF4-FFF2-40B4-BE49-F238E27FC236}">
                <a16:creationId xmlns:a16="http://schemas.microsoft.com/office/drawing/2014/main" id="{481AB979-A24C-4AC6-81C0-D1ACA35E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381409" y="292417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3" name="subnet.c.1.edge.28">
            <a:extLst xmlns:a="http://schemas.openxmlformats.org/drawingml/2006/main">
              <a:ext uri="{FF2B5EF4-FFF2-40B4-BE49-F238E27FC236}">
                <a16:creationId xmlns:a16="http://schemas.microsoft.com/office/drawing/2014/main" id="{47E7C3C4-9CDB-4D2B-BC05-140F47C0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562600" y="29241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4" name="subnet.c.1.edge.29">
            <a:extLst xmlns:a="http://schemas.openxmlformats.org/drawingml/2006/main">
              <a:ext uri="{FF2B5EF4-FFF2-40B4-BE49-F238E27FC236}">
                <a16:creationId xmlns:a16="http://schemas.microsoft.com/office/drawing/2014/main" id="{97B81DDA-965C-4862-BA5A-1F3A9947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31652">
            <a:off x="5648109" y="292417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5" name="subnet.c.1.edge.30">
            <a:extLst xmlns:a="http://schemas.openxmlformats.org/drawingml/2006/main">
              <a:ext uri="{FF2B5EF4-FFF2-40B4-BE49-F238E27FC236}">
                <a16:creationId xmlns:a16="http://schemas.microsoft.com/office/drawing/2014/main" id="{97855E63-D693-4FB5-83D8-FCCD5543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5412518" y="2924175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6" name="subnet.c.1.edge.31">
            <a:extLst xmlns:a="http://schemas.openxmlformats.org/drawingml/2006/main">
              <a:ext uri="{FF2B5EF4-FFF2-40B4-BE49-F238E27FC236}">
                <a16:creationId xmlns:a16="http://schemas.microsoft.com/office/drawing/2014/main" id="{07571DBE-A93B-4970-ABF1-50CD052E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5648109" y="292417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7" name="subnet.c.1.edge.32">
            <a:extLst xmlns:a="http://schemas.openxmlformats.org/drawingml/2006/main">
              <a:ext uri="{FF2B5EF4-FFF2-40B4-BE49-F238E27FC236}">
                <a16:creationId xmlns:a16="http://schemas.microsoft.com/office/drawing/2014/main" id="{4015586D-F042-415E-B160-6E789938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829300" y="292417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8" name="subnet.c.1.edge.33">
            <a:extLst xmlns:a="http://schemas.openxmlformats.org/drawingml/2006/main">
              <a:ext uri="{FF2B5EF4-FFF2-40B4-BE49-F238E27FC236}">
                <a16:creationId xmlns:a16="http://schemas.microsoft.com/office/drawing/2014/main" id="{15E82C03-E5C0-4E64-8204-295DAD03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91915">
            <a:off x="5426641" y="2924175"/>
            <a:ext cx="8719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09" name="subnet.c.1.edge.34">
            <a:extLst xmlns:a="http://schemas.openxmlformats.org/drawingml/2006/main">
              <a:ext uri="{FF2B5EF4-FFF2-40B4-BE49-F238E27FC236}">
                <a16:creationId xmlns:a16="http://schemas.microsoft.com/office/drawing/2014/main" id="{E9094584-89CB-42BF-9CEF-57F52142B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1058">
            <a:off x="5679900" y="2924175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10" name="subnet.c.1.edge.35">
            <a:extLst xmlns:a="http://schemas.openxmlformats.org/drawingml/2006/main">
              <a:ext uri="{FF2B5EF4-FFF2-40B4-BE49-F238E27FC236}">
                <a16:creationId xmlns:a16="http://schemas.microsoft.com/office/drawing/2014/main" id="{691CBAD6-54F4-4CCB-BB37-351EAF1C2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27734">
            <a:off x="5916512" y="292417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11" name="subnet.c.1.node.0.0">
            <a:extLst xmlns:a="http://schemas.openxmlformats.org/drawingml/2006/main">
              <a:ext uri="{FF2B5EF4-FFF2-40B4-BE49-F238E27FC236}">
                <a16:creationId xmlns:a16="http://schemas.microsoft.com/office/drawing/2014/main" id="{D6253F72-A43A-4064-A192-02A96290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subnet.c.1.node.0.1">
            <a:extLst xmlns:a="http://schemas.openxmlformats.org/drawingml/2006/main">
              <a:ext uri="{FF2B5EF4-FFF2-40B4-BE49-F238E27FC236}">
                <a16:creationId xmlns:a16="http://schemas.microsoft.com/office/drawing/2014/main" id="{0C26C0E4-2DB5-4520-85EC-2238B6B3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0478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3" name="subnet.c.1.node.1.0">
            <a:extLst xmlns:a="http://schemas.openxmlformats.org/drawingml/2006/main">
              <a:ext uri="{FF2B5EF4-FFF2-40B4-BE49-F238E27FC236}">
                <a16:creationId xmlns:a16="http://schemas.microsoft.com/office/drawing/2014/main" id="{8ADD6AC9-BA23-4D56-8614-ABF86112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4" name="subnet.c.1.node.1.1">
            <a:extLst xmlns:a="http://schemas.openxmlformats.org/drawingml/2006/main">
              <a:ext uri="{FF2B5EF4-FFF2-40B4-BE49-F238E27FC236}">
                <a16:creationId xmlns:a16="http://schemas.microsoft.com/office/drawing/2014/main" id="{3C0C586E-2338-4379-894A-050C85A50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5" name="subnet.c.1.node.1.2">
            <a:extLst xmlns:a="http://schemas.openxmlformats.org/drawingml/2006/main">
              <a:ext uri="{FF2B5EF4-FFF2-40B4-BE49-F238E27FC236}">
                <a16:creationId xmlns:a16="http://schemas.microsoft.com/office/drawing/2014/main" id="{75140D11-7A05-49D6-8AE3-F036D5AA6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subnet.c.1.node.1.3">
            <a:extLst xmlns:a="http://schemas.openxmlformats.org/drawingml/2006/main">
              <a:ext uri="{FF2B5EF4-FFF2-40B4-BE49-F238E27FC236}">
                <a16:creationId xmlns:a16="http://schemas.microsoft.com/office/drawing/2014/main" id="{CDDCD655-0DBE-44CD-AC66-327AF440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3812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7" name="subnet.c.1.node.2.0">
            <a:extLst xmlns:a="http://schemas.openxmlformats.org/drawingml/2006/main">
              <a:ext uri="{FF2B5EF4-FFF2-40B4-BE49-F238E27FC236}">
                <a16:creationId xmlns:a16="http://schemas.microsoft.com/office/drawing/2014/main" id="{9786EEF6-490B-458D-AC62-BA28F05C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8" name="subnet.c.1.node.2.1">
            <a:extLst xmlns:a="http://schemas.openxmlformats.org/drawingml/2006/main">
              <a:ext uri="{FF2B5EF4-FFF2-40B4-BE49-F238E27FC236}">
                <a16:creationId xmlns:a16="http://schemas.microsoft.com/office/drawing/2014/main" id="{2AF9F1E3-0145-4045-B455-EE2B5F44E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9" name="subnet.c.1.node.2.2">
            <a:extLst xmlns:a="http://schemas.openxmlformats.org/drawingml/2006/main">
              <a:ext uri="{FF2B5EF4-FFF2-40B4-BE49-F238E27FC236}">
                <a16:creationId xmlns:a16="http://schemas.microsoft.com/office/drawing/2014/main" id="{3E25F71B-7D79-4BE4-A5DC-65D4829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0" name="subnet.c.1.node.2.3">
            <a:extLst xmlns:a="http://schemas.openxmlformats.org/drawingml/2006/main">
              <a:ext uri="{FF2B5EF4-FFF2-40B4-BE49-F238E27FC236}">
                <a16:creationId xmlns:a16="http://schemas.microsoft.com/office/drawing/2014/main" id="{6EE2816D-97B6-4247-950F-21B6A595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subnet.c.1.node.3.0">
            <a:extLst xmlns:a="http://schemas.openxmlformats.org/drawingml/2006/main">
              <a:ext uri="{FF2B5EF4-FFF2-40B4-BE49-F238E27FC236}">
                <a16:creationId xmlns:a16="http://schemas.microsoft.com/office/drawing/2014/main" id="{ED01240D-830B-492D-8476-10A3CB2A3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subnet.c.1.node.3.1">
            <a:extLst xmlns:a="http://schemas.openxmlformats.org/drawingml/2006/main">
              <a:ext uri="{FF2B5EF4-FFF2-40B4-BE49-F238E27FC236}">
                <a16:creationId xmlns:a16="http://schemas.microsoft.com/office/drawing/2014/main" id="{C8472645-B739-41CC-91B8-3CAB4CD1A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subnet.c.1.node.3.2">
            <a:extLst xmlns:a="http://schemas.openxmlformats.org/drawingml/2006/main">
              <a:ext uri="{FF2B5EF4-FFF2-40B4-BE49-F238E27FC236}">
                <a16:creationId xmlns:a16="http://schemas.microsoft.com/office/drawing/2014/main" id="{52FE7473-6C26-4E69-B2F4-054FA36F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0289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4" name="subnet.c.2.edge.0">
            <a:extLst xmlns:a="http://schemas.openxmlformats.org/drawingml/2006/main">
              <a:ext uri="{FF2B5EF4-FFF2-40B4-BE49-F238E27FC236}">
                <a16:creationId xmlns:a16="http://schemas.microsoft.com/office/drawing/2014/main" id="{C3E99759-9682-432A-B489-3326862A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53213" y="225266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5" name="subnet.c.2.edge.1">
            <a:extLst xmlns:a="http://schemas.openxmlformats.org/drawingml/2006/main">
              <a:ext uri="{FF2B5EF4-FFF2-40B4-BE49-F238E27FC236}">
                <a16:creationId xmlns:a16="http://schemas.microsoft.com/office/drawing/2014/main" id="{05F15D8A-3CF3-4E0D-9A3A-BFE3F68E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21350">
            <a:off x="6741541" y="2252663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6" name="subnet.c.2.edge.2">
            <a:extLst xmlns:a="http://schemas.openxmlformats.org/drawingml/2006/main">
              <a:ext uri="{FF2B5EF4-FFF2-40B4-BE49-F238E27FC236}">
                <a16:creationId xmlns:a16="http://schemas.microsoft.com/office/drawing/2014/main" id="{3CEC4710-8DF9-40CC-ACB5-8D666943D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93083">
            <a:off x="6772809" y="2252663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7" name="subnet.c.2.edge.3">
            <a:extLst xmlns:a="http://schemas.openxmlformats.org/drawingml/2006/main">
              <a:ext uri="{FF2B5EF4-FFF2-40B4-BE49-F238E27FC236}">
                <a16:creationId xmlns:a16="http://schemas.microsoft.com/office/drawing/2014/main" id="{8083BAA3-329F-42F4-AE60-74D89722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78650">
            <a:off x="6741541" y="2252663"/>
            <a:ext cx="432942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8" name="subnet.c.2.edge.4">
            <a:extLst xmlns:a="http://schemas.openxmlformats.org/drawingml/2006/main">
              <a:ext uri="{FF2B5EF4-FFF2-40B4-BE49-F238E27FC236}">
                <a16:creationId xmlns:a16="http://schemas.microsoft.com/office/drawing/2014/main" id="{219E8450-0AF0-41BF-99FA-6D11CB033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29438" y="225266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29" name="subnet.c.2.edge.5">
            <a:extLst xmlns:a="http://schemas.openxmlformats.org/drawingml/2006/main">
              <a:ext uri="{FF2B5EF4-FFF2-40B4-BE49-F238E27FC236}">
                <a16:creationId xmlns:a16="http://schemas.microsoft.com/office/drawing/2014/main" id="{C61F8D3C-597E-4FD1-B488-9393E0FE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7016011" y="2252663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0" name="subnet.c.2.edge.6">
            <a:extLst xmlns:a="http://schemas.openxmlformats.org/drawingml/2006/main">
              <a:ext uri="{FF2B5EF4-FFF2-40B4-BE49-F238E27FC236}">
                <a16:creationId xmlns:a16="http://schemas.microsoft.com/office/drawing/2014/main" id="{2F8151BD-69CB-48B8-A89F-08C159E4C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06917">
            <a:off x="6772809" y="2252663"/>
            <a:ext cx="63710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1" name="subnet.c.2.edge.7">
            <a:extLst xmlns:a="http://schemas.openxmlformats.org/drawingml/2006/main">
              <a:ext uri="{FF2B5EF4-FFF2-40B4-BE49-F238E27FC236}">
                <a16:creationId xmlns:a16="http://schemas.microsoft.com/office/drawing/2014/main" id="{05B5289D-3BFA-4EFF-A6A9-2DA248981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7016011" y="2252663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2" name="subnet.c.2.edge.8">
            <a:extLst xmlns:a="http://schemas.openxmlformats.org/drawingml/2006/main">
              <a:ext uri="{FF2B5EF4-FFF2-40B4-BE49-F238E27FC236}">
                <a16:creationId xmlns:a16="http://schemas.microsoft.com/office/drawing/2014/main" id="{A075BE82-0959-4680-903B-7E56CA67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96138" y="225266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3" name="subnet.c.2.edge.9">
            <a:extLst xmlns:a="http://schemas.openxmlformats.org/drawingml/2006/main">
              <a:ext uri="{FF2B5EF4-FFF2-40B4-BE49-F238E27FC236}">
                <a16:creationId xmlns:a16="http://schemas.microsoft.com/office/drawing/2014/main" id="{D0CE55C6-545C-4BAB-A366-1978FB837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662667" y="258127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4" name="subnet.c.2.edge.10">
            <a:extLst xmlns:a="http://schemas.openxmlformats.org/drawingml/2006/main">
              <a:ext uri="{FF2B5EF4-FFF2-40B4-BE49-F238E27FC236}">
                <a16:creationId xmlns:a16="http://schemas.microsoft.com/office/drawing/2014/main" id="{3B29B7A4-2C3D-437D-B293-A98D10BC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14580">
            <a:off x="6746828" y="2581275"/>
            <a:ext cx="43189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5" name="subnet.c.2.edge.11">
            <a:extLst xmlns:a="http://schemas.openxmlformats.org/drawingml/2006/main">
              <a:ext uri="{FF2B5EF4-FFF2-40B4-BE49-F238E27FC236}">
                <a16:creationId xmlns:a16="http://schemas.microsoft.com/office/drawing/2014/main" id="{5464AEA4-1839-44CD-8596-6B84A3EB7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22748">
            <a:off x="6775938" y="2581275"/>
            <a:ext cx="640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6" name="subnet.c.2.edge.12">
            <a:extLst xmlns:a="http://schemas.openxmlformats.org/drawingml/2006/main">
              <a:ext uri="{FF2B5EF4-FFF2-40B4-BE49-F238E27FC236}">
                <a16:creationId xmlns:a16="http://schemas.microsoft.com/office/drawing/2014/main" id="{035D1834-AD6D-48F5-93C8-1C5D4031E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6753009" y="258127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7" name="subnet.c.2.edge.13">
            <a:extLst xmlns:a="http://schemas.openxmlformats.org/drawingml/2006/main">
              <a:ext uri="{FF2B5EF4-FFF2-40B4-BE49-F238E27FC236}">
                <a16:creationId xmlns:a16="http://schemas.microsoft.com/office/drawing/2014/main" id="{EF179140-5A6E-4539-9ABE-F5DDFB04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6938892" y="258127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8" name="subnet.c.2.edge.14">
            <a:extLst xmlns:a="http://schemas.openxmlformats.org/drawingml/2006/main">
              <a:ext uri="{FF2B5EF4-FFF2-40B4-BE49-F238E27FC236}">
                <a16:creationId xmlns:a16="http://schemas.microsoft.com/office/drawing/2014/main" id="{34B61867-D175-4DD2-A384-52A9A2FDC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7021412" y="258127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39" name="subnet.c.2.edge.15">
            <a:extLst xmlns:a="http://schemas.openxmlformats.org/drawingml/2006/main">
              <a:ext uri="{FF2B5EF4-FFF2-40B4-BE49-F238E27FC236}">
                <a16:creationId xmlns:a16="http://schemas.microsoft.com/office/drawing/2014/main" id="{EF5BA387-FBCB-4FA9-8A78-36B8FDDCA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24176">
            <a:off x="6784118" y="2581275"/>
            <a:ext cx="62401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0" name="subnet.c.2.edge.16">
            <a:extLst xmlns:a="http://schemas.openxmlformats.org/drawingml/2006/main">
              <a:ext uri="{FF2B5EF4-FFF2-40B4-BE49-F238E27FC236}">
                <a16:creationId xmlns:a16="http://schemas.microsoft.com/office/drawing/2014/main" id="{348FA079-DE47-4395-8A52-9DC448FE5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07223">
            <a:off x="7027466" y="2581275"/>
            <a:ext cx="41354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1" name="subnet.c.2.edge.17">
            <a:extLst xmlns:a="http://schemas.openxmlformats.org/drawingml/2006/main">
              <a:ext uri="{FF2B5EF4-FFF2-40B4-BE49-F238E27FC236}">
                <a16:creationId xmlns:a16="http://schemas.microsoft.com/office/drawing/2014/main" id="{D5B05E28-DA36-43DB-9C32-0491315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7205592" y="258127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2" name="subnet.c.2.edge.18">
            <a:extLst xmlns:a="http://schemas.openxmlformats.org/drawingml/2006/main">
              <a:ext uri="{FF2B5EF4-FFF2-40B4-BE49-F238E27FC236}">
                <a16:creationId xmlns:a16="http://schemas.microsoft.com/office/drawing/2014/main" id="{C4462271-09AB-4BD0-964F-F35B26FC2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667500" y="2905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3" name="subnet.c.2.edge.19">
            <a:extLst xmlns:a="http://schemas.openxmlformats.org/drawingml/2006/main">
              <a:ext uri="{FF2B5EF4-FFF2-40B4-BE49-F238E27FC236}">
                <a16:creationId xmlns:a16="http://schemas.microsoft.com/office/drawing/2014/main" id="{18F10D35-37D1-4CDB-8029-B775749E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6754712" y="29051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4" name="subnet.c.2.edge.20">
            <a:extLst xmlns:a="http://schemas.openxmlformats.org/drawingml/2006/main">
              <a:ext uri="{FF2B5EF4-FFF2-40B4-BE49-F238E27FC236}">
                <a16:creationId xmlns:a16="http://schemas.microsoft.com/office/drawing/2014/main" id="{35674036-B2E1-4A6F-997F-59747A3E8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827734">
            <a:off x="6754712" y="29051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5" name="subnet.c.2.edge.21">
            <a:extLst xmlns:a="http://schemas.openxmlformats.org/drawingml/2006/main">
              <a:ext uri="{FF2B5EF4-FFF2-40B4-BE49-F238E27FC236}">
                <a16:creationId xmlns:a16="http://schemas.microsoft.com/office/drawing/2014/main" id="{05050246-3324-45C5-89A4-4CF37B47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43725" y="29051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6" name="subnet.c.2.edge.22">
            <a:extLst xmlns:a="http://schemas.openxmlformats.org/drawingml/2006/main">
              <a:ext uri="{FF2B5EF4-FFF2-40B4-BE49-F238E27FC236}">
                <a16:creationId xmlns:a16="http://schemas.microsoft.com/office/drawing/2014/main" id="{CC9737CF-B813-43D8-B269-A3DFCE5E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951058">
            <a:off x="6784800" y="2905125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7" name="subnet.c.2.edge.23">
            <a:extLst xmlns:a="http://schemas.openxmlformats.org/drawingml/2006/main">
              <a:ext uri="{FF2B5EF4-FFF2-40B4-BE49-F238E27FC236}">
                <a16:creationId xmlns:a16="http://schemas.microsoft.com/office/drawing/2014/main" id="{3699FE05-07B4-43A0-A67C-493957512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7029234" y="29051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48" name="subnet.c.2.node.0.0">
            <a:extLst xmlns:a="http://schemas.openxmlformats.org/drawingml/2006/main">
              <a:ext uri="{FF2B5EF4-FFF2-40B4-BE49-F238E27FC236}">
                <a16:creationId xmlns:a16="http://schemas.microsoft.com/office/drawing/2014/main" id="{E6E50417-E299-49C5-8E40-49FD34BD3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9" name="subnet.c.2.node.0.1">
            <a:extLst xmlns:a="http://schemas.openxmlformats.org/drawingml/2006/main">
              <a:ext uri="{FF2B5EF4-FFF2-40B4-BE49-F238E27FC236}">
                <a16:creationId xmlns:a16="http://schemas.microsoft.com/office/drawing/2014/main" id="{AE1ACFA1-C7A0-4D4D-B83F-3C2A98CB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0" name="subnet.c.2.node.0.2">
            <a:extLst xmlns:a="http://schemas.openxmlformats.org/drawingml/2006/main">
              <a:ext uri="{FF2B5EF4-FFF2-40B4-BE49-F238E27FC236}">
                <a16:creationId xmlns:a16="http://schemas.microsoft.com/office/drawing/2014/main" id="{D0F4C7AA-2D54-4B45-A9D0-693262D4B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02882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1" name="subnet.c.2.node.1.0">
            <a:extLst xmlns:a="http://schemas.openxmlformats.org/drawingml/2006/main">
              <a:ext uri="{FF2B5EF4-FFF2-40B4-BE49-F238E27FC236}">
                <a16:creationId xmlns:a16="http://schemas.microsoft.com/office/drawing/2014/main" id="{53DF2CCF-F158-4D0E-A73E-F5525463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2" name="subnet.c.2.node.1.1">
            <a:extLst xmlns:a="http://schemas.openxmlformats.org/drawingml/2006/main">
              <a:ext uri="{FF2B5EF4-FFF2-40B4-BE49-F238E27FC236}">
                <a16:creationId xmlns:a16="http://schemas.microsoft.com/office/drawing/2014/main" id="{9E9A9EEA-D293-42D0-ABD4-31014FCFE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3" name="subnet.c.2.node.1.2">
            <a:extLst xmlns:a="http://schemas.openxmlformats.org/drawingml/2006/main">
              <a:ext uri="{FF2B5EF4-FFF2-40B4-BE49-F238E27FC236}">
                <a16:creationId xmlns:a16="http://schemas.microsoft.com/office/drawing/2014/main" id="{4691A671-D366-4C10-B552-FF331C76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3622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4" name="subnet.c.2.node.2.0">
            <a:extLst xmlns:a="http://schemas.openxmlformats.org/drawingml/2006/main">
              <a:ext uri="{FF2B5EF4-FFF2-40B4-BE49-F238E27FC236}">
                <a16:creationId xmlns:a16="http://schemas.microsoft.com/office/drawing/2014/main" id="{083801B8-D081-4A2F-9B56-5501104C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5" name="subnet.c.2.node.2.1">
            <a:extLst xmlns:a="http://schemas.openxmlformats.org/drawingml/2006/main">
              <a:ext uri="{FF2B5EF4-FFF2-40B4-BE49-F238E27FC236}">
                <a16:creationId xmlns:a16="http://schemas.microsoft.com/office/drawing/2014/main" id="{FBF0ACD6-CA9B-4F92-A6CC-DDCA2F4E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6" name="subnet.c.2.node.2.2">
            <a:extLst xmlns:a="http://schemas.openxmlformats.org/drawingml/2006/main">
              <a:ext uri="{FF2B5EF4-FFF2-40B4-BE49-F238E27FC236}">
                <a16:creationId xmlns:a16="http://schemas.microsoft.com/office/drawing/2014/main" id="{73CAA68C-06D9-4E21-91F4-92808E6D5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860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7" name="subnet.c.2.node.3.0">
            <a:extLst xmlns:a="http://schemas.openxmlformats.org/drawingml/2006/main">
              <a:ext uri="{FF2B5EF4-FFF2-40B4-BE49-F238E27FC236}">
                <a16:creationId xmlns:a16="http://schemas.microsoft.com/office/drawing/2014/main" id="{4C105653-DE6F-4641-9FDB-286D4F75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8" name="subnet.c.2.node.3.1">
            <a:extLst xmlns:a="http://schemas.openxmlformats.org/drawingml/2006/main">
              <a:ext uri="{FF2B5EF4-FFF2-40B4-BE49-F238E27FC236}">
                <a16:creationId xmlns:a16="http://schemas.microsoft.com/office/drawing/2014/main" id="{560F9169-2144-4870-97D0-71552FF7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0099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77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9" name="subnet.c.3.edge.0">
            <a:extLst xmlns:a="http://schemas.openxmlformats.org/drawingml/2006/main">
              <a:ext uri="{FF2B5EF4-FFF2-40B4-BE49-F238E27FC236}">
                <a16:creationId xmlns:a16="http://schemas.microsoft.com/office/drawing/2014/main" id="{474AC0BE-0A44-4189-815B-B5BDC886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996238" y="242411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0" name="subnet.c.3.edge.1">
            <a:extLst xmlns:a="http://schemas.openxmlformats.org/drawingml/2006/main">
              <a:ext uri="{FF2B5EF4-FFF2-40B4-BE49-F238E27FC236}">
                <a16:creationId xmlns:a16="http://schemas.microsoft.com/office/drawing/2014/main" id="{8B0489C5-2821-4D77-904E-D80DF1F6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3080412">
            <a:off x="8082811" y="2424113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1" name="subnet.c.3.edge.2">
            <a:extLst xmlns:a="http://schemas.openxmlformats.org/drawingml/2006/main">
              <a:ext uri="{FF2B5EF4-FFF2-40B4-BE49-F238E27FC236}">
                <a16:creationId xmlns:a16="http://schemas.microsoft.com/office/drawing/2014/main" id="{691E2A17-93C1-4DBF-BF10-3E1FD46C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19588">
            <a:off x="8082811" y="2424113"/>
            <a:ext cx="426928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2" name="subnet.c.3.edge.3">
            <a:extLst xmlns:a="http://schemas.openxmlformats.org/drawingml/2006/main">
              <a:ext uri="{FF2B5EF4-FFF2-40B4-BE49-F238E27FC236}">
                <a16:creationId xmlns:a16="http://schemas.microsoft.com/office/drawing/2014/main" id="{41E0FACD-1AF4-4D72-A6E8-884FE83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62938" y="2424113"/>
            <a:ext cx="333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3" name="subnet.c.3.edge.4">
            <a:extLst xmlns:a="http://schemas.openxmlformats.org/drawingml/2006/main">
              <a:ext uri="{FF2B5EF4-FFF2-40B4-BE49-F238E27FC236}">
                <a16:creationId xmlns:a16="http://schemas.microsoft.com/office/drawing/2014/main" id="{3E80956F-12E1-4828-8DB0-1417EA6C2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01000" y="2752725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4" name="subnet.c.3.edge.5">
            <a:extLst xmlns:a="http://schemas.openxmlformats.org/drawingml/2006/main">
              <a:ext uri="{FF2B5EF4-FFF2-40B4-BE49-F238E27FC236}">
                <a16:creationId xmlns:a16="http://schemas.microsoft.com/office/drawing/2014/main" id="{BE9139DA-9A37-4D2C-AD4E-812A09E31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8088212" y="27527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5" name="subnet.c.3.edge.6">
            <a:extLst xmlns:a="http://schemas.openxmlformats.org/drawingml/2006/main">
              <a:ext uri="{FF2B5EF4-FFF2-40B4-BE49-F238E27FC236}">
                <a16:creationId xmlns:a16="http://schemas.microsoft.com/office/drawing/2014/main" id="{4C4CE51E-6B6C-47ED-A584-2A585B1E4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848942">
            <a:off x="8118300" y="2752725"/>
            <a:ext cx="632176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6" name="subnet.c.3.edge.7">
            <a:extLst xmlns:a="http://schemas.openxmlformats.org/drawingml/2006/main">
              <a:ext uri="{FF2B5EF4-FFF2-40B4-BE49-F238E27FC236}">
                <a16:creationId xmlns:a16="http://schemas.microsoft.com/office/drawing/2014/main" id="{51735B3B-2EAC-42AF-9203-3C5AC1B3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294278">
            <a:off x="8132078" y="2752725"/>
            <a:ext cx="880844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7" name="subnet.c.3.edge.8">
            <a:extLst xmlns:a="http://schemas.openxmlformats.org/drawingml/2006/main">
              <a:ext uri="{FF2B5EF4-FFF2-40B4-BE49-F238E27FC236}">
                <a16:creationId xmlns:a16="http://schemas.microsoft.com/office/drawing/2014/main" id="{CD2D7310-DE4D-460B-9E9E-80777DB4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7768348">
            <a:off x="8086509" y="2752725"/>
            <a:ext cx="419533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8" name="subnet.c.3.edge.9">
            <a:extLst xmlns:a="http://schemas.openxmlformats.org/drawingml/2006/main">
              <a:ext uri="{FF2B5EF4-FFF2-40B4-BE49-F238E27FC236}">
                <a16:creationId xmlns:a16="http://schemas.microsoft.com/office/drawing/2014/main" id="{93C77120-30D0-4FC5-A4EE-8C6B9ECC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298919">
            <a:off x="8272392" y="2752725"/>
            <a:ext cx="32399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69" name="subnet.c.3.edge.10">
            <a:extLst xmlns:a="http://schemas.openxmlformats.org/drawingml/2006/main">
              <a:ext uri="{FF2B5EF4-FFF2-40B4-BE49-F238E27FC236}">
                <a16:creationId xmlns:a16="http://schemas.microsoft.com/office/drawing/2014/main" id="{14C11FBC-7EFF-437E-8FF1-B7C62DA96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972266">
            <a:off x="8354912" y="2752725"/>
            <a:ext cx="42565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111111"/>
            </a:solidFill>
            <a:prstDash val="solid"/>
          </a:ln>
        </p:spPr>
      </p:sp>
      <p:sp>
        <p:nvSpPr>
          <p:cNvPr id="370" name="subnet.c.3.node.0.0">
            <a:extLst xmlns:a="http://schemas.openxmlformats.org/drawingml/2006/main">
              <a:ext uri="{FF2B5EF4-FFF2-40B4-BE49-F238E27FC236}">
                <a16:creationId xmlns:a16="http://schemas.microsoft.com/office/drawing/2014/main" id="{25DA81B0-05C5-4F6C-B6D6-4D0A2900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1" name="subnet.c.3.node.0.1">
            <a:extLst xmlns:a="http://schemas.openxmlformats.org/drawingml/2006/main">
              <a:ext uri="{FF2B5EF4-FFF2-40B4-BE49-F238E27FC236}">
                <a16:creationId xmlns:a16="http://schemas.microsoft.com/office/drawing/2014/main" id="{4D38FDB0-6EE6-4278-848E-265E9979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200275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557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2" name="subnet.c.3.node.1.0">
            <a:extLst xmlns:a="http://schemas.openxmlformats.org/drawingml/2006/main">
              <a:ext uri="{FF2B5EF4-FFF2-40B4-BE49-F238E27FC236}">
                <a16:creationId xmlns:a16="http://schemas.microsoft.com/office/drawing/2014/main" id="{26A68AB4-2556-449F-85AB-5B2A34672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533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3" name="subnet.c.3.node.1.1">
            <a:extLst xmlns:a="http://schemas.openxmlformats.org/drawingml/2006/main">
              <a:ext uri="{FF2B5EF4-FFF2-40B4-BE49-F238E27FC236}">
                <a16:creationId xmlns:a16="http://schemas.microsoft.com/office/drawing/2014/main" id="{9CA9DE60-BD19-42EF-9B64-25E358B59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53365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63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4" name="subnet.c.3.node.2.0">
            <a:extLst xmlns:a="http://schemas.openxmlformats.org/drawingml/2006/main">
              <a:ext uri="{FF2B5EF4-FFF2-40B4-BE49-F238E27FC236}">
                <a16:creationId xmlns:a16="http://schemas.microsoft.com/office/drawing/2014/main" id="{B9E7DCEA-329D-4729-9E3F-2BA199183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5" name="subnet.c.3.node.2.1">
            <a:extLst xmlns:a="http://schemas.openxmlformats.org/drawingml/2006/main">
              <a:ext uri="{FF2B5EF4-FFF2-40B4-BE49-F238E27FC236}">
                <a16:creationId xmlns:a16="http://schemas.microsoft.com/office/drawing/2014/main" id="{78B99351-1A1B-4E01-B23C-41DD8081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6" name="subnet.c.3.node.2.2">
            <a:extLst xmlns:a="http://schemas.openxmlformats.org/drawingml/2006/main">
              <a:ext uri="{FF2B5EF4-FFF2-40B4-BE49-F238E27FC236}">
                <a16:creationId xmlns:a16="http://schemas.microsoft.com/office/drawing/2014/main" id="{F3768C2A-2092-4EB2-8BEA-0B52E884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7" name="subnet.c.3.node.2.3">
            <a:extLst xmlns:a="http://schemas.openxmlformats.org/drawingml/2006/main">
              <a:ext uri="{FF2B5EF4-FFF2-40B4-BE49-F238E27FC236}">
                <a16:creationId xmlns:a16="http://schemas.microsoft.com/office/drawing/2014/main" id="{6E734C79-D643-4BD2-8AF0-40FE5DF0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8575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FF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8" name="output.arrow.large.shaft">
            <a:extLst xmlns:a="http://schemas.openxmlformats.org/drawingml/2006/main">
              <a:ext uri="{FF2B5EF4-FFF2-40B4-BE49-F238E27FC236}">
                <a16:creationId xmlns:a16="http://schemas.microsoft.com/office/drawing/2014/main" id="{6238670B-7453-4798-9AB3-7AFBC3D2F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552450"/>
            <a:ext cx="3733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200D4"/>
            </a:solidFill>
            <a:prstDash val="solid"/>
          </a:ln>
        </p:spPr>
      </p:sp>
      <p:sp>
        <p:nvSpPr>
          <p:cNvPr id="379" name="output.arrow.large.head">
            <a:extLst xmlns:a="http://schemas.openxmlformats.org/drawingml/2006/main">
              <a:ext uri="{FF2B5EF4-FFF2-40B4-BE49-F238E27FC236}">
                <a16:creationId xmlns:a16="http://schemas.microsoft.com/office/drawing/2014/main" id="{E753DA0A-9981-4B7B-AE22-FEFA3CDFC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409575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200D4"/>
          </a:solidFill>
          <a:ln xmlns:a="http://schemas.openxmlformats.org/drawingml/2006/main" w="0">
            <a:solidFill>
              <a:srgbClr val="0200D4"/>
            </a:solidFill>
            <a:prstDash val="solid"/>
          </a:ln>
        </p:spPr>
      </p:sp>
      <p:sp>
        <p:nvSpPr>
          <p:cNvPr id="380" name="output.arrow.medium.shaft">
            <a:extLst xmlns:a="http://schemas.openxmlformats.org/drawingml/2006/main">
              <a:ext uri="{FF2B5EF4-FFF2-40B4-BE49-F238E27FC236}">
                <a16:creationId xmlns:a16="http://schemas.microsoft.com/office/drawing/2014/main" id="{8E36711C-C039-4187-86E7-589D7C71A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1657350"/>
            <a:ext cx="3733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200D4"/>
            </a:solidFill>
            <a:prstDash val="solid"/>
          </a:ln>
        </p:spPr>
      </p:sp>
      <p:sp>
        <p:nvSpPr>
          <p:cNvPr id="381" name="output.arrow.medium.head">
            <a:extLst xmlns:a="http://schemas.openxmlformats.org/drawingml/2006/main">
              <a:ext uri="{FF2B5EF4-FFF2-40B4-BE49-F238E27FC236}">
                <a16:creationId xmlns:a16="http://schemas.microsoft.com/office/drawing/2014/main" id="{12690E67-DAE5-4D0C-AC3C-084EAE58F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1514475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200D4"/>
          </a:solidFill>
          <a:ln xmlns:a="http://schemas.openxmlformats.org/drawingml/2006/main" w="0">
            <a:solidFill>
              <a:srgbClr val="0200D4"/>
            </a:solidFill>
            <a:prstDash val="solid"/>
          </a:ln>
        </p:spPr>
      </p:sp>
      <p:sp>
        <p:nvSpPr>
          <p:cNvPr id="382" name="output.arrow.small.shaft">
            <a:extLst xmlns:a="http://schemas.openxmlformats.org/drawingml/2006/main">
              <a:ext uri="{FF2B5EF4-FFF2-40B4-BE49-F238E27FC236}">
                <a16:creationId xmlns:a16="http://schemas.microsoft.com/office/drawing/2014/main" id="{1E2003B3-63A6-4FE7-BD88-CB2828CF2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201150" y="2714625"/>
            <a:ext cx="3733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25">
            <a:solidFill>
              <a:srgbClr val="0200D4"/>
            </a:solidFill>
            <a:prstDash val="solid"/>
          </a:ln>
        </p:spPr>
      </p:sp>
      <p:sp>
        <p:nvSpPr>
          <p:cNvPr id="383" name="output.arrow.small.head">
            <a:extLst xmlns:a="http://schemas.openxmlformats.org/drawingml/2006/main">
              <a:ext uri="{FF2B5EF4-FFF2-40B4-BE49-F238E27FC236}">
                <a16:creationId xmlns:a16="http://schemas.microsoft.com/office/drawing/2014/main" id="{D8F4D943-8D3E-4FC2-8751-D4D7108F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563100" y="2571750"/>
            <a:ext cx="285750" cy="2857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200D4"/>
          </a:solidFill>
          <a:ln xmlns:a="http://schemas.openxmlformats.org/drawingml/2006/main" w="0">
            <a:solidFill>
              <a:srgbClr val="0200D4"/>
            </a:solidFill>
            <a:prstDash val="solid"/>
          </a:ln>
        </p:spPr>
      </p:sp>
      <p:sp>
        <p:nvSpPr>
          <p:cNvPr id="384" name="output.title">
            <a:extLst xmlns:a="http://schemas.openxmlformats.org/drawingml/2006/main">
              <a:ext uri="{FF2B5EF4-FFF2-40B4-BE49-F238E27FC236}">
                <a16:creationId xmlns:a16="http://schemas.microsoft.com/office/drawing/2014/main" id="{E2496CC9-0314-474E-A819-9D1C2FE9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7900" y="0"/>
            <a:ext cx="10858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Output</a:t>
            </a:r>
          </a:p>
        </p:txBody>
      </p:sp>
      <p:pic>
        <p:nvPicPr>
          <p:cNvPr id="7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c8aafbc2324b30"/>
          <a:stretch xmlns:a="http://schemas.openxmlformats.org/drawingml/2006/main"/>
        </p:blipFill>
        <p:spPr>
          <a:xfrm xmlns:a="http://schemas.openxmlformats.org/drawingml/2006/main">
            <a:off x="10020300" y="381000"/>
            <a:ext cx="990600" cy="981075"/>
          </a:xfrm>
          <a:prstGeom xmlns:a="http://schemas.openxmlformats.org/drawingml/2006/main" prst="rect">
            <a:avLst/>
          </a:prstGeom>
        </p:spPr>
      </p:pic>
      <p:pic>
        <p:nvPicPr>
          <p:cNvPr id="7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69e997d5043ef"/>
          <a:stretch xmlns:a="http://schemas.openxmlformats.org/drawingml/2006/main"/>
        </p:blipFill>
        <p:spPr>
          <a:xfrm xmlns:a="http://schemas.openxmlformats.org/drawingml/2006/main">
            <a:off x="10182225" y="1543050"/>
            <a:ext cx="590550" cy="561975"/>
          </a:xfrm>
          <a:prstGeom xmlns:a="http://schemas.openxmlformats.org/drawingml/2006/main" prst="rect">
            <a:avLst/>
          </a:prstGeom>
        </p:spPr>
      </p:pic>
      <p:pic>
        <p:nvPicPr>
          <p:cNvPr id="7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2acfe377934d10"/>
          <a:stretch xmlns:a="http://schemas.openxmlformats.org/drawingml/2006/main"/>
        </p:blipFill>
        <p:spPr>
          <a:xfrm xmlns:a="http://schemas.openxmlformats.org/drawingml/2006/main">
            <a:off x="10267950" y="2505075"/>
            <a:ext cx="438150" cy="428625"/>
          </a:xfrm>
          <a:prstGeom xmlns:a="http://schemas.openxmlformats.org/drawingml/2006/main" prst="rect">
            <a:avLst/>
          </a:prstGeom>
        </p:spPr>
      </p:pic>
      <p:sp>
        <p:nvSpPr>
          <p:cNvPr id="388" name="caption.a">
            <a:extLst xmlns:a="http://schemas.openxmlformats.org/drawingml/2006/main">
              <a:ext uri="{FF2B5EF4-FFF2-40B4-BE49-F238E27FC236}">
                <a16:creationId xmlns:a16="http://schemas.microsoft.com/office/drawing/2014/main" id="{08A64543-2706-4699-81AC-7B4AED898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7200" y="3133725"/>
            <a:ext cx="30765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(a) SuperNet Training Process</a:t>
            </a:r>
          </a:p>
        </p:txBody>
      </p:sp>
      <p:sp>
        <p:nvSpPr>
          <p:cNvPr id="389" name="caption.b">
            <a:extLst xmlns:a="http://schemas.openxmlformats.org/drawingml/2006/main">
              <a:ext uri="{FF2B5EF4-FFF2-40B4-BE49-F238E27FC236}">
                <a16:creationId xmlns:a16="http://schemas.microsoft.com/office/drawing/2014/main" id="{A0A5126D-61DF-45B1-B931-FD9DE16B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57725" y="3133725"/>
            <a:ext cx="6619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11111"/>
                </a:solidFill>
              </a:defRPr>
            </a:pPr>
            <a:r>
              <a:rPr sz="1650" b="0">
                <a:solidFill>
                  <a:srgbClr val="111111"/>
                </a:solidFill>
              </a:rPr>
              <a:t>(b) Subnets with different size targeting different resolution options</a:t>
            </a:r>
          </a:p>
        </p:txBody>
      </p:sp>
    </p:spTree>
    <p:extLst>
      <p:ext uri="{BB962C8B-B14F-4D97-AF65-F5344CB8AC3E}">
        <p14:creationId xmlns:p14="http://schemas.microsoft.com/office/powerpoint/2010/main" val="41410147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2026-07-31T03:06:48.9780000Z</dcterms:created>
  <dcterms:modified xsi:type="dcterms:W3CDTF">2026-07-31T03:06:48.9780000Z</dcterms:modified>
</coreProperties>
</file>