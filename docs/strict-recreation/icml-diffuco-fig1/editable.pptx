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e39d3ffa754672" /><Relationship Type="http://schemas.openxmlformats.org/officeDocument/2006/relationships/extended-properties" Target="/docProps/app.xml" Id="R416f29ba22a04fd0" /><Relationship Type="http://schemas.openxmlformats.org/officeDocument/2006/relationships/officeDocument" Target="/ppt/presentation.xml" Id="R787e5480ee2441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ddca24cc6b45d2"/>
  </p:sldMasterIdLst>
  <p:notesMasterIdLst>
    <p:notesMasterId xmlns:r="http://schemas.openxmlformats.org/officeDocument/2006/relationships" r:id="R17e7a55980bf4a37"/>
  </p:notesMasterIdLst>
  <p:sldIdLst>
    <p:sldId xmlns:r="http://schemas.openxmlformats.org/officeDocument/2006/relationships" id="256" r:id="Re6ed952c92294d5e"/>
  </p:sldIdLst>
  <p:sldSz cx="11868150" cy="3762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24a41c7d8c495c" /><Relationship Type="http://schemas.openxmlformats.org/officeDocument/2006/relationships/slideMaster" Target="/ppt/slideMasters/slideMaster1.xml" Id="R8bddca24cc6b45d2" /><Relationship Type="http://schemas.openxmlformats.org/officeDocument/2006/relationships/notesMaster" Target="/ppt/notesMasters/notesMaster1.xml" Id="R17e7a55980bf4a37" /><Relationship Type="http://schemas.openxmlformats.org/officeDocument/2006/relationships/presProps" Target="/ppt/presProps.xml" Id="R912edd82d5ab4e38" /><Relationship Type="http://schemas.openxmlformats.org/officeDocument/2006/relationships/tableStyles" Target="/ppt/tableStyles.xml" Id="R4d22cbf71e194561" /><Relationship Type="http://schemas.openxmlformats.org/officeDocument/2006/relationships/slide" Target="/ppt/slides/slide1.xml" Id="Re6ed952c92294d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94e64db6dc40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65dfd78720454e" /><Relationship Type="http://schemas.openxmlformats.org/officeDocument/2006/relationships/notesMaster" Target="/ppt/notesMasters/notesMaster1.xml" Id="Rbb88cce81c944a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https://proceedings.mlr.press/v235/sanokowski24a.html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398ef5eee40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0fc3742266440e" /><Relationship Type="http://schemas.openxmlformats.org/officeDocument/2006/relationships/slideLayout" Target="/ppt/slideLayouts/slideLayout1.xml" Id="Raab0271b092a49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b0271b092a49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ca256830248d3" /><Relationship Type="http://schemas.openxmlformats.org/officeDocument/2006/relationships/image" Target="/ppt/media/image.png" Id="R7d4b75cd5dfd4fbc" /><Relationship Type="http://schemas.openxmlformats.org/officeDocument/2006/relationships/image" Target="/ppt/media/image2.png" Id="R5f0b410c9b93401d" /><Relationship Type="http://schemas.openxmlformats.org/officeDocument/2006/relationships/image" Target="/ppt/media/image3.png" Id="R8994492ce8d04ddc" /><Relationship Type="http://schemas.openxmlformats.org/officeDocument/2006/relationships/notesSlide" Target="/ppt/notesSlides/notesSlide1.xml" Id="R866a010984c546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orward">
            <a:extLst xmlns:a="http://schemas.openxmlformats.org/drawingml/2006/main">
              <a:ext uri="{FF2B5EF4-FFF2-40B4-BE49-F238E27FC236}">
                <a16:creationId xmlns:a16="http://schemas.microsoft.com/office/drawing/2014/main" id="{338D01BA-4976-4AD6-917A-D8D93DE5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19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F80ED"/>
                </a:solidFill>
              </a:defRPr>
            </a:pPr>
            <a:r>
              <a:rPr sz="2025" b="0" i="0">
                <a:solidFill>
                  <a:srgbClr val="2F80ED"/>
                </a:solidFill>
              </a:rPr>
              <a:t>Forward Process</a:t>
            </a:r>
          </a:p>
        </p:txBody>
      </p:sp>
      <p:sp>
        <p:nvSpPr>
          <p:cNvPr id="2" name="reverse">
            <a:extLst xmlns:a="http://schemas.openxmlformats.org/drawingml/2006/main">
              <a:ext uri="{FF2B5EF4-FFF2-40B4-BE49-F238E27FC236}">
                <a16:creationId xmlns:a16="http://schemas.microsoft.com/office/drawing/2014/main" id="{E88F4296-7351-409D-B639-8E5F48CF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670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6AA84F"/>
                </a:solidFill>
              </a:defRPr>
            </a:pPr>
            <a:r>
              <a:rPr sz="1950" b="0" i="0">
                <a:solidFill>
                  <a:srgbClr val="6AA84F"/>
                </a:solidFill>
              </a:rPr>
              <a:t>Reverse Process</a:t>
            </a:r>
          </a:p>
        </p:txBody>
      </p:sp>
      <p:sp>
        <p:nvSpPr>
          <p:cNvPr id="3" name="forward.arrow.shaft">
            <a:extLst xmlns:a="http://schemas.openxmlformats.org/drawingml/2006/main">
              <a:ext uri="{FF2B5EF4-FFF2-40B4-BE49-F238E27FC236}">
                <a16:creationId xmlns:a16="http://schemas.microsoft.com/office/drawing/2014/main" id="{D0D8F624-13EE-49EA-9BE9-D66606DF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257806" y="762000"/>
            <a:ext cx="7333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979D7"/>
            </a:solidFill>
            <a:prstDash val="solid"/>
          </a:ln>
        </p:spPr>
      </p:sp>
      <p:sp>
        <p:nvSpPr>
          <p:cNvPr id="4" name="forward.arrow.head">
            <a:extLst xmlns:a="http://schemas.openxmlformats.org/drawingml/2006/main">
              <a:ext uri="{FF2B5EF4-FFF2-40B4-BE49-F238E27FC236}">
                <a16:creationId xmlns:a16="http://schemas.microsoft.com/office/drawing/2014/main" id="{6A00344A-2028-4A53-A33C-AB028D30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038350" y="6477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79D7"/>
          </a:solidFill>
          <a:ln xmlns:a="http://schemas.openxmlformats.org/drawingml/2006/main" w="0">
            <a:solidFill>
              <a:srgbClr val="3979D7"/>
            </a:solidFill>
            <a:prstDash val="solid"/>
          </a:ln>
        </p:spPr>
      </p:sp>
      <p:sp>
        <p:nvSpPr>
          <p:cNvPr id="5" name="reverse.arrow.shaft">
            <a:extLst xmlns:a="http://schemas.openxmlformats.org/drawingml/2006/main">
              <a:ext uri="{FF2B5EF4-FFF2-40B4-BE49-F238E27FC236}">
                <a16:creationId xmlns:a16="http://schemas.microsoft.com/office/drawing/2014/main" id="{91130038-932C-45AF-B510-DDBACD7E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3190875"/>
            <a:ext cx="7362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AA84F"/>
            </a:solidFill>
            <a:prstDash val="solid"/>
          </a:ln>
        </p:spPr>
      </p:sp>
      <p:sp>
        <p:nvSpPr>
          <p:cNvPr id="6" name="reverse.arrow.head">
            <a:extLst xmlns:a="http://schemas.openxmlformats.org/drawingml/2006/main">
              <a:ext uri="{FF2B5EF4-FFF2-40B4-BE49-F238E27FC236}">
                <a16:creationId xmlns:a16="http://schemas.microsoft.com/office/drawing/2014/main" id="{A0BD7B76-A1DC-4831-B107-4A6BB5B0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05950" y="3076575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AA84F"/>
          </a:solidFill>
          <a:ln xmlns:a="http://schemas.openxmlformats.org/drawingml/2006/main" w="0">
            <a:solidFill>
              <a:srgbClr val="6AA84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b75cd5dfd4fbc"/>
          <a:stretch xmlns:a="http://schemas.openxmlformats.org/drawingml/2006/main"/>
        </p:blipFill>
        <p:spPr>
          <a:xfrm xmlns:a="http://schemas.openxmlformats.org/drawingml/2006/main">
            <a:off x="1533525" y="1543050"/>
            <a:ext cx="1314450" cy="1343025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b410c9b93401d"/>
          <a:stretch xmlns:a="http://schemas.openxmlformats.org/drawingml/2006/main"/>
        </p:blipFill>
        <p:spPr>
          <a:xfrm xmlns:a="http://schemas.openxmlformats.org/drawingml/2006/main">
            <a:off x="5438775" y="1543050"/>
            <a:ext cx="1323975" cy="13430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4492ce8d04ddc"/>
          <a:stretch xmlns:a="http://schemas.openxmlformats.org/drawingml/2006/main"/>
        </p:blipFill>
        <p:spPr>
          <a:xfrm xmlns:a="http://schemas.openxmlformats.org/drawingml/2006/main">
            <a:off x="9029700" y="1543050"/>
            <a:ext cx="1333500" cy="1343025"/>
          </a:xfrm>
          <a:prstGeom xmlns:a="http://schemas.openxmlformats.org/drawingml/2006/main" prst="rect">
            <a:avLst/>
          </a:prstGeom>
        </p:spPr>
      </p:pic>
      <p:sp>
        <p:nvSpPr>
          <p:cNvPr id="10" name="state.left">
            <a:extLst xmlns:a="http://schemas.openxmlformats.org/drawingml/2006/main">
              <a:ext uri="{FF2B5EF4-FFF2-40B4-BE49-F238E27FC236}">
                <a16:creationId xmlns:a16="http://schemas.microsoft.com/office/drawing/2014/main" id="{79557007-0889-4131-B7F6-9BF0CD90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762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111111"/>
                </a:solidFill>
              </a:defRPr>
            </a:pPr>
            <a:r>
              <a:rPr sz="2625" b="0" i="0">
                <a:solidFill>
                  <a:srgbClr val="111111"/>
                </a:solidFill>
              </a:rPr>
              <a:t>Xᵀ</a:t>
            </a:r>
          </a:p>
        </p:txBody>
      </p:sp>
      <p:sp>
        <p:nvSpPr>
          <p:cNvPr id="11" name="state.middle">
            <a:extLst xmlns:a="http://schemas.openxmlformats.org/drawingml/2006/main">
              <a:ext uri="{FF2B5EF4-FFF2-40B4-BE49-F238E27FC236}">
                <a16:creationId xmlns:a16="http://schemas.microsoft.com/office/drawing/2014/main" id="{26F59C04-B985-43B6-A19F-07FEAA4C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762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111111"/>
                </a:solidFill>
              </a:defRPr>
            </a:pPr>
            <a:r>
              <a:rPr sz="2625" b="0" i="0">
                <a:solidFill>
                  <a:srgbClr val="111111"/>
                </a:solidFill>
              </a:rPr>
              <a:t>Xᵀ⁄₂</a:t>
            </a:r>
          </a:p>
        </p:txBody>
      </p:sp>
      <p:sp>
        <p:nvSpPr>
          <p:cNvPr id="12" name="state.right">
            <a:extLst xmlns:a="http://schemas.openxmlformats.org/drawingml/2006/main">
              <a:ext uri="{FF2B5EF4-FFF2-40B4-BE49-F238E27FC236}">
                <a16:creationId xmlns:a16="http://schemas.microsoft.com/office/drawing/2014/main" id="{BB583CBD-CA7F-4E05-9C0F-3DDEF281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620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111111"/>
                </a:solidFill>
              </a:defRPr>
            </a:pPr>
            <a:r>
              <a:rPr sz="2625" b="0" i="0">
                <a:solidFill>
                  <a:srgbClr val="111111"/>
                </a:solidFill>
              </a:rPr>
              <a:t>X₀</a:t>
            </a:r>
          </a:p>
        </p:txBody>
      </p:sp>
      <p:sp>
        <p:nvSpPr>
          <p:cNvPr id="13" name="stats.left">
            <a:extLst xmlns:a="http://schemas.openxmlformats.org/drawingml/2006/main">
              <a:ext uri="{FF2B5EF4-FFF2-40B4-BE49-F238E27FC236}">
                <a16:creationId xmlns:a16="http://schemas.microsoft.com/office/drawing/2014/main" id="{A2B5BECD-A37E-4DBF-9AE2-4321ED30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3525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Set size: 10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#violations: 12</a:t>
            </a:r>
          </a:p>
        </p:txBody>
      </p:sp>
      <p:sp>
        <p:nvSpPr>
          <p:cNvPr id="14" name="stats.middle">
            <a:extLst xmlns:a="http://schemas.openxmlformats.org/drawingml/2006/main">
              <a:ext uri="{FF2B5EF4-FFF2-40B4-BE49-F238E27FC236}">
                <a16:creationId xmlns:a16="http://schemas.microsoft.com/office/drawing/2014/main" id="{36C3D66F-7970-4A9E-B039-719C5B7D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525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Set size: 9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#violations: 9</a:t>
            </a:r>
          </a:p>
        </p:txBody>
      </p:sp>
      <p:sp>
        <p:nvSpPr>
          <p:cNvPr id="15" name="stats.right">
            <a:extLst xmlns:a="http://schemas.openxmlformats.org/drawingml/2006/main">
              <a:ext uri="{FF2B5EF4-FFF2-40B4-BE49-F238E27FC236}">
                <a16:creationId xmlns:a16="http://schemas.microsoft.com/office/drawing/2014/main" id="{4157639A-A61E-4023-9132-46FC93E4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525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Set size: 6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#violations: 0</a:t>
            </a:r>
          </a:p>
        </p:txBody>
      </p:sp>
      <p:sp>
        <p:nvSpPr>
          <p:cNvPr id="16" name="backward.1.shaft">
            <a:extLst xmlns:a="http://schemas.openxmlformats.org/drawingml/2006/main">
              <a:ext uri="{FF2B5EF4-FFF2-40B4-BE49-F238E27FC236}">
                <a16:creationId xmlns:a16="http://schemas.microsoft.com/office/drawing/2014/main" id="{DFFA46BD-968D-48F8-A40D-0228CB53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356092" y="1514475"/>
            <a:ext cx="2735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979D7"/>
            </a:solidFill>
            <a:prstDash val="solid"/>
          </a:ln>
        </p:spPr>
      </p:sp>
      <p:sp>
        <p:nvSpPr>
          <p:cNvPr id="17" name="backward.1.head">
            <a:extLst xmlns:a="http://schemas.openxmlformats.org/drawingml/2006/main">
              <a:ext uri="{FF2B5EF4-FFF2-40B4-BE49-F238E27FC236}">
                <a16:creationId xmlns:a16="http://schemas.microsoft.com/office/drawing/2014/main" id="{79DE6FC1-3C23-4D91-9B67-29AF1B4A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191500" y="14287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79D7"/>
          </a:solidFill>
          <a:ln xmlns:a="http://schemas.openxmlformats.org/drawingml/2006/main" w="0">
            <a:solidFill>
              <a:srgbClr val="3979D7"/>
            </a:solidFill>
            <a:prstDash val="solid"/>
          </a:ln>
        </p:spPr>
      </p:sp>
      <p:sp>
        <p:nvSpPr>
          <p:cNvPr id="18" name="backward.2.shaft">
            <a:extLst xmlns:a="http://schemas.openxmlformats.org/drawingml/2006/main">
              <a:ext uri="{FF2B5EF4-FFF2-40B4-BE49-F238E27FC236}">
                <a16:creationId xmlns:a16="http://schemas.microsoft.com/office/drawing/2014/main" id="{53862405-56C0-417D-8C8E-506CF76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013067" y="1514475"/>
            <a:ext cx="2735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979D7"/>
            </a:solidFill>
            <a:prstDash val="solid"/>
          </a:ln>
        </p:spPr>
      </p:sp>
      <p:sp>
        <p:nvSpPr>
          <p:cNvPr id="19" name="backward.2.head">
            <a:extLst xmlns:a="http://schemas.openxmlformats.org/drawingml/2006/main">
              <a:ext uri="{FF2B5EF4-FFF2-40B4-BE49-F238E27FC236}">
                <a16:creationId xmlns:a16="http://schemas.microsoft.com/office/drawing/2014/main" id="{3606B33E-C5A5-444C-8926-BFAFB7F1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848475" y="14287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79D7"/>
          </a:solidFill>
          <a:ln xmlns:a="http://schemas.openxmlformats.org/drawingml/2006/main" w="0">
            <a:solidFill>
              <a:srgbClr val="3979D7"/>
            </a:solidFill>
            <a:prstDash val="solid"/>
          </a:ln>
        </p:spPr>
      </p:sp>
      <p:sp>
        <p:nvSpPr>
          <p:cNvPr id="20" name="backward.3.shaft">
            <a:extLst xmlns:a="http://schemas.openxmlformats.org/drawingml/2006/main">
              <a:ext uri="{FF2B5EF4-FFF2-40B4-BE49-F238E27FC236}">
                <a16:creationId xmlns:a16="http://schemas.microsoft.com/office/drawing/2014/main" id="{3A92D095-6AA5-4494-975D-ABFC2614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965192" y="1514475"/>
            <a:ext cx="2926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979D7"/>
            </a:solidFill>
            <a:prstDash val="solid"/>
          </a:ln>
        </p:spPr>
      </p:sp>
      <p:sp>
        <p:nvSpPr>
          <p:cNvPr id="21" name="backward.3.head">
            <a:extLst xmlns:a="http://schemas.openxmlformats.org/drawingml/2006/main">
              <a:ext uri="{FF2B5EF4-FFF2-40B4-BE49-F238E27FC236}">
                <a16:creationId xmlns:a16="http://schemas.microsoft.com/office/drawing/2014/main" id="{2D0569B5-C641-4D0C-87EE-7B226A63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800600" y="14287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79D7"/>
          </a:solidFill>
          <a:ln xmlns:a="http://schemas.openxmlformats.org/drawingml/2006/main" w="0">
            <a:solidFill>
              <a:srgbClr val="3979D7"/>
            </a:solidFill>
            <a:prstDash val="solid"/>
          </a:ln>
        </p:spPr>
      </p:sp>
      <p:sp>
        <p:nvSpPr>
          <p:cNvPr id="22" name="backward.4.shaft">
            <a:extLst xmlns:a="http://schemas.openxmlformats.org/drawingml/2006/main">
              <a:ext uri="{FF2B5EF4-FFF2-40B4-BE49-F238E27FC236}">
                <a16:creationId xmlns:a16="http://schemas.microsoft.com/office/drawing/2014/main" id="{9C8CC23D-91B5-4BC0-975F-5683C04E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574542" y="1514475"/>
            <a:ext cx="2926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979D7"/>
            </a:solidFill>
            <a:prstDash val="solid"/>
          </a:ln>
        </p:spPr>
      </p:sp>
      <p:sp>
        <p:nvSpPr>
          <p:cNvPr id="23" name="backward.4.head">
            <a:extLst xmlns:a="http://schemas.openxmlformats.org/drawingml/2006/main">
              <a:ext uri="{FF2B5EF4-FFF2-40B4-BE49-F238E27FC236}">
                <a16:creationId xmlns:a16="http://schemas.microsoft.com/office/drawing/2014/main" id="{EB7D0462-9908-4A63-A4C8-8F6187F6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409950" y="14287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79D7"/>
          </a:solidFill>
          <a:ln xmlns:a="http://schemas.openxmlformats.org/drawingml/2006/main" w="0">
            <a:solidFill>
              <a:srgbClr val="3979D7"/>
            </a:solidFill>
            <a:prstDash val="solid"/>
          </a:ln>
        </p:spPr>
      </p:sp>
      <p:sp>
        <p:nvSpPr>
          <p:cNvPr id="24" name="forward.1.shaft">
            <a:extLst xmlns:a="http://schemas.openxmlformats.org/drawingml/2006/main">
              <a:ext uri="{FF2B5EF4-FFF2-40B4-BE49-F238E27FC236}">
                <a16:creationId xmlns:a16="http://schemas.microsoft.com/office/drawing/2014/main" id="{E2F8A4B9-E0EA-4E12-8962-5F668AC8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2486025"/>
            <a:ext cx="3307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AA84F"/>
            </a:solidFill>
            <a:prstDash val="solid"/>
          </a:ln>
        </p:spPr>
      </p:sp>
      <p:sp>
        <p:nvSpPr>
          <p:cNvPr id="25" name="forward.1.head">
            <a:extLst xmlns:a="http://schemas.openxmlformats.org/drawingml/2006/main">
              <a:ext uri="{FF2B5EF4-FFF2-40B4-BE49-F238E27FC236}">
                <a16:creationId xmlns:a16="http://schemas.microsoft.com/office/drawing/2014/main" id="{02511A20-08F5-4FF2-AE5E-9DEE88B1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71900" y="2400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AA84F"/>
          </a:solidFill>
          <a:ln xmlns:a="http://schemas.openxmlformats.org/drawingml/2006/main" w="0">
            <a:solidFill>
              <a:srgbClr val="6AA84F"/>
            </a:solidFill>
            <a:prstDash val="solid"/>
          </a:ln>
        </p:spPr>
      </p:sp>
      <p:sp>
        <p:nvSpPr>
          <p:cNvPr id="26" name="forward.2.shaft">
            <a:extLst xmlns:a="http://schemas.openxmlformats.org/drawingml/2006/main">
              <a:ext uri="{FF2B5EF4-FFF2-40B4-BE49-F238E27FC236}">
                <a16:creationId xmlns:a16="http://schemas.microsoft.com/office/drawing/2014/main" id="{FDF2426C-ADBE-4D05-87D3-24989E9E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486025"/>
            <a:ext cx="3307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AA84F"/>
            </a:solidFill>
            <a:prstDash val="solid"/>
          </a:ln>
        </p:spPr>
      </p:sp>
      <p:sp>
        <p:nvSpPr>
          <p:cNvPr id="27" name="forward.2.head">
            <a:extLst xmlns:a="http://schemas.openxmlformats.org/drawingml/2006/main">
              <a:ext uri="{FF2B5EF4-FFF2-40B4-BE49-F238E27FC236}">
                <a16:creationId xmlns:a16="http://schemas.microsoft.com/office/drawing/2014/main" id="{1CBD58A5-9DA4-447B-BA54-FEA9EFA0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181600" y="2400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AA84F"/>
          </a:solidFill>
          <a:ln xmlns:a="http://schemas.openxmlformats.org/drawingml/2006/main" w="0">
            <a:solidFill>
              <a:srgbClr val="6AA84F"/>
            </a:solidFill>
            <a:prstDash val="solid"/>
          </a:ln>
        </p:spPr>
      </p:sp>
      <p:sp>
        <p:nvSpPr>
          <p:cNvPr id="28" name="forward.3.shaft">
            <a:extLst xmlns:a="http://schemas.openxmlformats.org/drawingml/2006/main">
              <a:ext uri="{FF2B5EF4-FFF2-40B4-BE49-F238E27FC236}">
                <a16:creationId xmlns:a16="http://schemas.microsoft.com/office/drawing/2014/main" id="{D84FB852-B471-4700-9A6C-F1E0312E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2486025"/>
            <a:ext cx="3402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AA84F"/>
            </a:solidFill>
            <a:prstDash val="solid"/>
          </a:ln>
        </p:spPr>
      </p:sp>
      <p:sp>
        <p:nvSpPr>
          <p:cNvPr id="29" name="forward.3.head">
            <a:extLst xmlns:a="http://schemas.openxmlformats.org/drawingml/2006/main">
              <a:ext uri="{FF2B5EF4-FFF2-40B4-BE49-F238E27FC236}">
                <a16:creationId xmlns:a16="http://schemas.microsoft.com/office/drawing/2014/main" id="{AD33D791-5C4A-4E2D-86B9-AB6234B1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62800" y="2400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AA84F"/>
          </a:solidFill>
          <a:ln xmlns:a="http://schemas.openxmlformats.org/drawingml/2006/main" w="0">
            <a:solidFill>
              <a:srgbClr val="6AA84F"/>
            </a:solidFill>
            <a:prstDash val="solid"/>
          </a:ln>
        </p:spPr>
      </p:sp>
      <p:sp>
        <p:nvSpPr>
          <p:cNvPr id="30" name="forward.4.shaft">
            <a:extLst xmlns:a="http://schemas.openxmlformats.org/drawingml/2006/main">
              <a:ext uri="{FF2B5EF4-FFF2-40B4-BE49-F238E27FC236}">
                <a16:creationId xmlns:a16="http://schemas.microsoft.com/office/drawing/2014/main" id="{8E8225F2-7076-4726-AA61-6FBF2C98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2486025"/>
            <a:ext cx="3402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AA84F"/>
            </a:solidFill>
            <a:prstDash val="solid"/>
          </a:ln>
        </p:spPr>
      </p:sp>
      <p:sp>
        <p:nvSpPr>
          <p:cNvPr id="31" name="forward.4.head">
            <a:extLst xmlns:a="http://schemas.openxmlformats.org/drawingml/2006/main">
              <a:ext uri="{FF2B5EF4-FFF2-40B4-BE49-F238E27FC236}">
                <a16:creationId xmlns:a16="http://schemas.microsoft.com/office/drawing/2014/main" id="{FD033674-10FC-4447-8580-3A054FBF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82025" y="2400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AA84F"/>
          </a:solidFill>
          <a:ln xmlns:a="http://schemas.openxmlformats.org/drawingml/2006/main" w="0">
            <a:solidFill>
              <a:srgbClr val="6AA84F"/>
            </a:solidFill>
            <a:prstDash val="solid"/>
          </a:ln>
        </p:spPr>
      </p:sp>
      <p:sp>
        <p:nvSpPr>
          <p:cNvPr id="32" name="ellipsis.top.1">
            <a:extLst xmlns:a="http://schemas.openxmlformats.org/drawingml/2006/main">
              <a:ext uri="{FF2B5EF4-FFF2-40B4-BE49-F238E27FC236}">
                <a16:creationId xmlns:a16="http://schemas.microsoft.com/office/drawing/2014/main" id="{D518E53F-5420-46E3-B931-2328970A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</a:defRPr>
            </a:pPr>
            <a:r>
              <a:rPr sz="1875" b="0" i="0">
                <a:solidFill>
                  <a:srgbClr val="111111"/>
                </a:solidFill>
              </a:rPr>
              <a:t>···</a:t>
            </a:r>
          </a:p>
        </p:txBody>
      </p:sp>
      <p:sp>
        <p:nvSpPr>
          <p:cNvPr id="33" name="ellipsis.top.2">
            <a:extLst xmlns:a="http://schemas.openxmlformats.org/drawingml/2006/main">
              <a:ext uri="{FF2B5EF4-FFF2-40B4-BE49-F238E27FC236}">
                <a16:creationId xmlns:a16="http://schemas.microsoft.com/office/drawing/2014/main" id="{C8E2B29D-FAA6-4F95-BC92-283AF63A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</a:defRPr>
            </a:pPr>
            <a:r>
              <a:rPr sz="1875" b="0" i="0">
                <a:solidFill>
                  <a:srgbClr val="111111"/>
                </a:solidFill>
              </a:rPr>
              <a:t>···</a:t>
            </a:r>
          </a:p>
        </p:txBody>
      </p:sp>
    </p:spTree>
    <p:extLst>
      <p:ext uri="{BB962C8B-B14F-4D97-AF65-F5344CB8AC3E}">
        <p14:creationId xmlns:p14="http://schemas.microsoft.com/office/powerpoint/2010/main" val="1384936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2026-07-31T03:07:00.9410000Z</dcterms:created>
  <dcterms:modified xsi:type="dcterms:W3CDTF">2026-07-31T03:07:00.9410000Z</dcterms:modified>
</coreProperties>
</file>